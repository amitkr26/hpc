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embeddedFontLst>
    <p:embeddedFont>
      <p:font typeface="Lato"/>
      <p:regular r:id="rId27"/>
      <p:bold r:id="rId28"/>
      <p:italic r:id="rId29"/>
      <p:boldItalic r:id="rId30"/>
    </p:embeddedFont>
    <p:embeddedFont>
      <p:font typeface="Manrope ExtraBold"/>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09">
          <p15:clr>
            <a:srgbClr val="A4A3A4"/>
          </p15:clr>
        </p15:guide>
        <p15:guide id="2" pos="2868">
          <p15:clr>
            <a:srgbClr val="A4A3A4"/>
          </p15:clr>
        </p15:guide>
      </p15:sldGuideLst>
    </p:ext>
    <p:ext uri="GoogleSlidesCustomDataVersion2">
      <go:slidesCustomData xmlns:go="http://customooxmlschemas.google.com/" r:id="rId32" roundtripDataSignature="AMtx7mj71kMNsbhCwb0LUR+uM+NleA/i3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09" orient="horz"/>
        <p:guide pos="286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anropeExtraBold-bold.fntdata"/><Relationship Id="rId30" Type="http://schemas.openxmlformats.org/officeDocument/2006/relationships/font" Target="fonts/Lato-boldItalic.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6" name="Google Shape;22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b="0" i="0" sz="1200" u="none" cap="none" strike="noStrike">
              <a:solidFill>
                <a:schemeClr val="dk1"/>
              </a:solidFill>
              <a:latin typeface="Calibri"/>
              <a:ea typeface="Calibri"/>
              <a:cs typeface="Calibri"/>
              <a:sym typeface="Calibri"/>
            </a:endParaRPr>
          </a:p>
        </p:txBody>
      </p:sp>
      <p:sp>
        <p:nvSpPr>
          <p:cNvPr id="227" name="Google Shape;22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29" name="Google Shape;22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30" name="Google Shape;23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8" name="Google Shape;238;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239" name="Google Shape;239;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41" name="Google Shape;241;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2" name="Google Shape;242;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7" name="Google Shape;277;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278" name="Google Shape;278;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80" name="Google Shape;280;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81" name="Google Shape;281;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1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1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1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1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2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9" name="Shape 19"/>
        <p:cNvGrpSpPr/>
        <p:nvPr/>
      </p:nvGrpSpPr>
      <p:grpSpPr>
        <a:xfrm>
          <a:off x="0" y="0"/>
          <a:ext cx="0" cy="0"/>
          <a:chOff x="0" y="0"/>
          <a:chExt cx="0" cy="0"/>
        </a:xfrm>
      </p:grpSpPr>
      <p:sp>
        <p:nvSpPr>
          <p:cNvPr id="20" name="Google Shape;20;p22"/>
          <p:cNvSpPr/>
          <p:nvPr/>
        </p:nvSpPr>
        <p:spPr>
          <a:xfrm>
            <a:off x="0" y="0"/>
            <a:ext cx="18288000"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Lato"/>
              <a:ea typeface="Lato"/>
              <a:cs typeface="Lato"/>
              <a:sym typeface="Lato"/>
            </a:endParaRPr>
          </a:p>
        </p:txBody>
      </p:sp>
      <p:sp>
        <p:nvSpPr>
          <p:cNvPr id="21" name="Google Shape;21;p22"/>
          <p:cNvSpPr/>
          <p:nvPr/>
        </p:nvSpPr>
        <p:spPr>
          <a:xfrm>
            <a:off x="11022609" y="0"/>
            <a:ext cx="7265400" cy="5791200"/>
          </a:xfrm>
          <a:prstGeom prst="rect">
            <a:avLst/>
          </a:prstGeom>
          <a:gradFill>
            <a:gsLst>
              <a:gs pos="0">
                <a:srgbClr val="FE0000">
                  <a:alpha val="0"/>
                </a:srgbClr>
              </a:gs>
              <a:gs pos="36000">
                <a:srgbClr val="FE0000">
                  <a:alpha val="0"/>
                </a:srgbClr>
              </a:gs>
              <a:gs pos="100000">
                <a:srgbClr val="FE0000">
                  <a:alpha val="20000"/>
                </a:srgbClr>
              </a:gs>
            </a:gsLst>
            <a:lin ang="1890004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Lato"/>
              <a:ea typeface="Lato"/>
              <a:cs typeface="Lato"/>
              <a:sym typeface="Lato"/>
            </a:endParaRPr>
          </a:p>
        </p:txBody>
      </p:sp>
      <p:sp>
        <p:nvSpPr>
          <p:cNvPr id="22" name="Google Shape;22;p22"/>
          <p:cNvSpPr/>
          <p:nvPr/>
        </p:nvSpPr>
        <p:spPr>
          <a:xfrm>
            <a:off x="15632856" y="1270110"/>
            <a:ext cx="834271" cy="126492"/>
          </a:xfrm>
          <a:custGeom>
            <a:rect b="b" l="l" r="r" t="t"/>
            <a:pathLst>
              <a:path extrusionOk="0" h="84328" w="556181">
                <a:moveTo>
                  <a:pt x="514017" y="0"/>
                </a:moveTo>
                <a:cubicBezTo>
                  <a:pt x="537304" y="0"/>
                  <a:pt x="556181" y="18877"/>
                  <a:pt x="556181" y="42164"/>
                </a:cubicBezTo>
                <a:cubicBezTo>
                  <a:pt x="556181" y="65451"/>
                  <a:pt x="537304" y="84328"/>
                  <a:pt x="514017" y="84328"/>
                </a:cubicBezTo>
                <a:cubicBezTo>
                  <a:pt x="490730" y="84328"/>
                  <a:pt x="471853" y="65451"/>
                  <a:pt x="471853" y="42164"/>
                </a:cubicBezTo>
                <a:cubicBezTo>
                  <a:pt x="471853" y="18877"/>
                  <a:pt x="490730" y="0"/>
                  <a:pt x="514017" y="0"/>
                </a:cubicBezTo>
                <a:close/>
                <a:moveTo>
                  <a:pt x="356734" y="0"/>
                </a:moveTo>
                <a:cubicBezTo>
                  <a:pt x="380021" y="0"/>
                  <a:pt x="398898" y="18877"/>
                  <a:pt x="398898" y="42164"/>
                </a:cubicBezTo>
                <a:cubicBezTo>
                  <a:pt x="398898" y="65451"/>
                  <a:pt x="380021" y="84328"/>
                  <a:pt x="356734" y="84328"/>
                </a:cubicBezTo>
                <a:cubicBezTo>
                  <a:pt x="333447" y="84328"/>
                  <a:pt x="314570" y="65451"/>
                  <a:pt x="314570" y="42164"/>
                </a:cubicBezTo>
                <a:cubicBezTo>
                  <a:pt x="314570" y="18877"/>
                  <a:pt x="333447" y="0"/>
                  <a:pt x="356734" y="0"/>
                </a:cubicBezTo>
                <a:close/>
                <a:moveTo>
                  <a:pt x="199448" y="0"/>
                </a:moveTo>
                <a:cubicBezTo>
                  <a:pt x="222735" y="0"/>
                  <a:pt x="241612" y="18877"/>
                  <a:pt x="241612" y="42164"/>
                </a:cubicBezTo>
                <a:cubicBezTo>
                  <a:pt x="241612" y="65451"/>
                  <a:pt x="222735" y="84328"/>
                  <a:pt x="199448" y="84328"/>
                </a:cubicBezTo>
                <a:cubicBezTo>
                  <a:pt x="176161" y="84328"/>
                  <a:pt x="157284" y="65451"/>
                  <a:pt x="157284" y="42164"/>
                </a:cubicBezTo>
                <a:cubicBezTo>
                  <a:pt x="157284" y="18877"/>
                  <a:pt x="176161" y="0"/>
                  <a:pt x="199448" y="0"/>
                </a:cubicBezTo>
                <a:close/>
                <a:moveTo>
                  <a:pt x="42164" y="0"/>
                </a:moveTo>
                <a:cubicBezTo>
                  <a:pt x="65451" y="0"/>
                  <a:pt x="84328" y="18877"/>
                  <a:pt x="84328" y="42164"/>
                </a:cubicBezTo>
                <a:cubicBezTo>
                  <a:pt x="84328" y="65451"/>
                  <a:pt x="65451" y="84328"/>
                  <a:pt x="42164" y="84328"/>
                </a:cubicBezTo>
                <a:cubicBezTo>
                  <a:pt x="18877" y="84328"/>
                  <a:pt x="0" y="65451"/>
                  <a:pt x="0" y="42164"/>
                </a:cubicBezTo>
                <a:cubicBezTo>
                  <a:pt x="0" y="18877"/>
                  <a:pt x="18877" y="0"/>
                  <a:pt x="42164"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Lato"/>
              <a:ea typeface="Lato"/>
              <a:cs typeface="Lato"/>
              <a:sym typeface="Lato"/>
            </a:endParaRPr>
          </a:p>
        </p:txBody>
      </p:sp>
      <p:cxnSp>
        <p:nvCxnSpPr>
          <p:cNvPr id="23" name="Google Shape;23;p22"/>
          <p:cNvCxnSpPr/>
          <p:nvPr/>
        </p:nvCxnSpPr>
        <p:spPr>
          <a:xfrm rot="10800000">
            <a:off x="6959143" y="8924925"/>
            <a:ext cx="9253500" cy="0"/>
          </a:xfrm>
          <a:prstGeom prst="straightConnector1">
            <a:avLst/>
          </a:prstGeom>
          <a:noFill/>
          <a:ln cap="rnd" cmpd="sng" w="25400">
            <a:solidFill>
              <a:schemeClr val="accent1">
                <a:alpha val="20000"/>
              </a:schemeClr>
            </a:solidFill>
            <a:prstDash val="solid"/>
            <a:miter lim="800000"/>
            <a:headEnd len="sm" w="sm" type="none"/>
            <a:tailEnd len="sm" w="sm" type="none"/>
          </a:ln>
        </p:spPr>
      </p:cxnSp>
      <p:cxnSp>
        <p:nvCxnSpPr>
          <p:cNvPr id="24" name="Google Shape;24;p22"/>
          <p:cNvCxnSpPr/>
          <p:nvPr/>
        </p:nvCxnSpPr>
        <p:spPr>
          <a:xfrm rot="10800000">
            <a:off x="16372637" y="8924925"/>
            <a:ext cx="537300" cy="0"/>
          </a:xfrm>
          <a:prstGeom prst="straightConnector1">
            <a:avLst/>
          </a:prstGeom>
          <a:noFill/>
          <a:ln cap="rnd" cmpd="sng" w="25400">
            <a:solidFill>
              <a:schemeClr val="accent1">
                <a:alpha val="20000"/>
              </a:schemeClr>
            </a:solidFill>
            <a:prstDash val="solid"/>
            <a:miter lim="800000"/>
            <a:headEnd len="sm" w="sm" type="none"/>
            <a:tailEnd len="sm" w="sm" type="none"/>
          </a:ln>
        </p:spPr>
      </p:cxnSp>
      <p:cxnSp>
        <p:nvCxnSpPr>
          <p:cNvPr id="25" name="Google Shape;25;p22"/>
          <p:cNvCxnSpPr/>
          <p:nvPr/>
        </p:nvCxnSpPr>
        <p:spPr>
          <a:xfrm rot="10800000">
            <a:off x="17069867" y="8924925"/>
            <a:ext cx="203100" cy="0"/>
          </a:xfrm>
          <a:prstGeom prst="straightConnector1">
            <a:avLst/>
          </a:prstGeom>
          <a:noFill/>
          <a:ln cap="rnd" cmpd="sng" w="25400">
            <a:solidFill>
              <a:schemeClr val="accent1">
                <a:alpha val="20000"/>
              </a:schemeClr>
            </a:solidFill>
            <a:prstDash val="solid"/>
            <a:miter lim="800000"/>
            <a:headEnd len="sm" w="sm" type="none"/>
            <a:tailEnd len="sm" w="sm" type="none"/>
          </a:ln>
        </p:spPr>
      </p:cxnSp>
      <p:sp>
        <p:nvSpPr>
          <p:cNvPr id="26" name="Google Shape;26;p22"/>
          <p:cNvSpPr txBox="1"/>
          <p:nvPr>
            <p:ph type="ctrTitle"/>
          </p:nvPr>
        </p:nvSpPr>
        <p:spPr>
          <a:xfrm>
            <a:off x="5750243" y="3363278"/>
            <a:ext cx="10683300" cy="3853800"/>
          </a:xfrm>
          <a:prstGeom prst="rect">
            <a:avLst/>
          </a:prstGeom>
          <a:noFill/>
          <a:ln>
            <a:noFill/>
          </a:ln>
        </p:spPr>
        <p:txBody>
          <a:bodyPr anchorCtr="0" anchor="t" bIns="0" lIns="0" spcFirstLastPara="1" rIns="0" wrap="square" tIns="0">
            <a:normAutofit/>
          </a:bodyPr>
          <a:lstStyle>
            <a:lvl1pPr lvl="0" algn="r">
              <a:lnSpc>
                <a:spcPct val="100000"/>
              </a:lnSpc>
              <a:spcBef>
                <a:spcPts val="0"/>
              </a:spcBef>
              <a:spcAft>
                <a:spcPts val="0"/>
              </a:spcAft>
              <a:buClr>
                <a:schemeClr val="lt1"/>
              </a:buClr>
              <a:buSzPts val="7500"/>
              <a:buFont typeface="Manrope ExtraBold"/>
              <a:buNone/>
              <a:defRPr b="0" sz="7500">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2"/>
          <p:cNvSpPr txBox="1"/>
          <p:nvPr>
            <p:ph idx="1" type="subTitle"/>
          </p:nvPr>
        </p:nvSpPr>
        <p:spPr>
          <a:xfrm>
            <a:off x="5750109" y="1648845"/>
            <a:ext cx="10683600" cy="1458000"/>
          </a:xfrm>
          <a:prstGeom prst="rect">
            <a:avLst/>
          </a:prstGeom>
          <a:noFill/>
          <a:ln>
            <a:noFill/>
          </a:ln>
        </p:spPr>
        <p:txBody>
          <a:bodyPr anchorCtr="0" anchor="b" bIns="0" lIns="0" spcFirstLastPara="1" rIns="0" wrap="square" tIns="0">
            <a:normAutofit/>
          </a:bodyPr>
          <a:lstStyle>
            <a:lvl1pPr lvl="0" algn="r">
              <a:lnSpc>
                <a:spcPct val="100000"/>
              </a:lnSpc>
              <a:spcBef>
                <a:spcPts val="1500"/>
              </a:spcBef>
              <a:spcAft>
                <a:spcPts val="0"/>
              </a:spcAft>
              <a:buClr>
                <a:schemeClr val="lt1"/>
              </a:buClr>
              <a:buSzPts val="3600"/>
              <a:buNone/>
              <a:defRPr sz="3600">
                <a:solidFill>
                  <a:schemeClr val="lt1"/>
                </a:solidFill>
                <a:latin typeface="Manrope ExtraBold"/>
                <a:ea typeface="Manrope ExtraBold"/>
                <a:cs typeface="Manrope ExtraBold"/>
                <a:sym typeface="Manrope ExtraBold"/>
              </a:defRPr>
            </a:lvl1pPr>
            <a:lvl2pPr lvl="1" algn="ctr">
              <a:lnSpc>
                <a:spcPct val="130000"/>
              </a:lnSpc>
              <a:spcBef>
                <a:spcPts val="0"/>
              </a:spcBef>
              <a:spcAft>
                <a:spcPts val="0"/>
              </a:spcAft>
              <a:buClr>
                <a:srgbClr val="FEFEFE"/>
              </a:buClr>
              <a:buSzPts val="3000"/>
              <a:buNone/>
              <a:defRPr sz="3000">
                <a:latin typeface="Manrope ExtraBold"/>
                <a:ea typeface="Manrope ExtraBold"/>
                <a:cs typeface="Manrope ExtraBold"/>
                <a:sym typeface="Manrope ExtraBold"/>
              </a:defRPr>
            </a:lvl2pPr>
            <a:lvl3pPr lvl="2" algn="ctr">
              <a:lnSpc>
                <a:spcPct val="130000"/>
              </a:lnSpc>
              <a:spcBef>
                <a:spcPts val="0"/>
              </a:spcBef>
              <a:spcAft>
                <a:spcPts val="0"/>
              </a:spcAft>
              <a:buClr>
                <a:srgbClr val="FEFEFE"/>
              </a:buClr>
              <a:buSzPts val="2700"/>
              <a:buNone/>
              <a:defRPr sz="2700">
                <a:latin typeface="Manrope ExtraBold"/>
                <a:ea typeface="Manrope ExtraBold"/>
                <a:cs typeface="Manrope ExtraBold"/>
                <a:sym typeface="Manrope ExtraBold"/>
              </a:defRPr>
            </a:lvl3pPr>
            <a:lvl4pPr lvl="3" algn="ctr">
              <a:lnSpc>
                <a:spcPct val="130000"/>
              </a:lnSpc>
              <a:spcBef>
                <a:spcPts val="0"/>
              </a:spcBef>
              <a:spcAft>
                <a:spcPts val="0"/>
              </a:spcAft>
              <a:buClr>
                <a:srgbClr val="FEFEFE"/>
              </a:buClr>
              <a:buSzPts val="2400"/>
              <a:buNone/>
              <a:defRPr sz="2400">
                <a:latin typeface="Manrope ExtraBold"/>
                <a:ea typeface="Manrope ExtraBold"/>
                <a:cs typeface="Manrope ExtraBold"/>
                <a:sym typeface="Manrope ExtraBold"/>
              </a:defRPr>
            </a:lvl4pPr>
            <a:lvl5pPr lvl="4" algn="ctr">
              <a:lnSpc>
                <a:spcPct val="130000"/>
              </a:lnSpc>
              <a:spcBef>
                <a:spcPts val="0"/>
              </a:spcBef>
              <a:spcAft>
                <a:spcPts val="0"/>
              </a:spcAft>
              <a:buClr>
                <a:srgbClr val="FEFEFE"/>
              </a:buClr>
              <a:buSzPts val="2400"/>
              <a:buNone/>
              <a:defRPr sz="2400">
                <a:latin typeface="Manrope ExtraBold"/>
                <a:ea typeface="Manrope ExtraBold"/>
                <a:cs typeface="Manrope ExtraBold"/>
                <a:sym typeface="Manrope ExtraBold"/>
              </a:defRPr>
            </a:lvl5pPr>
            <a:lvl6pPr lvl="5" algn="ctr">
              <a:lnSpc>
                <a:spcPct val="90000"/>
              </a:lnSpc>
              <a:spcBef>
                <a:spcPts val="750"/>
              </a:spcBef>
              <a:spcAft>
                <a:spcPts val="0"/>
              </a:spcAft>
              <a:buClr>
                <a:schemeClr val="lt1"/>
              </a:buClr>
              <a:buSzPts val="2400"/>
              <a:buNone/>
              <a:defRPr sz="2400">
                <a:latin typeface="Manrope ExtraBold"/>
                <a:ea typeface="Manrope ExtraBold"/>
                <a:cs typeface="Manrope ExtraBold"/>
                <a:sym typeface="Manrope ExtraBold"/>
              </a:defRPr>
            </a:lvl6pPr>
            <a:lvl7pPr lvl="6" algn="ctr">
              <a:lnSpc>
                <a:spcPct val="90000"/>
              </a:lnSpc>
              <a:spcBef>
                <a:spcPts val="750"/>
              </a:spcBef>
              <a:spcAft>
                <a:spcPts val="0"/>
              </a:spcAft>
              <a:buClr>
                <a:schemeClr val="lt1"/>
              </a:buClr>
              <a:buSzPts val="2400"/>
              <a:buNone/>
              <a:defRPr sz="2400">
                <a:latin typeface="Manrope ExtraBold"/>
                <a:ea typeface="Manrope ExtraBold"/>
                <a:cs typeface="Manrope ExtraBold"/>
                <a:sym typeface="Manrope ExtraBold"/>
              </a:defRPr>
            </a:lvl7pPr>
            <a:lvl8pPr lvl="7" algn="ctr">
              <a:lnSpc>
                <a:spcPct val="90000"/>
              </a:lnSpc>
              <a:spcBef>
                <a:spcPts val="750"/>
              </a:spcBef>
              <a:spcAft>
                <a:spcPts val="0"/>
              </a:spcAft>
              <a:buClr>
                <a:schemeClr val="lt1"/>
              </a:buClr>
              <a:buSzPts val="2400"/>
              <a:buNone/>
              <a:defRPr sz="2400">
                <a:latin typeface="Manrope ExtraBold"/>
                <a:ea typeface="Manrope ExtraBold"/>
                <a:cs typeface="Manrope ExtraBold"/>
                <a:sym typeface="Manrope ExtraBold"/>
              </a:defRPr>
            </a:lvl8pPr>
            <a:lvl9pPr lvl="8" algn="ctr">
              <a:lnSpc>
                <a:spcPct val="90000"/>
              </a:lnSpc>
              <a:spcBef>
                <a:spcPts val="750"/>
              </a:spcBef>
              <a:spcAft>
                <a:spcPts val="0"/>
              </a:spcAft>
              <a:buClr>
                <a:schemeClr val="lt1"/>
              </a:buClr>
              <a:buSzPts val="2400"/>
              <a:buNone/>
              <a:defRPr sz="2400">
                <a:latin typeface="Manrope ExtraBold"/>
                <a:ea typeface="Manrope ExtraBold"/>
                <a:cs typeface="Manrope ExtraBold"/>
                <a:sym typeface="Manrope ExtraBold"/>
              </a:defRPr>
            </a:lvl9pPr>
          </a:lstStyle>
          <a:p/>
        </p:txBody>
      </p:sp>
      <p:sp>
        <p:nvSpPr>
          <p:cNvPr id="28" name="Google Shape;28;p22"/>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2" type="sldNum"/>
          </p:nvPr>
        </p:nvSpPr>
        <p:spPr>
          <a:xfrm>
            <a:off x="12915900"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22"/>
          <p:cNvSpPr txBox="1"/>
          <p:nvPr>
            <p:ph idx="2" type="body"/>
          </p:nvPr>
        </p:nvSpPr>
        <p:spPr>
          <a:xfrm>
            <a:off x="12397551" y="7382100"/>
            <a:ext cx="4036200" cy="818400"/>
          </a:xfrm>
          <a:prstGeom prst="rect">
            <a:avLst/>
          </a:prstGeom>
          <a:gradFill>
            <a:gsLst>
              <a:gs pos="0">
                <a:srgbClr val="FE0000">
                  <a:alpha val="0"/>
                </a:srgbClr>
              </a:gs>
              <a:gs pos="100000">
                <a:srgbClr val="FE0000">
                  <a:alpha val="40000"/>
                </a:srgbClr>
              </a:gs>
            </a:gsLst>
            <a:lin ang="0" scaled="0"/>
          </a:gradFill>
          <a:ln cap="flat" cmpd="sng" w="9525">
            <a:solidFill>
              <a:schemeClr val="accent1">
                <a:alpha val="9800"/>
              </a:schemeClr>
            </a:solidFill>
            <a:prstDash val="solid"/>
            <a:round/>
            <a:headEnd len="sm" w="sm" type="none"/>
            <a:tailEnd len="sm" w="sm" type="none"/>
          </a:ln>
        </p:spPr>
        <p:txBody>
          <a:bodyPr anchorCtr="0" anchor="ctr" bIns="0" lIns="0" spcFirstLastPara="1" rIns="540000" wrap="square" tIns="0">
            <a:normAutofit/>
          </a:bodyPr>
          <a:lstStyle>
            <a:lvl1pPr indent="-228600" lvl="0" marL="457200" algn="r">
              <a:lnSpc>
                <a:spcPct val="100000"/>
              </a:lnSpc>
              <a:spcBef>
                <a:spcPts val="1500"/>
              </a:spcBef>
              <a:spcAft>
                <a:spcPts val="0"/>
              </a:spcAft>
              <a:buClr>
                <a:schemeClr val="lt1"/>
              </a:buClr>
              <a:buSzPts val="2400"/>
              <a:buNone/>
              <a:defRPr sz="2400">
                <a:latin typeface="Lato"/>
                <a:ea typeface="Lato"/>
                <a:cs typeface="Lato"/>
                <a:sym typeface="Lato"/>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750"/>
              </a:spcBef>
              <a:spcAft>
                <a:spcPts val="0"/>
              </a:spcAft>
              <a:buClr>
                <a:schemeClr val="lt1"/>
              </a:buClr>
              <a:buSzPts val="1800"/>
              <a:buChar char="•"/>
              <a:defRPr/>
            </a:lvl6pPr>
            <a:lvl7pPr indent="-342900" lvl="6" marL="3200400" algn="l">
              <a:lnSpc>
                <a:spcPct val="90000"/>
              </a:lnSpc>
              <a:spcBef>
                <a:spcPts val="750"/>
              </a:spcBef>
              <a:spcAft>
                <a:spcPts val="0"/>
              </a:spcAft>
              <a:buClr>
                <a:schemeClr val="lt1"/>
              </a:buClr>
              <a:buSzPts val="1800"/>
              <a:buChar char="•"/>
              <a:defRPr/>
            </a:lvl7pPr>
            <a:lvl8pPr indent="-342900" lvl="7" marL="3657600" algn="l">
              <a:lnSpc>
                <a:spcPct val="90000"/>
              </a:lnSpc>
              <a:spcBef>
                <a:spcPts val="750"/>
              </a:spcBef>
              <a:spcAft>
                <a:spcPts val="0"/>
              </a:spcAft>
              <a:buClr>
                <a:schemeClr val="lt1"/>
              </a:buClr>
              <a:buSzPts val="1800"/>
              <a:buChar char="•"/>
              <a:defRPr/>
            </a:lvl8pPr>
            <a:lvl9pPr indent="-342900" lvl="8" marL="4114800" algn="l">
              <a:lnSpc>
                <a:spcPct val="90000"/>
              </a:lnSpc>
              <a:spcBef>
                <a:spcPts val="750"/>
              </a:spcBef>
              <a:spcAft>
                <a:spcPts val="0"/>
              </a:spcAft>
              <a:buClr>
                <a:schemeClr val="lt1"/>
              </a:buClr>
              <a:buSzPts val="1800"/>
              <a:buChar char="•"/>
              <a:defRPr/>
            </a:lvl9pPr>
          </a:lstStyle>
          <a:p/>
        </p:txBody>
      </p:sp>
      <p:sp>
        <p:nvSpPr>
          <p:cNvPr id="32" name="Google Shape;32;p22"/>
          <p:cNvSpPr/>
          <p:nvPr/>
        </p:nvSpPr>
        <p:spPr>
          <a:xfrm rot="10800000">
            <a:off x="15909452" y="8095897"/>
            <a:ext cx="468843" cy="104640"/>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1">
              <a:alpha val="6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Lato"/>
              <a:ea typeface="Lato"/>
              <a:cs typeface="Lato"/>
              <a:sym typeface="Lato"/>
            </a:endParaRPr>
          </a:p>
        </p:txBody>
      </p:sp>
      <p:sp>
        <p:nvSpPr>
          <p:cNvPr id="33" name="Google Shape;33;p22"/>
          <p:cNvSpPr/>
          <p:nvPr/>
        </p:nvSpPr>
        <p:spPr>
          <a:xfrm>
            <a:off x="0" y="690659"/>
            <a:ext cx="4453001" cy="8905685"/>
          </a:xfrm>
          <a:custGeom>
            <a:rect b="b" l="l" r="r" t="t"/>
            <a:pathLst>
              <a:path extrusionOk="0" h="5937123" w="2968667">
                <a:moveTo>
                  <a:pt x="0" y="0"/>
                </a:moveTo>
                <a:lnTo>
                  <a:pt x="2968459" y="2968457"/>
                </a:lnTo>
                <a:lnTo>
                  <a:pt x="2968667" y="2968457"/>
                </a:lnTo>
                <a:lnTo>
                  <a:pt x="0" y="5937123"/>
                </a:lnTo>
                <a:lnTo>
                  <a:pt x="0" y="4759980"/>
                </a:lnTo>
                <a:lnTo>
                  <a:pt x="1791524" y="2968457"/>
                </a:lnTo>
                <a:lnTo>
                  <a:pt x="0" y="1176935"/>
                </a:lnTo>
                <a:close/>
              </a:path>
            </a:pathLst>
          </a:custGeom>
          <a:gradFill>
            <a:gsLst>
              <a:gs pos="0">
                <a:srgbClr val="FE0000">
                  <a:alpha val="40000"/>
                </a:srgbClr>
              </a:gs>
              <a:gs pos="100000">
                <a:srgbClr val="FE0000">
                  <a:alpha val="0"/>
                </a:srgbClr>
              </a:gs>
            </a:gsLst>
            <a:lin ang="16200038"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b="0" i="0" sz="2700" u="none" cap="none" strike="noStrike">
              <a:solidFill>
                <a:schemeClr val="lt1"/>
              </a:solidFill>
              <a:latin typeface="Lato"/>
              <a:ea typeface="Lato"/>
              <a:cs typeface="Lato"/>
              <a:sym typeface="Lato"/>
            </a:endParaRPr>
          </a:p>
        </p:txBody>
      </p:sp>
      <p:cxnSp>
        <p:nvCxnSpPr>
          <p:cNvPr id="34" name="Google Shape;34;p22"/>
          <p:cNvCxnSpPr/>
          <p:nvPr/>
        </p:nvCxnSpPr>
        <p:spPr>
          <a:xfrm>
            <a:off x="2143895" y="1049793"/>
            <a:ext cx="3311100" cy="3311100"/>
          </a:xfrm>
          <a:prstGeom prst="straightConnector1">
            <a:avLst/>
          </a:prstGeom>
          <a:noFill/>
          <a:ln cap="flat" cmpd="sng" w="22225">
            <a:solidFill>
              <a:schemeClr val="accent1"/>
            </a:solidFill>
            <a:prstDash val="solid"/>
            <a:miter lim="800000"/>
            <a:headEnd len="sm" w="sm" type="none"/>
            <a:tailEnd len="sm" w="sm" type="none"/>
          </a:ln>
        </p:spPr>
      </p:cxnSp>
      <p:cxnSp>
        <p:nvCxnSpPr>
          <p:cNvPr id="35" name="Google Shape;35;p22"/>
          <p:cNvCxnSpPr/>
          <p:nvPr/>
        </p:nvCxnSpPr>
        <p:spPr>
          <a:xfrm>
            <a:off x="1848678" y="1049793"/>
            <a:ext cx="3311100" cy="3311100"/>
          </a:xfrm>
          <a:prstGeom prst="straightConnector1">
            <a:avLst/>
          </a:prstGeom>
          <a:noFill/>
          <a:ln cap="flat" cmpd="sng" w="22225">
            <a:solidFill>
              <a:schemeClr val="accent1"/>
            </a:solidFill>
            <a:prstDash val="solid"/>
            <a:miter lim="800000"/>
            <a:headEnd len="sm" w="sm" type="none"/>
            <a:tailEnd len="sm" w="sm" type="none"/>
          </a:ln>
        </p:spPr>
      </p:cxnSp>
      <p:cxnSp>
        <p:nvCxnSpPr>
          <p:cNvPr id="36" name="Google Shape;36;p22"/>
          <p:cNvCxnSpPr/>
          <p:nvPr/>
        </p:nvCxnSpPr>
        <p:spPr>
          <a:xfrm>
            <a:off x="1553460" y="1049793"/>
            <a:ext cx="3311100" cy="3311100"/>
          </a:xfrm>
          <a:prstGeom prst="straightConnector1">
            <a:avLst/>
          </a:prstGeom>
          <a:noFill/>
          <a:ln cap="flat" cmpd="sng" w="22225">
            <a:solidFill>
              <a:schemeClr val="accent1"/>
            </a:solidFill>
            <a:prstDash val="solid"/>
            <a:miter lim="800000"/>
            <a:headEnd len="sm" w="sm" type="none"/>
            <a:tailEnd len="sm" w="sm" type="none"/>
          </a:ln>
        </p:spPr>
      </p:cxnSp>
      <p:cxnSp>
        <p:nvCxnSpPr>
          <p:cNvPr id="37" name="Google Shape;37;p22"/>
          <p:cNvCxnSpPr/>
          <p:nvPr/>
        </p:nvCxnSpPr>
        <p:spPr>
          <a:xfrm flipH="1" rot="10800000">
            <a:off x="2143895" y="5943242"/>
            <a:ext cx="3311100" cy="3311100"/>
          </a:xfrm>
          <a:prstGeom prst="straightConnector1">
            <a:avLst/>
          </a:prstGeom>
          <a:noFill/>
          <a:ln cap="flat" cmpd="sng" w="22225">
            <a:solidFill>
              <a:schemeClr val="accent1"/>
            </a:solidFill>
            <a:prstDash val="solid"/>
            <a:miter lim="800000"/>
            <a:headEnd len="sm" w="sm" type="none"/>
            <a:tailEnd len="sm" w="sm" type="none"/>
          </a:ln>
        </p:spPr>
      </p:cxnSp>
      <p:cxnSp>
        <p:nvCxnSpPr>
          <p:cNvPr id="38" name="Google Shape;38;p22"/>
          <p:cNvCxnSpPr/>
          <p:nvPr/>
        </p:nvCxnSpPr>
        <p:spPr>
          <a:xfrm flipH="1" rot="10800000">
            <a:off x="1848678" y="5943242"/>
            <a:ext cx="3311100" cy="3311100"/>
          </a:xfrm>
          <a:prstGeom prst="straightConnector1">
            <a:avLst/>
          </a:prstGeom>
          <a:noFill/>
          <a:ln cap="flat" cmpd="sng" w="22225">
            <a:solidFill>
              <a:schemeClr val="accent1"/>
            </a:solidFill>
            <a:prstDash val="solid"/>
            <a:miter lim="800000"/>
            <a:headEnd len="sm" w="sm" type="none"/>
            <a:tailEnd len="sm" w="sm" type="none"/>
          </a:ln>
        </p:spPr>
      </p:cxnSp>
      <p:cxnSp>
        <p:nvCxnSpPr>
          <p:cNvPr id="39" name="Google Shape;39;p22"/>
          <p:cNvCxnSpPr/>
          <p:nvPr/>
        </p:nvCxnSpPr>
        <p:spPr>
          <a:xfrm flipH="1" rot="10800000">
            <a:off x="1553460" y="5943242"/>
            <a:ext cx="3311100" cy="3311100"/>
          </a:xfrm>
          <a:prstGeom prst="straightConnector1">
            <a:avLst/>
          </a:prstGeom>
          <a:noFill/>
          <a:ln cap="flat" cmpd="sng" w="22225">
            <a:solidFill>
              <a:schemeClr val="accent1"/>
            </a:solidFill>
            <a:prstDash val="solid"/>
            <a:miter lim="800000"/>
            <a:headEnd len="sm" w="sm" type="none"/>
            <a:tailEnd len="sm" w="sm" type="none"/>
          </a:ln>
        </p:spPr>
      </p:cxnSp>
      <p:sp>
        <p:nvSpPr>
          <p:cNvPr id="40" name="Google Shape;40;p22"/>
          <p:cNvSpPr/>
          <p:nvPr/>
        </p:nvSpPr>
        <p:spPr>
          <a:xfrm>
            <a:off x="0" y="4311972"/>
            <a:ext cx="831531" cy="1663056"/>
          </a:xfrm>
          <a:custGeom>
            <a:rect b="b" l="l" r="r" t="t"/>
            <a:pathLst>
              <a:path extrusionOk="0" h="1108704" w="554354">
                <a:moveTo>
                  <a:pt x="0" y="0"/>
                </a:moveTo>
                <a:lnTo>
                  <a:pt x="554354" y="554352"/>
                </a:lnTo>
                <a:lnTo>
                  <a:pt x="0" y="1108704"/>
                </a:lnTo>
                <a:close/>
              </a:path>
            </a:pathLst>
          </a:custGeom>
          <a:solidFill>
            <a:schemeClr val="accent1">
              <a:alpha val="80000"/>
            </a:schemeClr>
          </a:soli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b="0" i="0" sz="2700" u="none" cap="none" strike="noStrike">
              <a:solidFill>
                <a:schemeClr val="lt1"/>
              </a:solidFill>
              <a:latin typeface="Lato"/>
              <a:ea typeface="Lato"/>
              <a:cs typeface="Lato"/>
              <a:sym typeface="Lato"/>
            </a:endParaRPr>
          </a:p>
        </p:txBody>
      </p:sp>
      <p:sp>
        <p:nvSpPr>
          <p:cNvPr id="41" name="Google Shape;41;p22"/>
          <p:cNvSpPr/>
          <p:nvPr/>
        </p:nvSpPr>
        <p:spPr>
          <a:xfrm>
            <a:off x="0" y="2005802"/>
            <a:ext cx="3137811" cy="6275399"/>
          </a:xfrm>
          <a:custGeom>
            <a:rect b="b" l="l" r="r" t="t"/>
            <a:pathLst>
              <a:path extrusionOk="0" h="4183599" w="2091874">
                <a:moveTo>
                  <a:pt x="0" y="0"/>
                </a:moveTo>
                <a:lnTo>
                  <a:pt x="2091727" y="2091726"/>
                </a:lnTo>
                <a:lnTo>
                  <a:pt x="2091874" y="2091726"/>
                </a:lnTo>
                <a:lnTo>
                  <a:pt x="0" y="4183599"/>
                </a:lnTo>
                <a:lnTo>
                  <a:pt x="0" y="3354124"/>
                </a:lnTo>
                <a:lnTo>
                  <a:pt x="1262398" y="2091726"/>
                </a:lnTo>
                <a:lnTo>
                  <a:pt x="0" y="829327"/>
                </a:lnTo>
                <a:close/>
              </a:path>
            </a:pathLst>
          </a:custGeom>
          <a:gradFill>
            <a:gsLst>
              <a:gs pos="0">
                <a:schemeClr val="accent1"/>
              </a:gs>
              <a:gs pos="100000">
                <a:srgbClr val="FE0000">
                  <a:alpha val="0"/>
                </a:srgbClr>
              </a:gs>
            </a:gsLst>
            <a:lin ang="16200038"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b="0" i="0" sz="2700" u="none" cap="none" strike="noStrike">
              <a:solidFill>
                <a:schemeClr val="lt1"/>
              </a:solidFill>
              <a:latin typeface="Lato"/>
              <a:ea typeface="Lato"/>
              <a:cs typeface="Lato"/>
              <a:sym typeface="Lato"/>
            </a:endParaRPr>
          </a:p>
        </p:txBody>
      </p:sp>
      <p:sp>
        <p:nvSpPr>
          <p:cNvPr id="42" name="Google Shape;42;p22"/>
          <p:cNvSpPr/>
          <p:nvPr/>
        </p:nvSpPr>
        <p:spPr>
          <a:xfrm>
            <a:off x="0" y="0"/>
            <a:ext cx="5154820" cy="10289372"/>
          </a:xfrm>
          <a:custGeom>
            <a:rect b="b" l="l" r="r" t="t"/>
            <a:pathLst>
              <a:path extrusionOk="0" h="6871033" w="3436547">
                <a:moveTo>
                  <a:pt x="1" y="0"/>
                </a:moveTo>
                <a:lnTo>
                  <a:pt x="3436547" y="3435516"/>
                </a:lnTo>
                <a:lnTo>
                  <a:pt x="1" y="6871033"/>
                </a:lnTo>
                <a:lnTo>
                  <a:pt x="0" y="6871032"/>
                </a:lnTo>
                <a:lnTo>
                  <a:pt x="0" y="6041558"/>
                </a:lnTo>
                <a:lnTo>
                  <a:pt x="1" y="6041559"/>
                </a:lnTo>
                <a:lnTo>
                  <a:pt x="2606778" y="3435516"/>
                </a:lnTo>
                <a:lnTo>
                  <a:pt x="1" y="829475"/>
                </a:lnTo>
                <a:lnTo>
                  <a:pt x="0" y="829476"/>
                </a:lnTo>
                <a:lnTo>
                  <a:pt x="0" y="1"/>
                </a:lnTo>
                <a:close/>
              </a:path>
            </a:pathLst>
          </a:custGeom>
          <a:gradFill>
            <a:gsLst>
              <a:gs pos="0">
                <a:schemeClr val="accent1"/>
              </a:gs>
              <a:gs pos="86000">
                <a:srgbClr val="FE0000">
                  <a:alpha val="0"/>
                </a:srgbClr>
              </a:gs>
              <a:gs pos="100000">
                <a:srgbClr val="FE0000">
                  <a:alpha val="0"/>
                </a:srgbClr>
              </a:gs>
            </a:gsLst>
            <a:lin ang="5400012" scaled="0"/>
          </a:gradFill>
          <a:ln cap="flat" cmpd="sng" w="19050">
            <a:solidFill>
              <a:schemeClr val="accent1"/>
            </a:solidFill>
            <a:prstDash val="solid"/>
            <a:miter lim="800000"/>
            <a:headEnd len="sm" w="sm" type="none"/>
            <a:tailEnd len="sm" w="sm" type="none"/>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b="0" i="0" sz="2700" u="none" cap="none" strike="noStrike">
              <a:solidFill>
                <a:schemeClr val="lt1"/>
              </a:solidFill>
              <a:latin typeface="Lato"/>
              <a:ea typeface="Lato"/>
              <a:cs typeface="Lato"/>
              <a:sym typeface="Lato"/>
            </a:endParaRPr>
          </a:p>
        </p:txBody>
      </p:sp>
      <p:sp>
        <p:nvSpPr>
          <p:cNvPr id="43" name="Google Shape;43;p22"/>
          <p:cNvSpPr/>
          <p:nvPr/>
        </p:nvSpPr>
        <p:spPr>
          <a:xfrm>
            <a:off x="2202860" y="0"/>
            <a:ext cx="7442510" cy="10286999"/>
          </a:xfrm>
          <a:custGeom>
            <a:rect b="b" l="l" r="r" t="t"/>
            <a:pathLst>
              <a:path extrusionOk="0" h="6857999" w="4961673">
                <a:moveTo>
                  <a:pt x="13037" y="0"/>
                </a:moveTo>
                <a:lnTo>
                  <a:pt x="1531645" y="0"/>
                </a:lnTo>
                <a:lnTo>
                  <a:pt x="4961673" y="3422495"/>
                </a:lnTo>
                <a:lnTo>
                  <a:pt x="1518608" y="6857999"/>
                </a:lnTo>
                <a:lnTo>
                  <a:pt x="0" y="6857999"/>
                </a:lnTo>
                <a:lnTo>
                  <a:pt x="3443005" y="3422495"/>
                </a:lnTo>
                <a:close/>
              </a:path>
            </a:pathLst>
          </a:custGeom>
          <a:gradFill>
            <a:gsLst>
              <a:gs pos="0">
                <a:srgbClr val="FE0000">
                  <a:alpha val="20000"/>
                </a:srgbClr>
              </a:gs>
              <a:gs pos="18000">
                <a:srgbClr val="FE0000">
                  <a:alpha val="20000"/>
                </a:srgbClr>
              </a:gs>
              <a:gs pos="73000">
                <a:srgbClr val="FE0000">
                  <a:alpha val="0"/>
                </a:srgbClr>
              </a:gs>
              <a:gs pos="100000">
                <a:srgbClr val="FE0000">
                  <a:alpha val="0"/>
                </a:srgbClr>
              </a:gs>
            </a:gsLst>
            <a:lin ang="0"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b="0" i="0" sz="2700" u="none" cap="none" strike="noStrike">
              <a:solidFill>
                <a:schemeClr val="lt1"/>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talog Slide" showMasterSp="0">
  <p:cSld name="Catalog Slide">
    <p:spTree>
      <p:nvGrpSpPr>
        <p:cNvPr id="44" name="Shape 44"/>
        <p:cNvGrpSpPr/>
        <p:nvPr/>
      </p:nvGrpSpPr>
      <p:grpSpPr>
        <a:xfrm>
          <a:off x="0" y="0"/>
          <a:ext cx="0" cy="0"/>
          <a:chOff x="0" y="0"/>
          <a:chExt cx="0" cy="0"/>
        </a:xfrm>
      </p:grpSpPr>
      <p:sp>
        <p:nvSpPr>
          <p:cNvPr id="45" name="Google Shape;45;p23"/>
          <p:cNvSpPr/>
          <p:nvPr/>
        </p:nvSpPr>
        <p:spPr>
          <a:xfrm>
            <a:off x="0" y="0"/>
            <a:ext cx="18288000"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46" name="Google Shape;46;p23"/>
          <p:cNvSpPr/>
          <p:nvPr/>
        </p:nvSpPr>
        <p:spPr>
          <a:xfrm>
            <a:off x="11022609" y="0"/>
            <a:ext cx="7265400" cy="5791200"/>
          </a:xfrm>
          <a:prstGeom prst="rect">
            <a:avLst/>
          </a:prstGeom>
          <a:gradFill>
            <a:gsLst>
              <a:gs pos="0">
                <a:srgbClr val="FE0000">
                  <a:alpha val="0"/>
                </a:srgbClr>
              </a:gs>
              <a:gs pos="36000">
                <a:srgbClr val="FE0000">
                  <a:alpha val="0"/>
                </a:srgbClr>
              </a:gs>
              <a:gs pos="100000">
                <a:srgbClr val="FE0000">
                  <a:alpha val="20000"/>
                </a:srgbClr>
              </a:gs>
            </a:gsLst>
            <a:lin ang="1890004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47" name="Google Shape;47;p23"/>
          <p:cNvSpPr/>
          <p:nvPr/>
        </p:nvSpPr>
        <p:spPr>
          <a:xfrm>
            <a:off x="15259050" y="80214"/>
            <a:ext cx="3031842" cy="3032751"/>
          </a:xfrm>
          <a:custGeom>
            <a:rect b="b" l="l" r="r" t="t"/>
            <a:pathLst>
              <a:path extrusionOk="0" h="3436545" w="3435515">
                <a:moveTo>
                  <a:pt x="1" y="0"/>
                </a:moveTo>
                <a:lnTo>
                  <a:pt x="829476" y="0"/>
                </a:lnTo>
                <a:lnTo>
                  <a:pt x="829475" y="1"/>
                </a:lnTo>
                <a:lnTo>
                  <a:pt x="3435515" y="2606776"/>
                </a:lnTo>
                <a:lnTo>
                  <a:pt x="3435515" y="3436545"/>
                </a:lnTo>
                <a:lnTo>
                  <a:pt x="0" y="1"/>
                </a:lnTo>
                <a:close/>
              </a:path>
            </a:pathLst>
          </a:custGeom>
          <a:gradFill>
            <a:gsLst>
              <a:gs pos="0">
                <a:srgbClr val="FE0000">
                  <a:alpha val="69804"/>
                </a:srgbClr>
              </a:gs>
              <a:gs pos="11000">
                <a:srgbClr val="FE0000">
                  <a:alpha val="69804"/>
                </a:srgbClr>
              </a:gs>
              <a:gs pos="79000">
                <a:srgbClr val="FE0000">
                  <a:alpha val="0"/>
                </a:srgbClr>
              </a:gs>
              <a:gs pos="100000">
                <a:srgbClr val="FE0000">
                  <a:alpha val="0"/>
                </a:srgbClr>
              </a:gs>
            </a:gsLst>
            <a:lin ang="10800025"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cxnSp>
        <p:nvCxnSpPr>
          <p:cNvPr id="48" name="Google Shape;48;p23"/>
          <p:cNvCxnSpPr/>
          <p:nvPr/>
        </p:nvCxnSpPr>
        <p:spPr>
          <a:xfrm flipH="1" rot="-5400000">
            <a:off x="15622053" y="1054697"/>
            <a:ext cx="1946100" cy="1946100"/>
          </a:xfrm>
          <a:prstGeom prst="straightConnector1">
            <a:avLst/>
          </a:prstGeom>
          <a:noFill/>
          <a:ln cap="flat" cmpd="sng" w="15875">
            <a:solidFill>
              <a:schemeClr val="accent1">
                <a:alpha val="69800"/>
              </a:schemeClr>
            </a:solidFill>
            <a:prstDash val="solid"/>
            <a:miter lim="800000"/>
            <a:headEnd len="sm" w="sm" type="none"/>
            <a:tailEnd len="sm" w="sm" type="none"/>
          </a:ln>
        </p:spPr>
      </p:cxnSp>
      <p:cxnSp>
        <p:nvCxnSpPr>
          <p:cNvPr id="49" name="Google Shape;49;p23"/>
          <p:cNvCxnSpPr/>
          <p:nvPr/>
        </p:nvCxnSpPr>
        <p:spPr>
          <a:xfrm flipH="1" rot="-5400000">
            <a:off x="15622053" y="881175"/>
            <a:ext cx="1946100" cy="1946100"/>
          </a:xfrm>
          <a:prstGeom prst="straightConnector1">
            <a:avLst/>
          </a:prstGeom>
          <a:noFill/>
          <a:ln cap="flat" cmpd="sng" w="15875">
            <a:solidFill>
              <a:schemeClr val="accent1">
                <a:alpha val="69800"/>
              </a:schemeClr>
            </a:solidFill>
            <a:prstDash val="solid"/>
            <a:miter lim="800000"/>
            <a:headEnd len="sm" w="sm" type="none"/>
            <a:tailEnd len="sm" w="sm" type="none"/>
          </a:ln>
        </p:spPr>
      </p:cxnSp>
      <p:cxnSp>
        <p:nvCxnSpPr>
          <p:cNvPr id="50" name="Google Shape;50;p23"/>
          <p:cNvCxnSpPr/>
          <p:nvPr/>
        </p:nvCxnSpPr>
        <p:spPr>
          <a:xfrm flipH="1" rot="-5400000">
            <a:off x="15649920" y="713367"/>
            <a:ext cx="1946100" cy="1946100"/>
          </a:xfrm>
          <a:prstGeom prst="straightConnector1">
            <a:avLst/>
          </a:prstGeom>
          <a:noFill/>
          <a:ln cap="flat" cmpd="sng" w="15875">
            <a:solidFill>
              <a:schemeClr val="accent1">
                <a:alpha val="69800"/>
              </a:schemeClr>
            </a:solidFill>
            <a:prstDash val="solid"/>
            <a:miter lim="800000"/>
            <a:headEnd len="sm" w="sm" type="none"/>
            <a:tailEnd len="sm" w="sm" type="none"/>
          </a:ln>
        </p:spPr>
      </p:cxnSp>
      <p:sp>
        <p:nvSpPr>
          <p:cNvPr id="51" name="Google Shape;51;p23"/>
          <p:cNvSpPr/>
          <p:nvPr/>
        </p:nvSpPr>
        <p:spPr>
          <a:xfrm>
            <a:off x="15520220" y="0"/>
            <a:ext cx="2671165" cy="2671967"/>
          </a:xfrm>
          <a:custGeom>
            <a:rect b="b" l="l" r="r" t="t"/>
            <a:pathLst>
              <a:path extrusionOk="0" h="2385685" w="2384969">
                <a:moveTo>
                  <a:pt x="1" y="0"/>
                </a:moveTo>
                <a:lnTo>
                  <a:pt x="653123" y="0"/>
                </a:lnTo>
                <a:lnTo>
                  <a:pt x="653122" y="1"/>
                </a:lnTo>
                <a:lnTo>
                  <a:pt x="2384969" y="1732337"/>
                </a:lnTo>
                <a:lnTo>
                  <a:pt x="2384969" y="2385685"/>
                </a:lnTo>
                <a:lnTo>
                  <a:pt x="0" y="1"/>
                </a:lnTo>
                <a:close/>
              </a:path>
            </a:pathLst>
          </a:custGeom>
          <a:gradFill>
            <a:gsLst>
              <a:gs pos="0">
                <a:srgbClr val="FE0000">
                  <a:alpha val="69804"/>
                </a:srgbClr>
              </a:gs>
              <a:gs pos="9000">
                <a:srgbClr val="FE0000">
                  <a:alpha val="69804"/>
                </a:srgbClr>
              </a:gs>
              <a:gs pos="79000">
                <a:srgbClr val="FE0000">
                  <a:alpha val="0"/>
                </a:srgbClr>
              </a:gs>
              <a:gs pos="100000">
                <a:srgbClr val="FE0000">
                  <a:alpha val="0"/>
                </a:srgbClr>
              </a:gs>
            </a:gsLst>
            <a:lin ang="5400012"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52" name="Google Shape;52;p23"/>
          <p:cNvSpPr txBox="1"/>
          <p:nvPr>
            <p:ph type="title"/>
          </p:nvPr>
        </p:nvSpPr>
        <p:spPr>
          <a:xfrm>
            <a:off x="1298258" y="847725"/>
            <a:ext cx="8501100" cy="16221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9000"/>
              <a:buFont typeface="Manrope ExtraBold"/>
              <a:buNone/>
              <a:defRPr b="0" sz="9000">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3"/>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3"/>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3"/>
          <p:cNvSpPr txBox="1"/>
          <p:nvPr>
            <p:ph idx="12" type="sldNum"/>
          </p:nvPr>
        </p:nvSpPr>
        <p:spPr>
          <a:xfrm>
            <a:off x="13130975"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6" name="Shape 56"/>
        <p:cNvGrpSpPr/>
        <p:nvPr/>
      </p:nvGrpSpPr>
      <p:grpSpPr>
        <a:xfrm>
          <a:off x="0" y="0"/>
          <a:ext cx="0" cy="0"/>
          <a:chOff x="0" y="0"/>
          <a:chExt cx="0" cy="0"/>
        </a:xfrm>
      </p:grpSpPr>
      <p:sp>
        <p:nvSpPr>
          <p:cNvPr id="57" name="Google Shape;57;p24"/>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4"/>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2" type="sldNum"/>
          </p:nvPr>
        </p:nvSpPr>
        <p:spPr>
          <a:xfrm>
            <a:off x="13130975"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p25"/>
          <p:cNvSpPr txBox="1"/>
          <p:nvPr>
            <p:ph type="title"/>
          </p:nvPr>
        </p:nvSpPr>
        <p:spPr>
          <a:xfrm>
            <a:off x="1043940" y="540000"/>
            <a:ext cx="16200000" cy="1080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4800"/>
              <a:buFont typeface="Manrope ExtraBold"/>
              <a:buNone/>
              <a:defRPr>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5"/>
          <p:cNvSpPr txBox="1"/>
          <p:nvPr>
            <p:ph idx="1" type="body"/>
          </p:nvPr>
        </p:nvSpPr>
        <p:spPr>
          <a:xfrm>
            <a:off x="1043940" y="1952624"/>
            <a:ext cx="16200000" cy="7310400"/>
          </a:xfrm>
          <a:prstGeom prst="rect">
            <a:avLst/>
          </a:prstGeom>
          <a:noFill/>
          <a:ln>
            <a:noFill/>
          </a:ln>
        </p:spPr>
        <p:txBody>
          <a:bodyPr anchorCtr="0" anchor="t" bIns="0" lIns="0" spcFirstLastPara="1" rIns="0" wrap="square" tIns="0">
            <a:normAutofit/>
          </a:bodyPr>
          <a:lstStyle>
            <a:lvl1pPr indent="-457200" lvl="0" marL="457200" algn="l">
              <a:lnSpc>
                <a:spcPct val="130000"/>
              </a:lnSpc>
              <a:spcBef>
                <a:spcPts val="1500"/>
              </a:spcBef>
              <a:spcAft>
                <a:spcPts val="0"/>
              </a:spcAft>
              <a:buClr>
                <a:schemeClr val="lt1"/>
              </a:buClr>
              <a:buSzPts val="3600"/>
              <a:buChar char="•"/>
              <a:defRPr>
                <a:latin typeface="Lato"/>
                <a:ea typeface="Lato"/>
                <a:cs typeface="Lato"/>
                <a:sym typeface="Lato"/>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750"/>
              </a:spcBef>
              <a:spcAft>
                <a:spcPts val="0"/>
              </a:spcAft>
              <a:buClr>
                <a:schemeClr val="lt1"/>
              </a:buClr>
              <a:buSzPts val="1800"/>
              <a:buChar char="•"/>
              <a:defRPr/>
            </a:lvl6pPr>
            <a:lvl7pPr indent="-342900" lvl="6" marL="3200400" algn="l">
              <a:lnSpc>
                <a:spcPct val="90000"/>
              </a:lnSpc>
              <a:spcBef>
                <a:spcPts val="750"/>
              </a:spcBef>
              <a:spcAft>
                <a:spcPts val="0"/>
              </a:spcAft>
              <a:buClr>
                <a:schemeClr val="lt1"/>
              </a:buClr>
              <a:buSzPts val="1800"/>
              <a:buChar char="•"/>
              <a:defRPr/>
            </a:lvl7pPr>
            <a:lvl8pPr indent="-342900" lvl="7" marL="3657600" algn="l">
              <a:lnSpc>
                <a:spcPct val="90000"/>
              </a:lnSpc>
              <a:spcBef>
                <a:spcPts val="750"/>
              </a:spcBef>
              <a:spcAft>
                <a:spcPts val="0"/>
              </a:spcAft>
              <a:buClr>
                <a:schemeClr val="lt1"/>
              </a:buClr>
              <a:buSzPts val="1800"/>
              <a:buChar char="•"/>
              <a:defRPr/>
            </a:lvl8pPr>
            <a:lvl9pPr indent="-342900" lvl="8" marL="4114800" algn="l">
              <a:lnSpc>
                <a:spcPct val="90000"/>
              </a:lnSpc>
              <a:spcBef>
                <a:spcPts val="750"/>
              </a:spcBef>
              <a:spcAft>
                <a:spcPts val="0"/>
              </a:spcAft>
              <a:buClr>
                <a:schemeClr val="lt1"/>
              </a:buClr>
              <a:buSzPts val="1800"/>
              <a:buChar char="•"/>
              <a:defRPr/>
            </a:lvl9pPr>
          </a:lstStyle>
          <a:p/>
        </p:txBody>
      </p:sp>
      <p:sp>
        <p:nvSpPr>
          <p:cNvPr id="63" name="Google Shape;63;p25"/>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5"/>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5"/>
          <p:cNvSpPr txBox="1"/>
          <p:nvPr>
            <p:ph idx="12" type="sldNum"/>
          </p:nvPr>
        </p:nvSpPr>
        <p:spPr>
          <a:xfrm>
            <a:off x="13130975"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spTree>
      <p:nvGrpSpPr>
        <p:cNvPr id="66" name="Shape 66"/>
        <p:cNvGrpSpPr/>
        <p:nvPr/>
      </p:nvGrpSpPr>
      <p:grpSpPr>
        <a:xfrm>
          <a:off x="0" y="0"/>
          <a:ext cx="0" cy="0"/>
          <a:chOff x="0" y="0"/>
          <a:chExt cx="0" cy="0"/>
        </a:xfrm>
      </p:grpSpPr>
      <p:sp>
        <p:nvSpPr>
          <p:cNvPr id="67" name="Google Shape;67;p26"/>
          <p:cNvSpPr/>
          <p:nvPr/>
        </p:nvSpPr>
        <p:spPr>
          <a:xfrm>
            <a:off x="0" y="0"/>
            <a:ext cx="18288000"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68" name="Google Shape;68;p26"/>
          <p:cNvSpPr/>
          <p:nvPr/>
        </p:nvSpPr>
        <p:spPr>
          <a:xfrm>
            <a:off x="0" y="1948547"/>
            <a:ext cx="3195915" cy="6389907"/>
          </a:xfrm>
          <a:custGeom>
            <a:rect b="b" l="l" r="r" t="t"/>
            <a:pathLst>
              <a:path extrusionOk="0" h="4259938" w="2130610">
                <a:moveTo>
                  <a:pt x="1" y="0"/>
                </a:moveTo>
                <a:lnTo>
                  <a:pt x="2130610" y="2129969"/>
                </a:lnTo>
                <a:lnTo>
                  <a:pt x="1" y="4259938"/>
                </a:lnTo>
                <a:lnTo>
                  <a:pt x="0" y="4259938"/>
                </a:lnTo>
                <a:lnTo>
                  <a:pt x="0" y="3745676"/>
                </a:lnTo>
                <a:lnTo>
                  <a:pt x="1" y="3745676"/>
                </a:lnTo>
                <a:lnTo>
                  <a:pt x="1616165" y="2129969"/>
                </a:lnTo>
                <a:lnTo>
                  <a:pt x="1" y="514262"/>
                </a:lnTo>
                <a:lnTo>
                  <a:pt x="0" y="514263"/>
                </a:lnTo>
                <a:lnTo>
                  <a:pt x="0" y="1"/>
                </a:lnTo>
                <a:close/>
              </a:path>
            </a:pathLst>
          </a:custGeom>
          <a:gradFill>
            <a:gsLst>
              <a:gs pos="0">
                <a:srgbClr val="FE0000">
                  <a:alpha val="69804"/>
                </a:srgbClr>
              </a:gs>
              <a:gs pos="86000">
                <a:srgbClr val="FE0000">
                  <a:alpha val="0"/>
                </a:srgbClr>
              </a:gs>
              <a:gs pos="100000">
                <a:srgbClr val="FE0000">
                  <a:alpha val="0"/>
                </a:srgbClr>
              </a:gs>
            </a:gsLst>
            <a:lin ang="5400012" scaled="0"/>
          </a:gradFill>
          <a:ln cap="flat" cmpd="sng" w="19050">
            <a:solidFill>
              <a:schemeClr val="accent1"/>
            </a:solidFill>
            <a:prstDash val="solid"/>
            <a:miter lim="800000"/>
            <a:headEnd len="sm" w="sm" type="none"/>
            <a:tailEnd len="sm" w="sm" type="none"/>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69" name="Google Shape;69;p26"/>
          <p:cNvSpPr/>
          <p:nvPr/>
        </p:nvSpPr>
        <p:spPr>
          <a:xfrm>
            <a:off x="0" y="3197430"/>
            <a:ext cx="1945398" cy="3890653"/>
          </a:xfrm>
          <a:custGeom>
            <a:rect b="b" l="l" r="r" t="t"/>
            <a:pathLst>
              <a:path extrusionOk="0" h="2593769" w="1296932">
                <a:moveTo>
                  <a:pt x="0" y="0"/>
                </a:moveTo>
                <a:lnTo>
                  <a:pt x="1296840" y="1296839"/>
                </a:lnTo>
                <a:lnTo>
                  <a:pt x="1296932" y="1296839"/>
                </a:lnTo>
                <a:lnTo>
                  <a:pt x="0" y="2593769"/>
                </a:lnTo>
                <a:lnTo>
                  <a:pt x="0" y="2079507"/>
                </a:lnTo>
                <a:lnTo>
                  <a:pt x="782669" y="1296839"/>
                </a:lnTo>
                <a:lnTo>
                  <a:pt x="0" y="514171"/>
                </a:lnTo>
                <a:close/>
              </a:path>
            </a:pathLst>
          </a:custGeom>
          <a:gradFill>
            <a:gsLst>
              <a:gs pos="0">
                <a:srgbClr val="FE0000">
                  <a:alpha val="97647"/>
                </a:srgbClr>
              </a:gs>
              <a:gs pos="12000">
                <a:srgbClr val="FE0000">
                  <a:alpha val="97647"/>
                </a:srgbClr>
              </a:gs>
              <a:gs pos="100000">
                <a:srgbClr val="FE0000">
                  <a:alpha val="0"/>
                </a:srgbClr>
              </a:gs>
            </a:gsLst>
            <a:lin ang="5400012"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70" name="Google Shape;70;p26"/>
          <p:cNvSpPr/>
          <p:nvPr/>
        </p:nvSpPr>
        <p:spPr>
          <a:xfrm>
            <a:off x="0" y="2382804"/>
            <a:ext cx="2760797" cy="5521392"/>
          </a:xfrm>
          <a:custGeom>
            <a:rect b="b" l="l" r="r" t="t"/>
            <a:pathLst>
              <a:path extrusionOk="0" h="3680928" w="1840531">
                <a:moveTo>
                  <a:pt x="0" y="0"/>
                </a:moveTo>
                <a:lnTo>
                  <a:pt x="1840401" y="1840399"/>
                </a:lnTo>
                <a:lnTo>
                  <a:pt x="1840531" y="1840399"/>
                </a:lnTo>
                <a:lnTo>
                  <a:pt x="0" y="3680928"/>
                </a:lnTo>
                <a:lnTo>
                  <a:pt x="0" y="2951117"/>
                </a:lnTo>
                <a:lnTo>
                  <a:pt x="1110719" y="1840399"/>
                </a:lnTo>
                <a:lnTo>
                  <a:pt x="0" y="729681"/>
                </a:lnTo>
                <a:close/>
              </a:path>
            </a:pathLst>
          </a:custGeom>
          <a:gradFill>
            <a:gsLst>
              <a:gs pos="0">
                <a:srgbClr val="FE0000">
                  <a:alpha val="49804"/>
                </a:srgbClr>
              </a:gs>
              <a:gs pos="100000">
                <a:srgbClr val="FE0000">
                  <a:alpha val="0"/>
                </a:srgbClr>
              </a:gs>
            </a:gsLst>
            <a:lin ang="10800025"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71" name="Google Shape;71;p26"/>
          <p:cNvSpPr/>
          <p:nvPr/>
        </p:nvSpPr>
        <p:spPr>
          <a:xfrm>
            <a:off x="0" y="2"/>
            <a:ext cx="7442510" cy="10286999"/>
          </a:xfrm>
          <a:custGeom>
            <a:rect b="b" l="l" r="r" t="t"/>
            <a:pathLst>
              <a:path extrusionOk="0" h="6857999" w="4961673">
                <a:moveTo>
                  <a:pt x="13037" y="0"/>
                </a:moveTo>
                <a:lnTo>
                  <a:pt x="1531645" y="0"/>
                </a:lnTo>
                <a:lnTo>
                  <a:pt x="4961673" y="3422495"/>
                </a:lnTo>
                <a:lnTo>
                  <a:pt x="1518608" y="6857999"/>
                </a:lnTo>
                <a:lnTo>
                  <a:pt x="0" y="6857999"/>
                </a:lnTo>
                <a:lnTo>
                  <a:pt x="3443005" y="3422495"/>
                </a:lnTo>
                <a:close/>
              </a:path>
            </a:pathLst>
          </a:custGeom>
          <a:gradFill>
            <a:gsLst>
              <a:gs pos="0">
                <a:srgbClr val="FE0000">
                  <a:alpha val="20000"/>
                </a:srgbClr>
              </a:gs>
              <a:gs pos="73000">
                <a:srgbClr val="FE0000">
                  <a:alpha val="0"/>
                </a:srgbClr>
              </a:gs>
              <a:gs pos="100000">
                <a:srgbClr val="FE0000">
                  <a:alpha val="0"/>
                </a:srgbClr>
              </a:gs>
            </a:gsLst>
            <a:lin ang="0"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72" name="Google Shape;72;p26"/>
          <p:cNvSpPr/>
          <p:nvPr/>
        </p:nvSpPr>
        <p:spPr>
          <a:xfrm flipH="1">
            <a:off x="15092085" y="1948547"/>
            <a:ext cx="3195915" cy="6389907"/>
          </a:xfrm>
          <a:custGeom>
            <a:rect b="b" l="l" r="r" t="t"/>
            <a:pathLst>
              <a:path extrusionOk="0" h="4259938" w="2130610">
                <a:moveTo>
                  <a:pt x="1" y="0"/>
                </a:moveTo>
                <a:lnTo>
                  <a:pt x="2130610" y="2129969"/>
                </a:lnTo>
                <a:lnTo>
                  <a:pt x="1" y="4259938"/>
                </a:lnTo>
                <a:lnTo>
                  <a:pt x="0" y="4259938"/>
                </a:lnTo>
                <a:lnTo>
                  <a:pt x="0" y="3745676"/>
                </a:lnTo>
                <a:lnTo>
                  <a:pt x="1" y="3745676"/>
                </a:lnTo>
                <a:lnTo>
                  <a:pt x="1616165" y="2129969"/>
                </a:lnTo>
                <a:lnTo>
                  <a:pt x="1" y="514262"/>
                </a:lnTo>
                <a:lnTo>
                  <a:pt x="0" y="514263"/>
                </a:lnTo>
                <a:lnTo>
                  <a:pt x="0" y="1"/>
                </a:lnTo>
                <a:close/>
              </a:path>
            </a:pathLst>
          </a:custGeom>
          <a:gradFill>
            <a:gsLst>
              <a:gs pos="0">
                <a:srgbClr val="FE0000">
                  <a:alpha val="69804"/>
                </a:srgbClr>
              </a:gs>
              <a:gs pos="86000">
                <a:srgbClr val="FE0000">
                  <a:alpha val="0"/>
                </a:srgbClr>
              </a:gs>
              <a:gs pos="100000">
                <a:srgbClr val="FE0000">
                  <a:alpha val="0"/>
                </a:srgbClr>
              </a:gs>
            </a:gsLst>
            <a:lin ang="5400012" scaled="0"/>
          </a:gradFill>
          <a:ln cap="flat" cmpd="sng" w="19050">
            <a:solidFill>
              <a:schemeClr val="accent1"/>
            </a:solidFill>
            <a:prstDash val="solid"/>
            <a:miter lim="800000"/>
            <a:headEnd len="sm" w="sm" type="none"/>
            <a:tailEnd len="sm" w="sm" type="none"/>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73" name="Google Shape;73;p26"/>
          <p:cNvSpPr/>
          <p:nvPr/>
        </p:nvSpPr>
        <p:spPr>
          <a:xfrm flipH="1">
            <a:off x="16342602" y="3197430"/>
            <a:ext cx="1945398" cy="3890653"/>
          </a:xfrm>
          <a:custGeom>
            <a:rect b="b" l="l" r="r" t="t"/>
            <a:pathLst>
              <a:path extrusionOk="0" h="2593769" w="1296932">
                <a:moveTo>
                  <a:pt x="0" y="0"/>
                </a:moveTo>
                <a:lnTo>
                  <a:pt x="1296840" y="1296839"/>
                </a:lnTo>
                <a:lnTo>
                  <a:pt x="1296932" y="1296839"/>
                </a:lnTo>
                <a:lnTo>
                  <a:pt x="0" y="2593769"/>
                </a:lnTo>
                <a:lnTo>
                  <a:pt x="0" y="2079507"/>
                </a:lnTo>
                <a:lnTo>
                  <a:pt x="782669" y="1296839"/>
                </a:lnTo>
                <a:lnTo>
                  <a:pt x="0" y="514171"/>
                </a:lnTo>
                <a:close/>
              </a:path>
            </a:pathLst>
          </a:custGeom>
          <a:gradFill>
            <a:gsLst>
              <a:gs pos="0">
                <a:srgbClr val="FE0000">
                  <a:alpha val="97647"/>
                </a:srgbClr>
              </a:gs>
              <a:gs pos="12000">
                <a:srgbClr val="FE0000">
                  <a:alpha val="97647"/>
                </a:srgbClr>
              </a:gs>
              <a:gs pos="100000">
                <a:srgbClr val="FE0000">
                  <a:alpha val="0"/>
                </a:srgbClr>
              </a:gs>
            </a:gsLst>
            <a:lin ang="5400012"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74" name="Google Shape;74;p26"/>
          <p:cNvSpPr/>
          <p:nvPr/>
        </p:nvSpPr>
        <p:spPr>
          <a:xfrm flipH="1">
            <a:off x="15527205" y="2382804"/>
            <a:ext cx="2760796" cy="5521392"/>
          </a:xfrm>
          <a:custGeom>
            <a:rect b="b" l="l" r="r" t="t"/>
            <a:pathLst>
              <a:path extrusionOk="0" h="3680928" w="1840531">
                <a:moveTo>
                  <a:pt x="0" y="0"/>
                </a:moveTo>
                <a:lnTo>
                  <a:pt x="1840401" y="1840399"/>
                </a:lnTo>
                <a:lnTo>
                  <a:pt x="1840531" y="1840399"/>
                </a:lnTo>
                <a:lnTo>
                  <a:pt x="0" y="3680928"/>
                </a:lnTo>
                <a:lnTo>
                  <a:pt x="0" y="2951117"/>
                </a:lnTo>
                <a:lnTo>
                  <a:pt x="1110719" y="1840399"/>
                </a:lnTo>
                <a:lnTo>
                  <a:pt x="0" y="729681"/>
                </a:lnTo>
                <a:close/>
              </a:path>
            </a:pathLst>
          </a:custGeom>
          <a:gradFill>
            <a:gsLst>
              <a:gs pos="0">
                <a:srgbClr val="FE0000">
                  <a:alpha val="49804"/>
                </a:srgbClr>
              </a:gs>
              <a:gs pos="100000">
                <a:srgbClr val="FE0000">
                  <a:alpha val="0"/>
                </a:srgbClr>
              </a:gs>
            </a:gsLst>
            <a:lin ang="10800025"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75" name="Google Shape;75;p26"/>
          <p:cNvSpPr/>
          <p:nvPr/>
        </p:nvSpPr>
        <p:spPr>
          <a:xfrm flipH="1">
            <a:off x="10845492" y="2"/>
            <a:ext cx="7442510" cy="10286999"/>
          </a:xfrm>
          <a:custGeom>
            <a:rect b="b" l="l" r="r" t="t"/>
            <a:pathLst>
              <a:path extrusionOk="0" h="6857999" w="4961673">
                <a:moveTo>
                  <a:pt x="13037" y="0"/>
                </a:moveTo>
                <a:lnTo>
                  <a:pt x="1531645" y="0"/>
                </a:lnTo>
                <a:lnTo>
                  <a:pt x="4961673" y="3422495"/>
                </a:lnTo>
                <a:lnTo>
                  <a:pt x="1518608" y="6857999"/>
                </a:lnTo>
                <a:lnTo>
                  <a:pt x="0" y="6857999"/>
                </a:lnTo>
                <a:lnTo>
                  <a:pt x="3443005" y="3422495"/>
                </a:lnTo>
                <a:close/>
              </a:path>
            </a:pathLst>
          </a:custGeom>
          <a:gradFill>
            <a:gsLst>
              <a:gs pos="0">
                <a:srgbClr val="FE0000">
                  <a:alpha val="20000"/>
                </a:srgbClr>
              </a:gs>
              <a:gs pos="73000">
                <a:srgbClr val="FE0000">
                  <a:alpha val="0"/>
                </a:srgbClr>
              </a:gs>
              <a:gs pos="100000">
                <a:srgbClr val="FE0000">
                  <a:alpha val="0"/>
                </a:srgbClr>
              </a:gs>
            </a:gsLst>
            <a:lin ang="0"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76" name="Google Shape;76;p26"/>
          <p:cNvSpPr/>
          <p:nvPr/>
        </p:nvSpPr>
        <p:spPr>
          <a:xfrm>
            <a:off x="8808263" y="6892413"/>
            <a:ext cx="671475" cy="101808"/>
          </a:xfrm>
          <a:custGeom>
            <a:rect b="b" l="l" r="r" t="t"/>
            <a:pathLst>
              <a:path extrusionOk="0" h="67872" w="447650">
                <a:moveTo>
                  <a:pt x="413714" y="0"/>
                </a:moveTo>
                <a:cubicBezTo>
                  <a:pt x="432456" y="0"/>
                  <a:pt x="447650" y="15194"/>
                  <a:pt x="447650" y="33936"/>
                </a:cubicBezTo>
                <a:cubicBezTo>
                  <a:pt x="447650" y="52678"/>
                  <a:pt x="432456" y="67872"/>
                  <a:pt x="413714" y="67872"/>
                </a:cubicBezTo>
                <a:cubicBezTo>
                  <a:pt x="394972" y="67872"/>
                  <a:pt x="379778" y="52678"/>
                  <a:pt x="379778" y="33936"/>
                </a:cubicBezTo>
                <a:cubicBezTo>
                  <a:pt x="379778" y="15194"/>
                  <a:pt x="394972" y="0"/>
                  <a:pt x="413714" y="0"/>
                </a:cubicBezTo>
                <a:close/>
                <a:moveTo>
                  <a:pt x="287122" y="0"/>
                </a:moveTo>
                <a:cubicBezTo>
                  <a:pt x="305864" y="0"/>
                  <a:pt x="321058" y="15194"/>
                  <a:pt x="321058" y="33936"/>
                </a:cubicBezTo>
                <a:cubicBezTo>
                  <a:pt x="321058" y="52678"/>
                  <a:pt x="305864" y="67872"/>
                  <a:pt x="287122" y="67872"/>
                </a:cubicBezTo>
                <a:cubicBezTo>
                  <a:pt x="268380" y="67872"/>
                  <a:pt x="253186" y="52678"/>
                  <a:pt x="253186" y="33936"/>
                </a:cubicBezTo>
                <a:cubicBezTo>
                  <a:pt x="253186" y="15194"/>
                  <a:pt x="268380" y="0"/>
                  <a:pt x="287122" y="0"/>
                </a:cubicBezTo>
                <a:close/>
                <a:moveTo>
                  <a:pt x="160529" y="0"/>
                </a:moveTo>
                <a:cubicBezTo>
                  <a:pt x="179271" y="0"/>
                  <a:pt x="194465" y="15194"/>
                  <a:pt x="194465" y="33936"/>
                </a:cubicBezTo>
                <a:cubicBezTo>
                  <a:pt x="194465" y="52678"/>
                  <a:pt x="179271" y="67872"/>
                  <a:pt x="160529" y="67872"/>
                </a:cubicBezTo>
                <a:cubicBezTo>
                  <a:pt x="141787" y="67872"/>
                  <a:pt x="126593" y="52678"/>
                  <a:pt x="126593" y="33936"/>
                </a:cubicBezTo>
                <a:cubicBezTo>
                  <a:pt x="126593" y="15194"/>
                  <a:pt x="141787" y="0"/>
                  <a:pt x="160529" y="0"/>
                </a:cubicBezTo>
                <a:close/>
                <a:moveTo>
                  <a:pt x="33936" y="0"/>
                </a:moveTo>
                <a:cubicBezTo>
                  <a:pt x="52678" y="0"/>
                  <a:pt x="67872" y="15194"/>
                  <a:pt x="67872" y="33936"/>
                </a:cubicBezTo>
                <a:cubicBezTo>
                  <a:pt x="67872" y="52678"/>
                  <a:pt x="52678" y="67872"/>
                  <a:pt x="33936" y="67872"/>
                </a:cubicBezTo>
                <a:cubicBezTo>
                  <a:pt x="15194" y="67872"/>
                  <a:pt x="0" y="52678"/>
                  <a:pt x="0" y="33936"/>
                </a:cubicBezTo>
                <a:cubicBezTo>
                  <a:pt x="0" y="15194"/>
                  <a:pt x="15194" y="0"/>
                  <a:pt x="33936"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cxnSp>
        <p:nvCxnSpPr>
          <p:cNvPr id="77" name="Google Shape;77;p26"/>
          <p:cNvCxnSpPr/>
          <p:nvPr/>
        </p:nvCxnSpPr>
        <p:spPr>
          <a:xfrm rot="10800000">
            <a:off x="5482725" y="6943317"/>
            <a:ext cx="2160000" cy="0"/>
          </a:xfrm>
          <a:prstGeom prst="straightConnector1">
            <a:avLst/>
          </a:prstGeom>
          <a:noFill/>
          <a:ln cap="rnd" cmpd="sng" w="25400">
            <a:solidFill>
              <a:schemeClr val="accent1"/>
            </a:solidFill>
            <a:prstDash val="solid"/>
            <a:miter lim="800000"/>
            <a:headEnd len="sm" w="sm" type="none"/>
            <a:tailEnd len="sm" w="sm" type="none"/>
          </a:ln>
        </p:spPr>
      </p:cxnSp>
      <p:cxnSp>
        <p:nvCxnSpPr>
          <p:cNvPr id="78" name="Google Shape;78;p26"/>
          <p:cNvCxnSpPr/>
          <p:nvPr/>
        </p:nvCxnSpPr>
        <p:spPr>
          <a:xfrm>
            <a:off x="10645275" y="6943317"/>
            <a:ext cx="2160000" cy="0"/>
          </a:xfrm>
          <a:prstGeom prst="straightConnector1">
            <a:avLst/>
          </a:prstGeom>
          <a:noFill/>
          <a:ln cap="rnd" cmpd="sng" w="25400">
            <a:solidFill>
              <a:schemeClr val="accent1"/>
            </a:solidFill>
            <a:prstDash val="solid"/>
            <a:miter lim="800000"/>
            <a:headEnd len="sm" w="sm" type="none"/>
            <a:tailEnd len="sm" w="sm" type="none"/>
          </a:ln>
        </p:spPr>
      </p:cxnSp>
      <p:sp>
        <p:nvSpPr>
          <p:cNvPr id="79" name="Google Shape;79;p26"/>
          <p:cNvSpPr txBox="1"/>
          <p:nvPr>
            <p:ph type="title"/>
          </p:nvPr>
        </p:nvSpPr>
        <p:spPr>
          <a:xfrm>
            <a:off x="2289810" y="4533900"/>
            <a:ext cx="13716000" cy="1940100"/>
          </a:xfrm>
          <a:prstGeom prst="rect">
            <a:avLst/>
          </a:prstGeom>
          <a:noFill/>
          <a:ln>
            <a:noFill/>
          </a:ln>
        </p:spPr>
        <p:txBody>
          <a:bodyPr anchorCtr="0" anchor="t" bIns="0" lIns="0" spcFirstLastPara="1" rIns="0" wrap="square" tIns="0">
            <a:normAutofit/>
          </a:bodyPr>
          <a:lstStyle>
            <a:lvl1pPr lvl="0" algn="ctr">
              <a:lnSpc>
                <a:spcPct val="100000"/>
              </a:lnSpc>
              <a:spcBef>
                <a:spcPts val="0"/>
              </a:spcBef>
              <a:spcAft>
                <a:spcPts val="0"/>
              </a:spcAft>
              <a:buClr>
                <a:schemeClr val="lt1"/>
              </a:buClr>
              <a:buSzPts val="7200"/>
              <a:buFont typeface="Manrope ExtraBold"/>
              <a:buNone/>
              <a:defRPr b="0" sz="7200">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6"/>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2" type="sldNum"/>
          </p:nvPr>
        </p:nvSpPr>
        <p:spPr>
          <a:xfrm>
            <a:off x="13130975"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3" name="Google Shape;83;p26"/>
          <p:cNvSpPr txBox="1"/>
          <p:nvPr>
            <p:ph idx="1" type="body"/>
          </p:nvPr>
        </p:nvSpPr>
        <p:spPr>
          <a:xfrm>
            <a:off x="2286000" y="2360288"/>
            <a:ext cx="13716000" cy="1836000"/>
          </a:xfrm>
          <a:prstGeom prst="rect">
            <a:avLst/>
          </a:prstGeom>
          <a:noFill/>
          <a:ln>
            <a:noFill/>
          </a:ln>
        </p:spPr>
        <p:txBody>
          <a:bodyPr anchorCtr="0" anchor="b" bIns="0" lIns="0" spcFirstLastPara="1" rIns="0" wrap="square" tIns="0">
            <a:normAutofit/>
          </a:bodyPr>
          <a:lstStyle>
            <a:lvl1pPr indent="-228600" lvl="0" marL="457200" algn="ctr">
              <a:lnSpc>
                <a:spcPct val="130000"/>
              </a:lnSpc>
              <a:spcBef>
                <a:spcPts val="1500"/>
              </a:spcBef>
              <a:spcAft>
                <a:spcPts val="0"/>
              </a:spcAft>
              <a:buClr>
                <a:srgbClr val="FF6565"/>
              </a:buClr>
              <a:buSzPts val="10800"/>
              <a:buNone/>
              <a:defRPr b="1" sz="10800">
                <a:solidFill>
                  <a:srgbClr val="FF6565"/>
                </a:solidFill>
                <a:latin typeface="Lato"/>
                <a:ea typeface="Lato"/>
                <a:cs typeface="Lato"/>
                <a:sym typeface="Lato"/>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750"/>
              </a:spcBef>
              <a:spcAft>
                <a:spcPts val="0"/>
              </a:spcAft>
              <a:buClr>
                <a:schemeClr val="lt1"/>
              </a:buClr>
              <a:buSzPts val="1800"/>
              <a:buChar char="•"/>
              <a:defRPr/>
            </a:lvl6pPr>
            <a:lvl7pPr indent="-342900" lvl="6" marL="3200400" algn="l">
              <a:lnSpc>
                <a:spcPct val="90000"/>
              </a:lnSpc>
              <a:spcBef>
                <a:spcPts val="750"/>
              </a:spcBef>
              <a:spcAft>
                <a:spcPts val="0"/>
              </a:spcAft>
              <a:buClr>
                <a:schemeClr val="lt1"/>
              </a:buClr>
              <a:buSzPts val="1800"/>
              <a:buChar char="•"/>
              <a:defRPr/>
            </a:lvl7pPr>
            <a:lvl8pPr indent="-342900" lvl="7" marL="3657600" algn="l">
              <a:lnSpc>
                <a:spcPct val="90000"/>
              </a:lnSpc>
              <a:spcBef>
                <a:spcPts val="750"/>
              </a:spcBef>
              <a:spcAft>
                <a:spcPts val="0"/>
              </a:spcAft>
              <a:buClr>
                <a:schemeClr val="lt1"/>
              </a:buClr>
              <a:buSzPts val="1800"/>
              <a:buChar char="•"/>
              <a:defRPr/>
            </a:lvl8pPr>
            <a:lvl9pPr indent="-342900" lvl="8" marL="4114800" algn="l">
              <a:lnSpc>
                <a:spcPct val="90000"/>
              </a:lnSpc>
              <a:spcBef>
                <a:spcPts val="750"/>
              </a:spcBef>
              <a:spcAft>
                <a:spcPts val="0"/>
              </a:spcAft>
              <a:buClr>
                <a:schemeClr val="lt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4" name="Shape 84"/>
        <p:cNvGrpSpPr/>
        <p:nvPr/>
      </p:nvGrpSpPr>
      <p:grpSpPr>
        <a:xfrm>
          <a:off x="0" y="0"/>
          <a:ext cx="0" cy="0"/>
          <a:chOff x="0" y="0"/>
          <a:chExt cx="0" cy="0"/>
        </a:xfrm>
      </p:grpSpPr>
      <p:sp>
        <p:nvSpPr>
          <p:cNvPr id="85" name="Google Shape;85;p27"/>
          <p:cNvSpPr txBox="1"/>
          <p:nvPr>
            <p:ph type="title"/>
          </p:nvPr>
        </p:nvSpPr>
        <p:spPr>
          <a:xfrm>
            <a:off x="1043940" y="540000"/>
            <a:ext cx="16200000" cy="1080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4800"/>
              <a:buFont typeface="Manrope ExtraBold"/>
              <a:buNone/>
              <a:defRPr>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7"/>
          <p:cNvSpPr txBox="1"/>
          <p:nvPr>
            <p:ph idx="1" type="body"/>
          </p:nvPr>
        </p:nvSpPr>
        <p:spPr>
          <a:xfrm>
            <a:off x="1043940" y="1952625"/>
            <a:ext cx="7985700" cy="7313700"/>
          </a:xfrm>
          <a:prstGeom prst="rect">
            <a:avLst/>
          </a:prstGeom>
          <a:noFill/>
          <a:ln>
            <a:noFill/>
          </a:ln>
        </p:spPr>
        <p:txBody>
          <a:bodyPr anchorCtr="0" anchor="t" bIns="0" lIns="0" spcFirstLastPara="1" rIns="0" wrap="square" tIns="0">
            <a:normAutofit/>
          </a:bodyPr>
          <a:lstStyle>
            <a:lvl1pPr indent="-342900" lvl="0" marL="457200" algn="l">
              <a:lnSpc>
                <a:spcPct val="130000"/>
              </a:lnSpc>
              <a:spcBef>
                <a:spcPts val="1500"/>
              </a:spcBef>
              <a:spcAft>
                <a:spcPts val="0"/>
              </a:spcAft>
              <a:buClr>
                <a:schemeClr val="lt1"/>
              </a:buClr>
              <a:buSzPts val="1800"/>
              <a:buChar char="•"/>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750"/>
              </a:spcBef>
              <a:spcAft>
                <a:spcPts val="0"/>
              </a:spcAft>
              <a:buClr>
                <a:schemeClr val="lt1"/>
              </a:buClr>
              <a:buSzPts val="1800"/>
              <a:buChar char="•"/>
              <a:defRPr/>
            </a:lvl6pPr>
            <a:lvl7pPr indent="-342900" lvl="6" marL="3200400" algn="l">
              <a:lnSpc>
                <a:spcPct val="90000"/>
              </a:lnSpc>
              <a:spcBef>
                <a:spcPts val="750"/>
              </a:spcBef>
              <a:spcAft>
                <a:spcPts val="0"/>
              </a:spcAft>
              <a:buClr>
                <a:schemeClr val="lt1"/>
              </a:buClr>
              <a:buSzPts val="1800"/>
              <a:buChar char="•"/>
              <a:defRPr/>
            </a:lvl7pPr>
            <a:lvl8pPr indent="-342900" lvl="7" marL="3657600" algn="l">
              <a:lnSpc>
                <a:spcPct val="90000"/>
              </a:lnSpc>
              <a:spcBef>
                <a:spcPts val="750"/>
              </a:spcBef>
              <a:spcAft>
                <a:spcPts val="0"/>
              </a:spcAft>
              <a:buClr>
                <a:schemeClr val="lt1"/>
              </a:buClr>
              <a:buSzPts val="1800"/>
              <a:buChar char="•"/>
              <a:defRPr/>
            </a:lvl8pPr>
            <a:lvl9pPr indent="-342900" lvl="8" marL="4114800" algn="l">
              <a:lnSpc>
                <a:spcPct val="90000"/>
              </a:lnSpc>
              <a:spcBef>
                <a:spcPts val="750"/>
              </a:spcBef>
              <a:spcAft>
                <a:spcPts val="0"/>
              </a:spcAft>
              <a:buClr>
                <a:schemeClr val="lt1"/>
              </a:buClr>
              <a:buSzPts val="1800"/>
              <a:buChar char="•"/>
              <a:defRPr/>
            </a:lvl9pPr>
          </a:lstStyle>
          <a:p/>
        </p:txBody>
      </p:sp>
      <p:sp>
        <p:nvSpPr>
          <p:cNvPr id="87" name="Google Shape;87;p27"/>
          <p:cNvSpPr txBox="1"/>
          <p:nvPr>
            <p:ph idx="2" type="body"/>
          </p:nvPr>
        </p:nvSpPr>
        <p:spPr>
          <a:xfrm>
            <a:off x="9258300" y="1952625"/>
            <a:ext cx="7985700" cy="7313700"/>
          </a:xfrm>
          <a:prstGeom prst="rect">
            <a:avLst/>
          </a:prstGeom>
          <a:noFill/>
          <a:ln>
            <a:noFill/>
          </a:ln>
        </p:spPr>
        <p:txBody>
          <a:bodyPr anchorCtr="0" anchor="t" bIns="0" lIns="0" spcFirstLastPara="1" rIns="0" wrap="square" tIns="0">
            <a:normAutofit/>
          </a:bodyPr>
          <a:lstStyle>
            <a:lvl1pPr indent="-342900" lvl="0" marL="457200" algn="l">
              <a:lnSpc>
                <a:spcPct val="130000"/>
              </a:lnSpc>
              <a:spcBef>
                <a:spcPts val="1500"/>
              </a:spcBef>
              <a:spcAft>
                <a:spcPts val="0"/>
              </a:spcAft>
              <a:buClr>
                <a:schemeClr val="lt1"/>
              </a:buClr>
              <a:buSzPts val="1800"/>
              <a:buChar char="•"/>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750"/>
              </a:spcBef>
              <a:spcAft>
                <a:spcPts val="0"/>
              </a:spcAft>
              <a:buClr>
                <a:schemeClr val="lt1"/>
              </a:buClr>
              <a:buSzPts val="1800"/>
              <a:buChar char="•"/>
              <a:defRPr/>
            </a:lvl6pPr>
            <a:lvl7pPr indent="-342900" lvl="6" marL="3200400" algn="l">
              <a:lnSpc>
                <a:spcPct val="90000"/>
              </a:lnSpc>
              <a:spcBef>
                <a:spcPts val="750"/>
              </a:spcBef>
              <a:spcAft>
                <a:spcPts val="0"/>
              </a:spcAft>
              <a:buClr>
                <a:schemeClr val="lt1"/>
              </a:buClr>
              <a:buSzPts val="1800"/>
              <a:buChar char="•"/>
              <a:defRPr/>
            </a:lvl7pPr>
            <a:lvl8pPr indent="-342900" lvl="7" marL="3657600" algn="l">
              <a:lnSpc>
                <a:spcPct val="90000"/>
              </a:lnSpc>
              <a:spcBef>
                <a:spcPts val="750"/>
              </a:spcBef>
              <a:spcAft>
                <a:spcPts val="0"/>
              </a:spcAft>
              <a:buClr>
                <a:schemeClr val="lt1"/>
              </a:buClr>
              <a:buSzPts val="1800"/>
              <a:buChar char="•"/>
              <a:defRPr/>
            </a:lvl8pPr>
            <a:lvl9pPr indent="-342900" lvl="8" marL="4114800" algn="l">
              <a:lnSpc>
                <a:spcPct val="90000"/>
              </a:lnSpc>
              <a:spcBef>
                <a:spcPts val="750"/>
              </a:spcBef>
              <a:spcAft>
                <a:spcPts val="0"/>
              </a:spcAft>
              <a:buClr>
                <a:schemeClr val="lt1"/>
              </a:buClr>
              <a:buSzPts val="1800"/>
              <a:buChar char="•"/>
              <a:defRPr/>
            </a:lvl9pPr>
          </a:lstStyle>
          <a:p/>
        </p:txBody>
      </p:sp>
      <p:sp>
        <p:nvSpPr>
          <p:cNvPr id="88" name="Google Shape;88;p27"/>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7"/>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7"/>
          <p:cNvSpPr txBox="1"/>
          <p:nvPr>
            <p:ph idx="12" type="sldNum"/>
          </p:nvPr>
        </p:nvSpPr>
        <p:spPr>
          <a:xfrm>
            <a:off x="13130975"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1" name="Shape 91"/>
        <p:cNvGrpSpPr/>
        <p:nvPr/>
      </p:nvGrpSpPr>
      <p:grpSpPr>
        <a:xfrm>
          <a:off x="0" y="0"/>
          <a:ext cx="0" cy="0"/>
          <a:chOff x="0" y="0"/>
          <a:chExt cx="0" cy="0"/>
        </a:xfrm>
      </p:grpSpPr>
      <p:sp>
        <p:nvSpPr>
          <p:cNvPr id="92" name="Google Shape;92;p28"/>
          <p:cNvSpPr txBox="1"/>
          <p:nvPr>
            <p:ph type="title"/>
          </p:nvPr>
        </p:nvSpPr>
        <p:spPr>
          <a:xfrm>
            <a:off x="1044893" y="540068"/>
            <a:ext cx="16199100" cy="12963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4800"/>
              <a:buFont typeface="Manrope ExtraBold"/>
              <a:buNone/>
              <a:defRPr>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8"/>
          <p:cNvSpPr txBox="1"/>
          <p:nvPr>
            <p:ph idx="1" type="body"/>
          </p:nvPr>
        </p:nvSpPr>
        <p:spPr>
          <a:xfrm>
            <a:off x="1043940" y="1952625"/>
            <a:ext cx="7985700" cy="617100"/>
          </a:xfrm>
          <a:prstGeom prst="rect">
            <a:avLst/>
          </a:prstGeom>
          <a:noFill/>
          <a:ln>
            <a:noFill/>
          </a:ln>
        </p:spPr>
        <p:txBody>
          <a:bodyPr anchorCtr="0" anchor="b" bIns="0" lIns="0" spcFirstLastPara="1" rIns="0" wrap="square" tIns="0">
            <a:normAutofit/>
          </a:bodyPr>
          <a:lstStyle>
            <a:lvl1pPr indent="-228600" lvl="0" marL="457200" algn="l">
              <a:lnSpc>
                <a:spcPct val="130000"/>
              </a:lnSpc>
              <a:spcBef>
                <a:spcPts val="1500"/>
              </a:spcBef>
              <a:spcAft>
                <a:spcPts val="0"/>
              </a:spcAft>
              <a:buClr>
                <a:schemeClr val="lt1"/>
              </a:buClr>
              <a:buSzPts val="3600"/>
              <a:buNone/>
              <a:defRPr b="1" sz="3600">
                <a:latin typeface="Manrope ExtraBold"/>
                <a:ea typeface="Manrope ExtraBold"/>
                <a:cs typeface="Manrope ExtraBold"/>
                <a:sym typeface="Manrope ExtraBold"/>
              </a:defRPr>
            </a:lvl1pPr>
            <a:lvl2pPr indent="-228600" lvl="1" marL="914400" algn="l">
              <a:lnSpc>
                <a:spcPct val="130000"/>
              </a:lnSpc>
              <a:spcBef>
                <a:spcPts val="0"/>
              </a:spcBef>
              <a:spcAft>
                <a:spcPts val="0"/>
              </a:spcAft>
              <a:buClr>
                <a:srgbClr val="FEFEFE"/>
              </a:buClr>
              <a:buSzPts val="3000"/>
              <a:buNone/>
              <a:defRPr b="1" sz="3000">
                <a:latin typeface="Manrope ExtraBold"/>
                <a:ea typeface="Manrope ExtraBold"/>
                <a:cs typeface="Manrope ExtraBold"/>
                <a:sym typeface="Manrope ExtraBold"/>
              </a:defRPr>
            </a:lvl2pPr>
            <a:lvl3pPr indent="-228600" lvl="2" marL="1371600" algn="l">
              <a:lnSpc>
                <a:spcPct val="130000"/>
              </a:lnSpc>
              <a:spcBef>
                <a:spcPts val="0"/>
              </a:spcBef>
              <a:spcAft>
                <a:spcPts val="0"/>
              </a:spcAft>
              <a:buClr>
                <a:srgbClr val="FEFEFE"/>
              </a:buClr>
              <a:buSzPts val="2700"/>
              <a:buNone/>
              <a:defRPr b="1" sz="2700">
                <a:latin typeface="Manrope ExtraBold"/>
                <a:ea typeface="Manrope ExtraBold"/>
                <a:cs typeface="Manrope ExtraBold"/>
                <a:sym typeface="Manrope ExtraBold"/>
              </a:defRPr>
            </a:lvl3pPr>
            <a:lvl4pPr indent="-228600" lvl="3" marL="1828800" algn="l">
              <a:lnSpc>
                <a:spcPct val="130000"/>
              </a:lnSpc>
              <a:spcBef>
                <a:spcPts val="0"/>
              </a:spcBef>
              <a:spcAft>
                <a:spcPts val="0"/>
              </a:spcAft>
              <a:buClr>
                <a:srgbClr val="FEFEFE"/>
              </a:buClr>
              <a:buSzPts val="2400"/>
              <a:buNone/>
              <a:defRPr b="1" sz="2400">
                <a:latin typeface="Manrope ExtraBold"/>
                <a:ea typeface="Manrope ExtraBold"/>
                <a:cs typeface="Manrope ExtraBold"/>
                <a:sym typeface="Manrope ExtraBold"/>
              </a:defRPr>
            </a:lvl4pPr>
            <a:lvl5pPr indent="-228600" lvl="4" marL="2286000" algn="l">
              <a:lnSpc>
                <a:spcPct val="130000"/>
              </a:lnSpc>
              <a:spcBef>
                <a:spcPts val="0"/>
              </a:spcBef>
              <a:spcAft>
                <a:spcPts val="0"/>
              </a:spcAft>
              <a:buClr>
                <a:srgbClr val="FEFEFE"/>
              </a:buClr>
              <a:buSzPts val="2400"/>
              <a:buNone/>
              <a:defRPr b="1" sz="2400">
                <a:latin typeface="Manrope ExtraBold"/>
                <a:ea typeface="Manrope ExtraBold"/>
                <a:cs typeface="Manrope ExtraBold"/>
                <a:sym typeface="Manrope ExtraBold"/>
              </a:defRPr>
            </a:lvl5pPr>
            <a:lvl6pPr indent="-228600" lvl="5" marL="27432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6pPr>
            <a:lvl7pPr indent="-228600" lvl="6" marL="32004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7pPr>
            <a:lvl8pPr indent="-228600" lvl="7" marL="36576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8pPr>
            <a:lvl9pPr indent="-228600" lvl="8" marL="41148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9pPr>
          </a:lstStyle>
          <a:p/>
        </p:txBody>
      </p:sp>
      <p:sp>
        <p:nvSpPr>
          <p:cNvPr id="94" name="Google Shape;94;p28"/>
          <p:cNvSpPr txBox="1"/>
          <p:nvPr>
            <p:ph idx="2" type="body"/>
          </p:nvPr>
        </p:nvSpPr>
        <p:spPr>
          <a:xfrm>
            <a:off x="1043940" y="2812649"/>
            <a:ext cx="7985700" cy="6450300"/>
          </a:xfrm>
          <a:prstGeom prst="rect">
            <a:avLst/>
          </a:prstGeom>
          <a:noFill/>
          <a:ln>
            <a:noFill/>
          </a:ln>
        </p:spPr>
        <p:txBody>
          <a:bodyPr anchorCtr="0" anchor="t" bIns="0" lIns="0" spcFirstLastPara="1" rIns="0" wrap="square" tIns="0">
            <a:normAutofit/>
          </a:bodyPr>
          <a:lstStyle>
            <a:lvl1pPr indent="-438150" lvl="0" marL="457200" algn="l">
              <a:lnSpc>
                <a:spcPct val="130000"/>
              </a:lnSpc>
              <a:spcBef>
                <a:spcPts val="1500"/>
              </a:spcBef>
              <a:spcAft>
                <a:spcPts val="0"/>
              </a:spcAft>
              <a:buClr>
                <a:schemeClr val="lt1"/>
              </a:buClr>
              <a:buSzPts val="3300"/>
              <a:buChar char="•"/>
              <a:defRPr sz="3300">
                <a:latin typeface="Lato"/>
                <a:ea typeface="Lato"/>
                <a:cs typeface="Lato"/>
                <a:sym typeface="Lato"/>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750"/>
              </a:spcBef>
              <a:spcAft>
                <a:spcPts val="0"/>
              </a:spcAft>
              <a:buClr>
                <a:schemeClr val="lt1"/>
              </a:buClr>
              <a:buSzPts val="1800"/>
              <a:buChar char="•"/>
              <a:defRPr/>
            </a:lvl6pPr>
            <a:lvl7pPr indent="-342900" lvl="6" marL="3200400" algn="l">
              <a:lnSpc>
                <a:spcPct val="90000"/>
              </a:lnSpc>
              <a:spcBef>
                <a:spcPts val="750"/>
              </a:spcBef>
              <a:spcAft>
                <a:spcPts val="0"/>
              </a:spcAft>
              <a:buClr>
                <a:schemeClr val="lt1"/>
              </a:buClr>
              <a:buSzPts val="1800"/>
              <a:buChar char="•"/>
              <a:defRPr/>
            </a:lvl7pPr>
            <a:lvl8pPr indent="-342900" lvl="7" marL="3657600" algn="l">
              <a:lnSpc>
                <a:spcPct val="90000"/>
              </a:lnSpc>
              <a:spcBef>
                <a:spcPts val="750"/>
              </a:spcBef>
              <a:spcAft>
                <a:spcPts val="0"/>
              </a:spcAft>
              <a:buClr>
                <a:schemeClr val="lt1"/>
              </a:buClr>
              <a:buSzPts val="1800"/>
              <a:buChar char="•"/>
              <a:defRPr/>
            </a:lvl8pPr>
            <a:lvl9pPr indent="-342900" lvl="8" marL="4114800" algn="l">
              <a:lnSpc>
                <a:spcPct val="90000"/>
              </a:lnSpc>
              <a:spcBef>
                <a:spcPts val="750"/>
              </a:spcBef>
              <a:spcAft>
                <a:spcPts val="0"/>
              </a:spcAft>
              <a:buClr>
                <a:schemeClr val="lt1"/>
              </a:buClr>
              <a:buSzPts val="1800"/>
              <a:buChar char="•"/>
              <a:defRPr/>
            </a:lvl9pPr>
          </a:lstStyle>
          <a:p/>
        </p:txBody>
      </p:sp>
      <p:sp>
        <p:nvSpPr>
          <p:cNvPr id="95" name="Google Shape;95;p28"/>
          <p:cNvSpPr txBox="1"/>
          <p:nvPr>
            <p:ph idx="3" type="body"/>
          </p:nvPr>
        </p:nvSpPr>
        <p:spPr>
          <a:xfrm>
            <a:off x="9258300" y="1952625"/>
            <a:ext cx="7985700" cy="617100"/>
          </a:xfrm>
          <a:prstGeom prst="rect">
            <a:avLst/>
          </a:prstGeom>
          <a:noFill/>
          <a:ln>
            <a:noFill/>
          </a:ln>
        </p:spPr>
        <p:txBody>
          <a:bodyPr anchorCtr="0" anchor="b" bIns="0" lIns="0" spcFirstLastPara="1" rIns="0" wrap="square" tIns="0">
            <a:normAutofit/>
          </a:bodyPr>
          <a:lstStyle>
            <a:lvl1pPr indent="-228600" lvl="0" marL="457200" algn="l">
              <a:lnSpc>
                <a:spcPct val="130000"/>
              </a:lnSpc>
              <a:spcBef>
                <a:spcPts val="1500"/>
              </a:spcBef>
              <a:spcAft>
                <a:spcPts val="0"/>
              </a:spcAft>
              <a:buClr>
                <a:schemeClr val="lt1"/>
              </a:buClr>
              <a:buSzPts val="3600"/>
              <a:buNone/>
              <a:defRPr b="1" sz="3600">
                <a:latin typeface="Manrope ExtraBold"/>
                <a:ea typeface="Manrope ExtraBold"/>
                <a:cs typeface="Manrope ExtraBold"/>
                <a:sym typeface="Manrope ExtraBold"/>
              </a:defRPr>
            </a:lvl1pPr>
            <a:lvl2pPr indent="-228600" lvl="1" marL="914400" algn="l">
              <a:lnSpc>
                <a:spcPct val="130000"/>
              </a:lnSpc>
              <a:spcBef>
                <a:spcPts val="0"/>
              </a:spcBef>
              <a:spcAft>
                <a:spcPts val="0"/>
              </a:spcAft>
              <a:buClr>
                <a:srgbClr val="FEFEFE"/>
              </a:buClr>
              <a:buSzPts val="3000"/>
              <a:buNone/>
              <a:defRPr b="1" sz="3000">
                <a:latin typeface="Manrope ExtraBold"/>
                <a:ea typeface="Manrope ExtraBold"/>
                <a:cs typeface="Manrope ExtraBold"/>
                <a:sym typeface="Manrope ExtraBold"/>
              </a:defRPr>
            </a:lvl2pPr>
            <a:lvl3pPr indent="-228600" lvl="2" marL="1371600" algn="l">
              <a:lnSpc>
                <a:spcPct val="130000"/>
              </a:lnSpc>
              <a:spcBef>
                <a:spcPts val="0"/>
              </a:spcBef>
              <a:spcAft>
                <a:spcPts val="0"/>
              </a:spcAft>
              <a:buClr>
                <a:srgbClr val="FEFEFE"/>
              </a:buClr>
              <a:buSzPts val="2700"/>
              <a:buNone/>
              <a:defRPr b="1" sz="2700">
                <a:latin typeface="Manrope ExtraBold"/>
                <a:ea typeface="Manrope ExtraBold"/>
                <a:cs typeface="Manrope ExtraBold"/>
                <a:sym typeface="Manrope ExtraBold"/>
              </a:defRPr>
            </a:lvl3pPr>
            <a:lvl4pPr indent="-228600" lvl="3" marL="1828800" algn="l">
              <a:lnSpc>
                <a:spcPct val="130000"/>
              </a:lnSpc>
              <a:spcBef>
                <a:spcPts val="0"/>
              </a:spcBef>
              <a:spcAft>
                <a:spcPts val="0"/>
              </a:spcAft>
              <a:buClr>
                <a:srgbClr val="FEFEFE"/>
              </a:buClr>
              <a:buSzPts val="2400"/>
              <a:buNone/>
              <a:defRPr b="1" sz="2400">
                <a:latin typeface="Manrope ExtraBold"/>
                <a:ea typeface="Manrope ExtraBold"/>
                <a:cs typeface="Manrope ExtraBold"/>
                <a:sym typeface="Manrope ExtraBold"/>
              </a:defRPr>
            </a:lvl4pPr>
            <a:lvl5pPr indent="-228600" lvl="4" marL="2286000" algn="l">
              <a:lnSpc>
                <a:spcPct val="130000"/>
              </a:lnSpc>
              <a:spcBef>
                <a:spcPts val="0"/>
              </a:spcBef>
              <a:spcAft>
                <a:spcPts val="0"/>
              </a:spcAft>
              <a:buClr>
                <a:srgbClr val="FEFEFE"/>
              </a:buClr>
              <a:buSzPts val="2400"/>
              <a:buNone/>
              <a:defRPr b="1" sz="2400">
                <a:latin typeface="Manrope ExtraBold"/>
                <a:ea typeface="Manrope ExtraBold"/>
                <a:cs typeface="Manrope ExtraBold"/>
                <a:sym typeface="Manrope ExtraBold"/>
              </a:defRPr>
            </a:lvl5pPr>
            <a:lvl6pPr indent="-228600" lvl="5" marL="27432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6pPr>
            <a:lvl7pPr indent="-228600" lvl="6" marL="32004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7pPr>
            <a:lvl8pPr indent="-228600" lvl="7" marL="36576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8pPr>
            <a:lvl9pPr indent="-228600" lvl="8" marL="41148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9pPr>
          </a:lstStyle>
          <a:p/>
        </p:txBody>
      </p:sp>
      <p:sp>
        <p:nvSpPr>
          <p:cNvPr id="96" name="Google Shape;96;p28"/>
          <p:cNvSpPr txBox="1"/>
          <p:nvPr>
            <p:ph idx="4" type="body"/>
          </p:nvPr>
        </p:nvSpPr>
        <p:spPr>
          <a:xfrm>
            <a:off x="9258300" y="2812649"/>
            <a:ext cx="7985700" cy="6450300"/>
          </a:xfrm>
          <a:prstGeom prst="rect">
            <a:avLst/>
          </a:prstGeom>
          <a:noFill/>
          <a:ln>
            <a:noFill/>
          </a:ln>
        </p:spPr>
        <p:txBody>
          <a:bodyPr anchorCtr="0" anchor="t" bIns="0" lIns="0" spcFirstLastPara="1" rIns="0" wrap="square" tIns="0">
            <a:normAutofit/>
          </a:bodyPr>
          <a:lstStyle>
            <a:lvl1pPr indent="-438150" lvl="0" marL="457200" algn="l">
              <a:lnSpc>
                <a:spcPct val="130000"/>
              </a:lnSpc>
              <a:spcBef>
                <a:spcPts val="1500"/>
              </a:spcBef>
              <a:spcAft>
                <a:spcPts val="0"/>
              </a:spcAft>
              <a:buClr>
                <a:schemeClr val="lt1"/>
              </a:buClr>
              <a:buSzPts val="3300"/>
              <a:buChar char="•"/>
              <a:defRPr sz="3300">
                <a:latin typeface="Lato"/>
                <a:ea typeface="Lato"/>
                <a:cs typeface="Lato"/>
                <a:sym typeface="Lato"/>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750"/>
              </a:spcBef>
              <a:spcAft>
                <a:spcPts val="0"/>
              </a:spcAft>
              <a:buClr>
                <a:schemeClr val="lt1"/>
              </a:buClr>
              <a:buSzPts val="1800"/>
              <a:buChar char="•"/>
              <a:defRPr/>
            </a:lvl6pPr>
            <a:lvl7pPr indent="-342900" lvl="6" marL="3200400" algn="l">
              <a:lnSpc>
                <a:spcPct val="90000"/>
              </a:lnSpc>
              <a:spcBef>
                <a:spcPts val="750"/>
              </a:spcBef>
              <a:spcAft>
                <a:spcPts val="0"/>
              </a:spcAft>
              <a:buClr>
                <a:schemeClr val="lt1"/>
              </a:buClr>
              <a:buSzPts val="1800"/>
              <a:buChar char="•"/>
              <a:defRPr/>
            </a:lvl7pPr>
            <a:lvl8pPr indent="-342900" lvl="7" marL="3657600" algn="l">
              <a:lnSpc>
                <a:spcPct val="90000"/>
              </a:lnSpc>
              <a:spcBef>
                <a:spcPts val="750"/>
              </a:spcBef>
              <a:spcAft>
                <a:spcPts val="0"/>
              </a:spcAft>
              <a:buClr>
                <a:schemeClr val="lt1"/>
              </a:buClr>
              <a:buSzPts val="1800"/>
              <a:buChar char="•"/>
              <a:defRPr/>
            </a:lvl8pPr>
            <a:lvl9pPr indent="-342900" lvl="8" marL="4114800" algn="l">
              <a:lnSpc>
                <a:spcPct val="90000"/>
              </a:lnSpc>
              <a:spcBef>
                <a:spcPts val="750"/>
              </a:spcBef>
              <a:spcAft>
                <a:spcPts val="0"/>
              </a:spcAft>
              <a:buClr>
                <a:schemeClr val="lt1"/>
              </a:buClr>
              <a:buSzPts val="1800"/>
              <a:buChar char="•"/>
              <a:defRPr/>
            </a:lvl9pPr>
          </a:lstStyle>
          <a:p/>
        </p:txBody>
      </p:sp>
      <p:sp>
        <p:nvSpPr>
          <p:cNvPr id="97" name="Google Shape;97;p28"/>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8"/>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8"/>
          <p:cNvSpPr txBox="1"/>
          <p:nvPr>
            <p:ph idx="12" type="sldNum"/>
          </p:nvPr>
        </p:nvSpPr>
        <p:spPr>
          <a:xfrm>
            <a:off x="13130975"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p29"/>
          <p:cNvSpPr txBox="1"/>
          <p:nvPr>
            <p:ph type="title"/>
          </p:nvPr>
        </p:nvSpPr>
        <p:spPr>
          <a:xfrm>
            <a:off x="1043940" y="540000"/>
            <a:ext cx="16200000" cy="1080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9"/>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9"/>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9"/>
          <p:cNvSpPr txBox="1"/>
          <p:nvPr>
            <p:ph idx="12" type="sldNum"/>
          </p:nvPr>
        </p:nvSpPr>
        <p:spPr>
          <a:xfrm>
            <a:off x="13130975"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05" name="Shape 105"/>
        <p:cNvGrpSpPr/>
        <p:nvPr/>
      </p:nvGrpSpPr>
      <p:grpSpPr>
        <a:xfrm>
          <a:off x="0" y="0"/>
          <a:ext cx="0" cy="0"/>
          <a:chOff x="0" y="0"/>
          <a:chExt cx="0" cy="0"/>
        </a:xfrm>
      </p:grpSpPr>
      <p:sp>
        <p:nvSpPr>
          <p:cNvPr id="106" name="Google Shape;106;p30"/>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30"/>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0"/>
          <p:cNvSpPr txBox="1"/>
          <p:nvPr>
            <p:ph idx="12" type="sldNum"/>
          </p:nvPr>
        </p:nvSpPr>
        <p:spPr>
          <a:xfrm>
            <a:off x="13130975"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nly">
  <p:cSld name="Content Only">
    <p:spTree>
      <p:nvGrpSpPr>
        <p:cNvPr id="109" name="Shape 109"/>
        <p:cNvGrpSpPr/>
        <p:nvPr/>
      </p:nvGrpSpPr>
      <p:grpSpPr>
        <a:xfrm>
          <a:off x="0" y="0"/>
          <a:ext cx="0" cy="0"/>
          <a:chOff x="0" y="0"/>
          <a:chExt cx="0" cy="0"/>
        </a:xfrm>
      </p:grpSpPr>
      <p:sp>
        <p:nvSpPr>
          <p:cNvPr id="110" name="Google Shape;110;p31"/>
          <p:cNvSpPr txBox="1"/>
          <p:nvPr>
            <p:ph idx="1" type="body"/>
          </p:nvPr>
        </p:nvSpPr>
        <p:spPr>
          <a:xfrm>
            <a:off x="1043940" y="540068"/>
            <a:ext cx="16203000" cy="8726700"/>
          </a:xfrm>
          <a:prstGeom prst="rect">
            <a:avLst/>
          </a:prstGeom>
          <a:noFill/>
          <a:ln>
            <a:noFill/>
          </a:ln>
        </p:spPr>
        <p:txBody>
          <a:bodyPr anchorCtr="0" anchor="t" bIns="0" lIns="0" spcFirstLastPara="1" rIns="0" wrap="square" tIns="0">
            <a:normAutofit/>
          </a:bodyPr>
          <a:lstStyle>
            <a:lvl1pPr indent="-342900" lvl="0" marL="457200" algn="l">
              <a:lnSpc>
                <a:spcPct val="130000"/>
              </a:lnSpc>
              <a:spcBef>
                <a:spcPts val="1500"/>
              </a:spcBef>
              <a:spcAft>
                <a:spcPts val="0"/>
              </a:spcAft>
              <a:buClr>
                <a:schemeClr val="lt1"/>
              </a:buClr>
              <a:buSzPts val="1800"/>
              <a:buChar char="•"/>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750"/>
              </a:spcBef>
              <a:spcAft>
                <a:spcPts val="0"/>
              </a:spcAft>
              <a:buClr>
                <a:schemeClr val="lt1"/>
              </a:buClr>
              <a:buSzPts val="1800"/>
              <a:buChar char="•"/>
              <a:defRPr/>
            </a:lvl6pPr>
            <a:lvl7pPr indent="-342900" lvl="6" marL="3200400" algn="l">
              <a:lnSpc>
                <a:spcPct val="90000"/>
              </a:lnSpc>
              <a:spcBef>
                <a:spcPts val="750"/>
              </a:spcBef>
              <a:spcAft>
                <a:spcPts val="0"/>
              </a:spcAft>
              <a:buClr>
                <a:schemeClr val="lt1"/>
              </a:buClr>
              <a:buSzPts val="1800"/>
              <a:buChar char="•"/>
              <a:defRPr/>
            </a:lvl7pPr>
            <a:lvl8pPr indent="-342900" lvl="7" marL="3657600" algn="l">
              <a:lnSpc>
                <a:spcPct val="90000"/>
              </a:lnSpc>
              <a:spcBef>
                <a:spcPts val="750"/>
              </a:spcBef>
              <a:spcAft>
                <a:spcPts val="0"/>
              </a:spcAft>
              <a:buClr>
                <a:schemeClr val="lt1"/>
              </a:buClr>
              <a:buSzPts val="1800"/>
              <a:buChar char="•"/>
              <a:defRPr/>
            </a:lvl8pPr>
            <a:lvl9pPr indent="-342900" lvl="8" marL="4114800" algn="l">
              <a:lnSpc>
                <a:spcPct val="90000"/>
              </a:lnSpc>
              <a:spcBef>
                <a:spcPts val="750"/>
              </a:spcBef>
              <a:spcAft>
                <a:spcPts val="0"/>
              </a:spcAft>
              <a:buClr>
                <a:schemeClr val="lt1"/>
              </a:buClr>
              <a:buSzPts val="1800"/>
              <a:buChar char="•"/>
              <a:defRPr/>
            </a:lvl9pPr>
          </a:lstStyle>
          <a:p/>
        </p:txBody>
      </p:sp>
      <p:sp>
        <p:nvSpPr>
          <p:cNvPr id="111" name="Google Shape;111;p31"/>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31"/>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1"/>
          <p:cNvSpPr txBox="1"/>
          <p:nvPr>
            <p:ph idx="12" type="sldNum"/>
          </p:nvPr>
        </p:nvSpPr>
        <p:spPr>
          <a:xfrm>
            <a:off x="13130975"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Title and Subtitle">
    <p:spTree>
      <p:nvGrpSpPr>
        <p:cNvPr id="114" name="Shape 114"/>
        <p:cNvGrpSpPr/>
        <p:nvPr/>
      </p:nvGrpSpPr>
      <p:grpSpPr>
        <a:xfrm>
          <a:off x="0" y="0"/>
          <a:ext cx="0" cy="0"/>
          <a:chOff x="0" y="0"/>
          <a:chExt cx="0" cy="0"/>
        </a:xfrm>
      </p:grpSpPr>
      <p:sp>
        <p:nvSpPr>
          <p:cNvPr id="115" name="Google Shape;115;p32"/>
          <p:cNvSpPr txBox="1"/>
          <p:nvPr>
            <p:ph type="title"/>
          </p:nvPr>
        </p:nvSpPr>
        <p:spPr>
          <a:xfrm>
            <a:off x="1044893" y="540068"/>
            <a:ext cx="16197300" cy="12963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32"/>
          <p:cNvSpPr txBox="1"/>
          <p:nvPr>
            <p:ph idx="1" type="body"/>
          </p:nvPr>
        </p:nvSpPr>
        <p:spPr>
          <a:xfrm>
            <a:off x="1043940" y="1952625"/>
            <a:ext cx="16198500" cy="608400"/>
          </a:xfrm>
          <a:prstGeom prst="rect">
            <a:avLst/>
          </a:prstGeom>
          <a:noFill/>
          <a:ln>
            <a:noFill/>
          </a:ln>
        </p:spPr>
        <p:txBody>
          <a:bodyPr anchorCtr="0" anchor="t" bIns="0" lIns="0" spcFirstLastPara="1" rIns="0" wrap="square" tIns="0">
            <a:normAutofit/>
          </a:bodyPr>
          <a:lstStyle>
            <a:lvl1pPr indent="-228600" lvl="0" marL="457200" algn="l">
              <a:lnSpc>
                <a:spcPct val="130000"/>
              </a:lnSpc>
              <a:spcBef>
                <a:spcPts val="1500"/>
              </a:spcBef>
              <a:spcAft>
                <a:spcPts val="0"/>
              </a:spcAft>
              <a:buClr>
                <a:schemeClr val="lt1"/>
              </a:buClr>
              <a:buSzPts val="3600"/>
              <a:buNone/>
              <a:defRPr b="0" sz="3600">
                <a:latin typeface="Manrope ExtraBold"/>
                <a:ea typeface="Manrope ExtraBold"/>
                <a:cs typeface="Manrope ExtraBold"/>
                <a:sym typeface="Manrope ExtraBold"/>
              </a:defRPr>
            </a:lvl1pPr>
            <a:lvl2pPr indent="-228600" lvl="1" marL="914400" algn="l">
              <a:lnSpc>
                <a:spcPct val="130000"/>
              </a:lnSpc>
              <a:spcBef>
                <a:spcPts val="0"/>
              </a:spcBef>
              <a:spcAft>
                <a:spcPts val="0"/>
              </a:spcAft>
              <a:buClr>
                <a:srgbClr val="FEFEFE"/>
              </a:buClr>
              <a:buSzPts val="3000"/>
              <a:buNone/>
              <a:defRPr b="1" sz="3000">
                <a:latin typeface="Manrope ExtraBold"/>
                <a:ea typeface="Manrope ExtraBold"/>
                <a:cs typeface="Manrope ExtraBold"/>
                <a:sym typeface="Manrope ExtraBold"/>
              </a:defRPr>
            </a:lvl2pPr>
            <a:lvl3pPr indent="-228600" lvl="2" marL="1371600" algn="l">
              <a:lnSpc>
                <a:spcPct val="130000"/>
              </a:lnSpc>
              <a:spcBef>
                <a:spcPts val="0"/>
              </a:spcBef>
              <a:spcAft>
                <a:spcPts val="0"/>
              </a:spcAft>
              <a:buClr>
                <a:srgbClr val="FEFEFE"/>
              </a:buClr>
              <a:buSzPts val="2700"/>
              <a:buNone/>
              <a:defRPr b="1" sz="2700">
                <a:latin typeface="Manrope ExtraBold"/>
                <a:ea typeface="Manrope ExtraBold"/>
                <a:cs typeface="Manrope ExtraBold"/>
                <a:sym typeface="Manrope ExtraBold"/>
              </a:defRPr>
            </a:lvl3pPr>
            <a:lvl4pPr indent="-228600" lvl="3" marL="1828800" algn="l">
              <a:lnSpc>
                <a:spcPct val="130000"/>
              </a:lnSpc>
              <a:spcBef>
                <a:spcPts val="0"/>
              </a:spcBef>
              <a:spcAft>
                <a:spcPts val="0"/>
              </a:spcAft>
              <a:buClr>
                <a:srgbClr val="FEFEFE"/>
              </a:buClr>
              <a:buSzPts val="2400"/>
              <a:buNone/>
              <a:defRPr b="1" sz="2400">
                <a:latin typeface="Manrope ExtraBold"/>
                <a:ea typeface="Manrope ExtraBold"/>
                <a:cs typeface="Manrope ExtraBold"/>
                <a:sym typeface="Manrope ExtraBold"/>
              </a:defRPr>
            </a:lvl4pPr>
            <a:lvl5pPr indent="-228600" lvl="4" marL="2286000" algn="l">
              <a:lnSpc>
                <a:spcPct val="130000"/>
              </a:lnSpc>
              <a:spcBef>
                <a:spcPts val="0"/>
              </a:spcBef>
              <a:spcAft>
                <a:spcPts val="0"/>
              </a:spcAft>
              <a:buClr>
                <a:srgbClr val="FEFEFE"/>
              </a:buClr>
              <a:buSzPts val="2400"/>
              <a:buNone/>
              <a:defRPr b="1" sz="2400">
                <a:latin typeface="Manrope ExtraBold"/>
                <a:ea typeface="Manrope ExtraBold"/>
                <a:cs typeface="Manrope ExtraBold"/>
                <a:sym typeface="Manrope ExtraBold"/>
              </a:defRPr>
            </a:lvl5pPr>
            <a:lvl6pPr indent="-228600" lvl="5" marL="27432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6pPr>
            <a:lvl7pPr indent="-228600" lvl="6" marL="32004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7pPr>
            <a:lvl8pPr indent="-228600" lvl="7" marL="36576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8pPr>
            <a:lvl9pPr indent="-228600" lvl="8" marL="4114800" algn="l">
              <a:lnSpc>
                <a:spcPct val="90000"/>
              </a:lnSpc>
              <a:spcBef>
                <a:spcPts val="750"/>
              </a:spcBef>
              <a:spcAft>
                <a:spcPts val="0"/>
              </a:spcAft>
              <a:buClr>
                <a:schemeClr val="lt1"/>
              </a:buClr>
              <a:buSzPts val="2400"/>
              <a:buNone/>
              <a:defRPr b="1" sz="2400">
                <a:latin typeface="Manrope ExtraBold"/>
                <a:ea typeface="Manrope ExtraBold"/>
                <a:cs typeface="Manrope ExtraBold"/>
                <a:sym typeface="Manrope ExtraBold"/>
              </a:defRPr>
            </a:lvl9pPr>
          </a:lstStyle>
          <a:p/>
        </p:txBody>
      </p:sp>
      <p:sp>
        <p:nvSpPr>
          <p:cNvPr id="117" name="Google Shape;117;p32"/>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2"/>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32"/>
          <p:cNvSpPr txBox="1"/>
          <p:nvPr>
            <p:ph idx="12" type="sldNum"/>
          </p:nvPr>
        </p:nvSpPr>
        <p:spPr>
          <a:xfrm>
            <a:off x="13130975"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spTree>
      <p:nvGrpSpPr>
        <p:cNvPr id="120" name="Shape 120"/>
        <p:cNvGrpSpPr/>
        <p:nvPr/>
      </p:nvGrpSpPr>
      <p:grpSpPr>
        <a:xfrm>
          <a:off x="0" y="0"/>
          <a:ext cx="0" cy="0"/>
          <a:chOff x="0" y="0"/>
          <a:chExt cx="0" cy="0"/>
        </a:xfrm>
      </p:grpSpPr>
      <p:sp>
        <p:nvSpPr>
          <p:cNvPr id="121" name="Google Shape;121;p33"/>
          <p:cNvSpPr/>
          <p:nvPr/>
        </p:nvSpPr>
        <p:spPr>
          <a:xfrm flipH="1">
            <a:off x="0" y="0"/>
            <a:ext cx="18288000"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122" name="Google Shape;122;p33"/>
          <p:cNvSpPr/>
          <p:nvPr/>
        </p:nvSpPr>
        <p:spPr>
          <a:xfrm rot="10800000">
            <a:off x="-9" y="4495800"/>
            <a:ext cx="7265400" cy="5791200"/>
          </a:xfrm>
          <a:prstGeom prst="rect">
            <a:avLst/>
          </a:prstGeom>
          <a:gradFill>
            <a:gsLst>
              <a:gs pos="0">
                <a:srgbClr val="FE0000">
                  <a:alpha val="0"/>
                </a:srgbClr>
              </a:gs>
              <a:gs pos="36000">
                <a:srgbClr val="FE0000">
                  <a:alpha val="0"/>
                </a:srgbClr>
              </a:gs>
              <a:gs pos="100000">
                <a:srgbClr val="FE0000">
                  <a:alpha val="20000"/>
                </a:srgbClr>
              </a:gs>
            </a:gsLst>
            <a:lin ang="1890004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123" name="Google Shape;123;p33"/>
          <p:cNvSpPr/>
          <p:nvPr/>
        </p:nvSpPr>
        <p:spPr>
          <a:xfrm flipH="1">
            <a:off x="1860769" y="1270110"/>
            <a:ext cx="834272" cy="126492"/>
          </a:xfrm>
          <a:custGeom>
            <a:rect b="b" l="l" r="r" t="t"/>
            <a:pathLst>
              <a:path extrusionOk="0" h="84328" w="556181">
                <a:moveTo>
                  <a:pt x="42164" y="0"/>
                </a:moveTo>
                <a:cubicBezTo>
                  <a:pt x="18877" y="0"/>
                  <a:pt x="0" y="18877"/>
                  <a:pt x="0" y="42164"/>
                </a:cubicBezTo>
                <a:cubicBezTo>
                  <a:pt x="0" y="65451"/>
                  <a:pt x="18877" y="84328"/>
                  <a:pt x="42164" y="84328"/>
                </a:cubicBezTo>
                <a:cubicBezTo>
                  <a:pt x="65451" y="84328"/>
                  <a:pt x="84328" y="65451"/>
                  <a:pt x="84328" y="42164"/>
                </a:cubicBezTo>
                <a:cubicBezTo>
                  <a:pt x="84328" y="18877"/>
                  <a:pt x="65451" y="0"/>
                  <a:pt x="42164" y="0"/>
                </a:cubicBezTo>
                <a:close/>
                <a:moveTo>
                  <a:pt x="199448" y="0"/>
                </a:moveTo>
                <a:cubicBezTo>
                  <a:pt x="176161" y="0"/>
                  <a:pt x="157284" y="18877"/>
                  <a:pt x="157284" y="42164"/>
                </a:cubicBezTo>
                <a:cubicBezTo>
                  <a:pt x="157284" y="65451"/>
                  <a:pt x="176161" y="84328"/>
                  <a:pt x="199448" y="84328"/>
                </a:cubicBezTo>
                <a:cubicBezTo>
                  <a:pt x="222735" y="84328"/>
                  <a:pt x="241612" y="65451"/>
                  <a:pt x="241612" y="42164"/>
                </a:cubicBezTo>
                <a:cubicBezTo>
                  <a:pt x="241612" y="18877"/>
                  <a:pt x="222735" y="0"/>
                  <a:pt x="199448" y="0"/>
                </a:cubicBezTo>
                <a:close/>
                <a:moveTo>
                  <a:pt x="356734" y="0"/>
                </a:moveTo>
                <a:cubicBezTo>
                  <a:pt x="333447" y="0"/>
                  <a:pt x="314570" y="18877"/>
                  <a:pt x="314570" y="42164"/>
                </a:cubicBezTo>
                <a:cubicBezTo>
                  <a:pt x="314570" y="65451"/>
                  <a:pt x="333447" y="84328"/>
                  <a:pt x="356734" y="84328"/>
                </a:cubicBezTo>
                <a:cubicBezTo>
                  <a:pt x="380021" y="84328"/>
                  <a:pt x="398898" y="65451"/>
                  <a:pt x="398898" y="42164"/>
                </a:cubicBezTo>
                <a:cubicBezTo>
                  <a:pt x="398898" y="18877"/>
                  <a:pt x="380021" y="0"/>
                  <a:pt x="356734" y="0"/>
                </a:cubicBezTo>
                <a:close/>
                <a:moveTo>
                  <a:pt x="514017" y="0"/>
                </a:moveTo>
                <a:cubicBezTo>
                  <a:pt x="490730" y="0"/>
                  <a:pt x="471853" y="18877"/>
                  <a:pt x="471853" y="42164"/>
                </a:cubicBezTo>
                <a:cubicBezTo>
                  <a:pt x="471853" y="65451"/>
                  <a:pt x="490730" y="84328"/>
                  <a:pt x="514017" y="84328"/>
                </a:cubicBezTo>
                <a:cubicBezTo>
                  <a:pt x="537304" y="84328"/>
                  <a:pt x="556181" y="65451"/>
                  <a:pt x="556181" y="42164"/>
                </a:cubicBezTo>
                <a:cubicBezTo>
                  <a:pt x="556181" y="18877"/>
                  <a:pt x="537304" y="0"/>
                  <a:pt x="514017"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cxnSp>
        <p:nvCxnSpPr>
          <p:cNvPr id="124" name="Google Shape;124;p33"/>
          <p:cNvCxnSpPr/>
          <p:nvPr/>
        </p:nvCxnSpPr>
        <p:spPr>
          <a:xfrm>
            <a:off x="2767011" y="8924925"/>
            <a:ext cx="9253500" cy="0"/>
          </a:xfrm>
          <a:prstGeom prst="straightConnector1">
            <a:avLst/>
          </a:prstGeom>
          <a:noFill/>
          <a:ln cap="rnd" cmpd="sng" w="25400">
            <a:solidFill>
              <a:schemeClr val="accent1">
                <a:alpha val="20000"/>
              </a:schemeClr>
            </a:solidFill>
            <a:prstDash val="solid"/>
            <a:miter lim="800000"/>
            <a:headEnd len="sm" w="sm" type="none"/>
            <a:tailEnd len="sm" w="sm" type="none"/>
          </a:ln>
        </p:spPr>
      </p:cxnSp>
      <p:cxnSp>
        <p:nvCxnSpPr>
          <p:cNvPr id="125" name="Google Shape;125;p33"/>
          <p:cNvCxnSpPr/>
          <p:nvPr/>
        </p:nvCxnSpPr>
        <p:spPr>
          <a:xfrm>
            <a:off x="1706687" y="8924925"/>
            <a:ext cx="203100" cy="0"/>
          </a:xfrm>
          <a:prstGeom prst="straightConnector1">
            <a:avLst/>
          </a:prstGeom>
          <a:noFill/>
          <a:ln cap="rnd" cmpd="sng" w="25400">
            <a:solidFill>
              <a:schemeClr val="accent1">
                <a:alpha val="20000"/>
              </a:schemeClr>
            </a:solidFill>
            <a:prstDash val="solid"/>
            <a:miter lim="800000"/>
            <a:headEnd len="sm" w="sm" type="none"/>
            <a:tailEnd len="sm" w="sm" type="none"/>
          </a:ln>
        </p:spPr>
      </p:cxnSp>
      <p:sp>
        <p:nvSpPr>
          <p:cNvPr id="126" name="Google Shape;126;p33"/>
          <p:cNvSpPr/>
          <p:nvPr/>
        </p:nvSpPr>
        <p:spPr>
          <a:xfrm flipH="1">
            <a:off x="13835001" y="690659"/>
            <a:ext cx="4453001" cy="8905685"/>
          </a:xfrm>
          <a:custGeom>
            <a:rect b="b" l="l" r="r" t="t"/>
            <a:pathLst>
              <a:path extrusionOk="0" h="5937123" w="2968667">
                <a:moveTo>
                  <a:pt x="0" y="0"/>
                </a:moveTo>
                <a:lnTo>
                  <a:pt x="2968459" y="2968457"/>
                </a:lnTo>
                <a:lnTo>
                  <a:pt x="2968667" y="2968457"/>
                </a:lnTo>
                <a:lnTo>
                  <a:pt x="0" y="5937123"/>
                </a:lnTo>
                <a:lnTo>
                  <a:pt x="0" y="4759980"/>
                </a:lnTo>
                <a:lnTo>
                  <a:pt x="1791524" y="2968457"/>
                </a:lnTo>
                <a:lnTo>
                  <a:pt x="0" y="1176935"/>
                </a:lnTo>
                <a:close/>
              </a:path>
            </a:pathLst>
          </a:custGeom>
          <a:gradFill>
            <a:gsLst>
              <a:gs pos="0">
                <a:srgbClr val="FE0000">
                  <a:alpha val="40000"/>
                </a:srgbClr>
              </a:gs>
              <a:gs pos="100000">
                <a:srgbClr val="FE0000">
                  <a:alpha val="0"/>
                </a:srgbClr>
              </a:gs>
            </a:gsLst>
            <a:lin ang="16200038"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cxnSp>
        <p:nvCxnSpPr>
          <p:cNvPr id="127" name="Google Shape;127;p33"/>
          <p:cNvCxnSpPr/>
          <p:nvPr/>
        </p:nvCxnSpPr>
        <p:spPr>
          <a:xfrm flipH="1">
            <a:off x="12833006" y="1049793"/>
            <a:ext cx="3311100" cy="3311100"/>
          </a:xfrm>
          <a:prstGeom prst="straightConnector1">
            <a:avLst/>
          </a:prstGeom>
          <a:noFill/>
          <a:ln cap="flat" cmpd="sng" w="22225">
            <a:solidFill>
              <a:schemeClr val="accent1"/>
            </a:solidFill>
            <a:prstDash val="solid"/>
            <a:miter lim="800000"/>
            <a:headEnd len="sm" w="sm" type="none"/>
            <a:tailEnd len="sm" w="sm" type="none"/>
          </a:ln>
        </p:spPr>
      </p:cxnSp>
      <p:cxnSp>
        <p:nvCxnSpPr>
          <p:cNvPr id="128" name="Google Shape;128;p33"/>
          <p:cNvCxnSpPr/>
          <p:nvPr/>
        </p:nvCxnSpPr>
        <p:spPr>
          <a:xfrm flipH="1">
            <a:off x="13128223" y="1049793"/>
            <a:ext cx="3311100" cy="3311100"/>
          </a:xfrm>
          <a:prstGeom prst="straightConnector1">
            <a:avLst/>
          </a:prstGeom>
          <a:noFill/>
          <a:ln cap="flat" cmpd="sng" w="22225">
            <a:solidFill>
              <a:schemeClr val="accent1"/>
            </a:solidFill>
            <a:prstDash val="solid"/>
            <a:miter lim="800000"/>
            <a:headEnd len="sm" w="sm" type="none"/>
            <a:tailEnd len="sm" w="sm" type="none"/>
          </a:ln>
        </p:spPr>
      </p:cxnSp>
      <p:cxnSp>
        <p:nvCxnSpPr>
          <p:cNvPr id="129" name="Google Shape;129;p33"/>
          <p:cNvCxnSpPr/>
          <p:nvPr/>
        </p:nvCxnSpPr>
        <p:spPr>
          <a:xfrm flipH="1">
            <a:off x="13423441" y="1049793"/>
            <a:ext cx="3311100" cy="3311100"/>
          </a:xfrm>
          <a:prstGeom prst="straightConnector1">
            <a:avLst/>
          </a:prstGeom>
          <a:noFill/>
          <a:ln cap="flat" cmpd="sng" w="22225">
            <a:solidFill>
              <a:schemeClr val="accent1"/>
            </a:solidFill>
            <a:prstDash val="solid"/>
            <a:miter lim="800000"/>
            <a:headEnd len="sm" w="sm" type="none"/>
            <a:tailEnd len="sm" w="sm" type="none"/>
          </a:ln>
        </p:spPr>
      </p:cxnSp>
      <p:cxnSp>
        <p:nvCxnSpPr>
          <p:cNvPr id="130" name="Google Shape;130;p33"/>
          <p:cNvCxnSpPr/>
          <p:nvPr/>
        </p:nvCxnSpPr>
        <p:spPr>
          <a:xfrm rot="10800000">
            <a:off x="12833006" y="5943242"/>
            <a:ext cx="3311100" cy="3311100"/>
          </a:xfrm>
          <a:prstGeom prst="straightConnector1">
            <a:avLst/>
          </a:prstGeom>
          <a:noFill/>
          <a:ln cap="flat" cmpd="sng" w="22225">
            <a:solidFill>
              <a:schemeClr val="accent1"/>
            </a:solidFill>
            <a:prstDash val="solid"/>
            <a:miter lim="800000"/>
            <a:headEnd len="sm" w="sm" type="none"/>
            <a:tailEnd len="sm" w="sm" type="none"/>
          </a:ln>
        </p:spPr>
      </p:cxnSp>
      <p:cxnSp>
        <p:nvCxnSpPr>
          <p:cNvPr id="131" name="Google Shape;131;p33"/>
          <p:cNvCxnSpPr/>
          <p:nvPr/>
        </p:nvCxnSpPr>
        <p:spPr>
          <a:xfrm rot="10800000">
            <a:off x="13128223" y="5943242"/>
            <a:ext cx="3311100" cy="3311100"/>
          </a:xfrm>
          <a:prstGeom prst="straightConnector1">
            <a:avLst/>
          </a:prstGeom>
          <a:noFill/>
          <a:ln cap="flat" cmpd="sng" w="22225">
            <a:solidFill>
              <a:schemeClr val="accent1"/>
            </a:solidFill>
            <a:prstDash val="solid"/>
            <a:miter lim="800000"/>
            <a:headEnd len="sm" w="sm" type="none"/>
            <a:tailEnd len="sm" w="sm" type="none"/>
          </a:ln>
        </p:spPr>
      </p:cxnSp>
      <p:cxnSp>
        <p:nvCxnSpPr>
          <p:cNvPr id="132" name="Google Shape;132;p33"/>
          <p:cNvCxnSpPr/>
          <p:nvPr/>
        </p:nvCxnSpPr>
        <p:spPr>
          <a:xfrm rot="10800000">
            <a:off x="13423441" y="5943242"/>
            <a:ext cx="3311100" cy="3311100"/>
          </a:xfrm>
          <a:prstGeom prst="straightConnector1">
            <a:avLst/>
          </a:prstGeom>
          <a:noFill/>
          <a:ln cap="flat" cmpd="sng" w="22225">
            <a:solidFill>
              <a:schemeClr val="accent1"/>
            </a:solidFill>
            <a:prstDash val="solid"/>
            <a:miter lim="800000"/>
            <a:headEnd len="sm" w="sm" type="none"/>
            <a:tailEnd len="sm" w="sm" type="none"/>
          </a:ln>
        </p:spPr>
      </p:cxnSp>
      <p:sp>
        <p:nvSpPr>
          <p:cNvPr id="133" name="Google Shape;133;p33"/>
          <p:cNvSpPr/>
          <p:nvPr/>
        </p:nvSpPr>
        <p:spPr>
          <a:xfrm flipH="1">
            <a:off x="17456469" y="4311972"/>
            <a:ext cx="831531" cy="1663056"/>
          </a:xfrm>
          <a:custGeom>
            <a:rect b="b" l="l" r="r" t="t"/>
            <a:pathLst>
              <a:path extrusionOk="0" h="1108704" w="554354">
                <a:moveTo>
                  <a:pt x="0" y="0"/>
                </a:moveTo>
                <a:lnTo>
                  <a:pt x="554354" y="554352"/>
                </a:lnTo>
                <a:lnTo>
                  <a:pt x="0" y="1108704"/>
                </a:lnTo>
                <a:close/>
              </a:path>
            </a:pathLst>
          </a:custGeom>
          <a:solidFill>
            <a:schemeClr val="accent1">
              <a:alpha val="80000"/>
            </a:schemeClr>
          </a:soli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134" name="Google Shape;134;p33"/>
          <p:cNvSpPr/>
          <p:nvPr/>
        </p:nvSpPr>
        <p:spPr>
          <a:xfrm flipH="1">
            <a:off x="15150189" y="2005802"/>
            <a:ext cx="3137811" cy="6275399"/>
          </a:xfrm>
          <a:custGeom>
            <a:rect b="b" l="l" r="r" t="t"/>
            <a:pathLst>
              <a:path extrusionOk="0" h="4183599" w="2091874">
                <a:moveTo>
                  <a:pt x="0" y="0"/>
                </a:moveTo>
                <a:lnTo>
                  <a:pt x="2091727" y="2091726"/>
                </a:lnTo>
                <a:lnTo>
                  <a:pt x="2091874" y="2091726"/>
                </a:lnTo>
                <a:lnTo>
                  <a:pt x="0" y="4183599"/>
                </a:lnTo>
                <a:lnTo>
                  <a:pt x="0" y="3354124"/>
                </a:lnTo>
                <a:lnTo>
                  <a:pt x="1262398" y="2091726"/>
                </a:lnTo>
                <a:lnTo>
                  <a:pt x="0" y="829327"/>
                </a:lnTo>
                <a:close/>
              </a:path>
            </a:pathLst>
          </a:custGeom>
          <a:gradFill>
            <a:gsLst>
              <a:gs pos="0">
                <a:schemeClr val="accent1"/>
              </a:gs>
              <a:gs pos="100000">
                <a:srgbClr val="FE0000">
                  <a:alpha val="0"/>
                </a:srgbClr>
              </a:gs>
            </a:gsLst>
            <a:lin ang="16200038"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135" name="Google Shape;135;p33"/>
          <p:cNvSpPr/>
          <p:nvPr/>
        </p:nvSpPr>
        <p:spPr>
          <a:xfrm flipH="1">
            <a:off x="13133181" y="0"/>
            <a:ext cx="5154820" cy="10289372"/>
          </a:xfrm>
          <a:custGeom>
            <a:rect b="b" l="l" r="r" t="t"/>
            <a:pathLst>
              <a:path extrusionOk="0" h="6871033" w="3436547">
                <a:moveTo>
                  <a:pt x="1" y="0"/>
                </a:moveTo>
                <a:lnTo>
                  <a:pt x="3436547" y="3435516"/>
                </a:lnTo>
                <a:lnTo>
                  <a:pt x="1" y="6871033"/>
                </a:lnTo>
                <a:lnTo>
                  <a:pt x="0" y="6871032"/>
                </a:lnTo>
                <a:lnTo>
                  <a:pt x="0" y="6041558"/>
                </a:lnTo>
                <a:lnTo>
                  <a:pt x="1" y="6041559"/>
                </a:lnTo>
                <a:lnTo>
                  <a:pt x="2606778" y="3435516"/>
                </a:lnTo>
                <a:lnTo>
                  <a:pt x="1" y="829475"/>
                </a:lnTo>
                <a:lnTo>
                  <a:pt x="0" y="829476"/>
                </a:lnTo>
                <a:lnTo>
                  <a:pt x="0" y="1"/>
                </a:lnTo>
                <a:close/>
              </a:path>
            </a:pathLst>
          </a:custGeom>
          <a:gradFill>
            <a:gsLst>
              <a:gs pos="0">
                <a:schemeClr val="accent1"/>
              </a:gs>
              <a:gs pos="86000">
                <a:srgbClr val="FE0000">
                  <a:alpha val="0"/>
                </a:srgbClr>
              </a:gs>
              <a:gs pos="100000">
                <a:srgbClr val="FE0000">
                  <a:alpha val="0"/>
                </a:srgbClr>
              </a:gs>
            </a:gsLst>
            <a:lin ang="5400012" scaled="0"/>
          </a:gradFill>
          <a:ln cap="flat" cmpd="sng" w="19050">
            <a:solidFill>
              <a:schemeClr val="accent1"/>
            </a:solidFill>
            <a:prstDash val="solid"/>
            <a:miter lim="800000"/>
            <a:headEnd len="sm" w="sm" type="none"/>
            <a:tailEnd len="sm" w="sm" type="none"/>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sp>
        <p:nvSpPr>
          <p:cNvPr id="136" name="Google Shape;136;p33"/>
          <p:cNvSpPr/>
          <p:nvPr/>
        </p:nvSpPr>
        <p:spPr>
          <a:xfrm flipH="1">
            <a:off x="8642632" y="0"/>
            <a:ext cx="7442510" cy="10286999"/>
          </a:xfrm>
          <a:custGeom>
            <a:rect b="b" l="l" r="r" t="t"/>
            <a:pathLst>
              <a:path extrusionOk="0" h="6857999" w="4961673">
                <a:moveTo>
                  <a:pt x="13037" y="0"/>
                </a:moveTo>
                <a:lnTo>
                  <a:pt x="1531645" y="0"/>
                </a:lnTo>
                <a:lnTo>
                  <a:pt x="4961673" y="3422495"/>
                </a:lnTo>
                <a:lnTo>
                  <a:pt x="1518608" y="6857999"/>
                </a:lnTo>
                <a:lnTo>
                  <a:pt x="0" y="6857999"/>
                </a:lnTo>
                <a:lnTo>
                  <a:pt x="3443005" y="3422495"/>
                </a:lnTo>
                <a:close/>
              </a:path>
            </a:pathLst>
          </a:custGeom>
          <a:gradFill>
            <a:gsLst>
              <a:gs pos="0">
                <a:srgbClr val="FE0000">
                  <a:alpha val="20000"/>
                </a:srgbClr>
              </a:gs>
              <a:gs pos="18000">
                <a:srgbClr val="FE0000">
                  <a:alpha val="20000"/>
                </a:srgbClr>
              </a:gs>
              <a:gs pos="73000">
                <a:srgbClr val="FE0000">
                  <a:alpha val="0"/>
                </a:srgbClr>
              </a:gs>
              <a:gs pos="100000">
                <a:srgbClr val="FE0000">
                  <a:alpha val="0"/>
                </a:srgbClr>
              </a:gs>
            </a:gsLst>
            <a:lin ang="0"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sz="2700">
              <a:solidFill>
                <a:schemeClr val="lt1"/>
              </a:solidFill>
              <a:latin typeface="Lato"/>
              <a:ea typeface="Lato"/>
              <a:cs typeface="Lato"/>
              <a:sym typeface="Lato"/>
            </a:endParaRPr>
          </a:p>
        </p:txBody>
      </p:sp>
      <p:cxnSp>
        <p:nvCxnSpPr>
          <p:cNvPr id="137" name="Google Shape;137;p33"/>
          <p:cNvCxnSpPr/>
          <p:nvPr/>
        </p:nvCxnSpPr>
        <p:spPr>
          <a:xfrm>
            <a:off x="2069717" y="8924925"/>
            <a:ext cx="537300" cy="0"/>
          </a:xfrm>
          <a:prstGeom prst="straightConnector1">
            <a:avLst/>
          </a:prstGeom>
          <a:noFill/>
          <a:ln cap="rnd" cmpd="sng" w="25400">
            <a:solidFill>
              <a:schemeClr val="accent1">
                <a:alpha val="20000"/>
              </a:schemeClr>
            </a:solidFill>
            <a:prstDash val="solid"/>
            <a:miter lim="800000"/>
            <a:headEnd len="sm" w="sm" type="none"/>
            <a:tailEnd len="sm" w="sm" type="none"/>
          </a:ln>
        </p:spPr>
      </p:cxnSp>
      <p:sp>
        <p:nvSpPr>
          <p:cNvPr id="138" name="Google Shape;138;p33"/>
          <p:cNvSpPr txBox="1"/>
          <p:nvPr>
            <p:ph type="ctrTitle"/>
          </p:nvPr>
        </p:nvSpPr>
        <p:spPr>
          <a:xfrm>
            <a:off x="1871663" y="2484000"/>
            <a:ext cx="8851200" cy="2700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8100"/>
              <a:buFont typeface="Manrope ExtraBold"/>
              <a:buNone/>
              <a:defRPr b="0" sz="8100">
                <a:latin typeface="Manrope ExtraBold"/>
                <a:ea typeface="Manrope ExtraBold"/>
                <a:cs typeface="Manrope ExtraBold"/>
                <a:sym typeface="Manrope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33"/>
          <p:cNvSpPr txBox="1"/>
          <p:nvPr>
            <p:ph idx="1" type="body"/>
          </p:nvPr>
        </p:nvSpPr>
        <p:spPr>
          <a:xfrm>
            <a:off x="1879263" y="5980884"/>
            <a:ext cx="4320000" cy="820800"/>
          </a:xfrm>
          <a:prstGeom prst="rect">
            <a:avLst/>
          </a:prstGeom>
          <a:gradFill>
            <a:gsLst>
              <a:gs pos="0">
                <a:srgbClr val="FE0000">
                  <a:alpha val="40000"/>
                </a:srgbClr>
              </a:gs>
              <a:gs pos="100000">
                <a:srgbClr val="FE0000">
                  <a:alpha val="0"/>
                </a:srgbClr>
              </a:gs>
            </a:gsLst>
            <a:lin ang="0" scaled="0"/>
          </a:gradFill>
          <a:ln cap="flat" cmpd="sng" w="9525">
            <a:solidFill>
              <a:schemeClr val="accent1">
                <a:alpha val="69800"/>
              </a:schemeClr>
            </a:solidFill>
            <a:prstDash val="solid"/>
            <a:round/>
            <a:headEnd len="sm" w="sm" type="none"/>
            <a:tailEnd len="sm" w="sm" type="none"/>
          </a:ln>
        </p:spPr>
        <p:txBody>
          <a:bodyPr anchorCtr="0" anchor="ctr" bIns="0" lIns="360000" spcFirstLastPara="1" rIns="0" wrap="square" tIns="0">
            <a:normAutofit/>
          </a:bodyPr>
          <a:lstStyle>
            <a:lvl1pPr indent="-228600" lvl="0" marL="457200" algn="l">
              <a:lnSpc>
                <a:spcPct val="100000"/>
              </a:lnSpc>
              <a:spcBef>
                <a:spcPts val="1500"/>
              </a:spcBef>
              <a:spcAft>
                <a:spcPts val="0"/>
              </a:spcAft>
              <a:buClr>
                <a:schemeClr val="lt1"/>
              </a:buClr>
              <a:buSzPts val="2400"/>
              <a:buNone/>
              <a:defRPr sz="2400">
                <a:latin typeface="Lato"/>
                <a:ea typeface="Lato"/>
                <a:cs typeface="Lato"/>
                <a:sym typeface="Lato"/>
              </a:defRPr>
            </a:lvl1pPr>
            <a:lvl2pPr indent="-342900" lvl="1" marL="914400" algn="l">
              <a:lnSpc>
                <a:spcPct val="130000"/>
              </a:lnSpc>
              <a:spcBef>
                <a:spcPts val="0"/>
              </a:spcBef>
              <a:spcAft>
                <a:spcPts val="0"/>
              </a:spcAft>
              <a:buClr>
                <a:srgbClr val="FEFEFE"/>
              </a:buClr>
              <a:buSzPts val="1800"/>
              <a:buChar char="•"/>
              <a:defRPr/>
            </a:lvl2pPr>
            <a:lvl3pPr indent="-342900" lvl="2" marL="1371600" algn="l">
              <a:lnSpc>
                <a:spcPct val="130000"/>
              </a:lnSpc>
              <a:spcBef>
                <a:spcPts val="0"/>
              </a:spcBef>
              <a:spcAft>
                <a:spcPts val="0"/>
              </a:spcAft>
              <a:buClr>
                <a:srgbClr val="FEFEFE"/>
              </a:buClr>
              <a:buSzPts val="1800"/>
              <a:buChar char="•"/>
              <a:defRPr/>
            </a:lvl3pPr>
            <a:lvl4pPr indent="-342900" lvl="3" marL="1828800" algn="l">
              <a:lnSpc>
                <a:spcPct val="130000"/>
              </a:lnSpc>
              <a:spcBef>
                <a:spcPts val="0"/>
              </a:spcBef>
              <a:spcAft>
                <a:spcPts val="0"/>
              </a:spcAft>
              <a:buClr>
                <a:srgbClr val="FEFEFE"/>
              </a:buClr>
              <a:buSzPts val="1800"/>
              <a:buChar char="•"/>
              <a:defRPr/>
            </a:lvl4pPr>
            <a:lvl5pPr indent="-342900" lvl="4" marL="2286000" algn="l">
              <a:lnSpc>
                <a:spcPct val="130000"/>
              </a:lnSpc>
              <a:spcBef>
                <a:spcPts val="0"/>
              </a:spcBef>
              <a:spcAft>
                <a:spcPts val="0"/>
              </a:spcAft>
              <a:buClr>
                <a:srgbClr val="FEFEFE"/>
              </a:buClr>
              <a:buSzPts val="1800"/>
              <a:buChar char="•"/>
              <a:defRPr/>
            </a:lvl5pPr>
            <a:lvl6pPr indent="-342900" lvl="5" marL="2743200" algn="l">
              <a:lnSpc>
                <a:spcPct val="90000"/>
              </a:lnSpc>
              <a:spcBef>
                <a:spcPts val="750"/>
              </a:spcBef>
              <a:spcAft>
                <a:spcPts val="0"/>
              </a:spcAft>
              <a:buClr>
                <a:schemeClr val="lt1"/>
              </a:buClr>
              <a:buSzPts val="1800"/>
              <a:buChar char="•"/>
              <a:defRPr/>
            </a:lvl6pPr>
            <a:lvl7pPr indent="-342900" lvl="6" marL="3200400" algn="l">
              <a:lnSpc>
                <a:spcPct val="90000"/>
              </a:lnSpc>
              <a:spcBef>
                <a:spcPts val="750"/>
              </a:spcBef>
              <a:spcAft>
                <a:spcPts val="0"/>
              </a:spcAft>
              <a:buClr>
                <a:schemeClr val="lt1"/>
              </a:buClr>
              <a:buSzPts val="1800"/>
              <a:buChar char="•"/>
              <a:defRPr/>
            </a:lvl7pPr>
            <a:lvl8pPr indent="-342900" lvl="7" marL="3657600" algn="l">
              <a:lnSpc>
                <a:spcPct val="90000"/>
              </a:lnSpc>
              <a:spcBef>
                <a:spcPts val="750"/>
              </a:spcBef>
              <a:spcAft>
                <a:spcPts val="0"/>
              </a:spcAft>
              <a:buClr>
                <a:schemeClr val="lt1"/>
              </a:buClr>
              <a:buSzPts val="1800"/>
              <a:buChar char="•"/>
              <a:defRPr/>
            </a:lvl8pPr>
            <a:lvl9pPr indent="-342900" lvl="8" marL="4114800" algn="l">
              <a:lnSpc>
                <a:spcPct val="90000"/>
              </a:lnSpc>
              <a:spcBef>
                <a:spcPts val="750"/>
              </a:spcBef>
              <a:spcAft>
                <a:spcPts val="0"/>
              </a:spcAft>
              <a:buClr>
                <a:schemeClr val="lt1"/>
              </a:buClr>
              <a:buSzPts val="1800"/>
              <a:buChar char="•"/>
              <a:defRPr/>
            </a:lvl9pPr>
          </a:lstStyle>
          <a:p/>
        </p:txBody>
      </p:sp>
      <p:sp>
        <p:nvSpPr>
          <p:cNvPr id="140" name="Google Shape;140;p33"/>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3"/>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3"/>
          <p:cNvSpPr txBox="1"/>
          <p:nvPr>
            <p:ph idx="12" type="sldNum"/>
          </p:nvPr>
        </p:nvSpPr>
        <p:spPr>
          <a:xfrm>
            <a:off x="12915900" y="9534525"/>
            <a:ext cx="4114800" cy="5478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3" name="Google Shape;143;p33"/>
          <p:cNvSpPr/>
          <p:nvPr/>
        </p:nvSpPr>
        <p:spPr>
          <a:xfrm flipH="1" rot="10800000">
            <a:off x="1915764" y="6693625"/>
            <a:ext cx="468843" cy="104640"/>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1">
              <a:alpha val="6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0" name="Shape 150"/>
        <p:cNvGrpSpPr/>
        <p:nvPr/>
      </p:nvGrpSpPr>
      <p:grpSpPr>
        <a:xfrm>
          <a:off x="0" y="0"/>
          <a:ext cx="0" cy="0"/>
          <a:chOff x="0" y="0"/>
          <a:chExt cx="0" cy="0"/>
        </a:xfrm>
      </p:grpSpPr>
      <p:sp>
        <p:nvSpPr>
          <p:cNvPr id="151" name="Google Shape;151;p3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53" name="Google Shape;153;p3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3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6" name="Shape 156"/>
        <p:cNvGrpSpPr/>
        <p:nvPr/>
      </p:nvGrpSpPr>
      <p:grpSpPr>
        <a:xfrm>
          <a:off x="0" y="0"/>
          <a:ext cx="0" cy="0"/>
          <a:chOff x="0" y="0"/>
          <a:chExt cx="0" cy="0"/>
        </a:xfrm>
      </p:grpSpPr>
      <p:sp>
        <p:nvSpPr>
          <p:cNvPr id="157" name="Google Shape;157;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3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9" name="Google Shape;159;p3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3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3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2" name="Shape 162"/>
        <p:cNvGrpSpPr/>
        <p:nvPr/>
      </p:nvGrpSpPr>
      <p:grpSpPr>
        <a:xfrm>
          <a:off x="0" y="0"/>
          <a:ext cx="0" cy="0"/>
          <a:chOff x="0" y="0"/>
          <a:chExt cx="0" cy="0"/>
        </a:xfrm>
      </p:grpSpPr>
      <p:sp>
        <p:nvSpPr>
          <p:cNvPr id="163" name="Google Shape;163;p37"/>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3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65" name="Google Shape;165;p3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3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8" name="Shape 168"/>
        <p:cNvGrpSpPr/>
        <p:nvPr/>
      </p:nvGrpSpPr>
      <p:grpSpPr>
        <a:xfrm>
          <a:off x="0" y="0"/>
          <a:ext cx="0" cy="0"/>
          <a:chOff x="0" y="0"/>
          <a:chExt cx="0" cy="0"/>
        </a:xfrm>
      </p:grpSpPr>
      <p:sp>
        <p:nvSpPr>
          <p:cNvPr id="169" name="Google Shape;169;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3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71" name="Google Shape;171;p3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72" name="Google Shape;172;p3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3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5" name="Shape 175"/>
        <p:cNvGrpSpPr/>
        <p:nvPr/>
      </p:nvGrpSpPr>
      <p:grpSpPr>
        <a:xfrm>
          <a:off x="0" y="0"/>
          <a:ext cx="0" cy="0"/>
          <a:chOff x="0" y="0"/>
          <a:chExt cx="0" cy="0"/>
        </a:xfrm>
      </p:grpSpPr>
      <p:sp>
        <p:nvSpPr>
          <p:cNvPr id="176" name="Google Shape;176;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3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78" name="Google Shape;178;p3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79" name="Google Shape;179;p39"/>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80" name="Google Shape;180;p39"/>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81" name="Google Shape;181;p3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3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3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4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4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4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9" name="Shape 189"/>
        <p:cNvGrpSpPr/>
        <p:nvPr/>
      </p:nvGrpSpPr>
      <p:grpSpPr>
        <a:xfrm>
          <a:off x="0" y="0"/>
          <a:ext cx="0" cy="0"/>
          <a:chOff x="0" y="0"/>
          <a:chExt cx="0" cy="0"/>
        </a:xfrm>
      </p:grpSpPr>
      <p:sp>
        <p:nvSpPr>
          <p:cNvPr id="190" name="Google Shape;190;p4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4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4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3" name="Shape 193"/>
        <p:cNvGrpSpPr/>
        <p:nvPr/>
      </p:nvGrpSpPr>
      <p:grpSpPr>
        <a:xfrm>
          <a:off x="0" y="0"/>
          <a:ext cx="0" cy="0"/>
          <a:chOff x="0" y="0"/>
          <a:chExt cx="0" cy="0"/>
        </a:xfrm>
      </p:grpSpPr>
      <p:sp>
        <p:nvSpPr>
          <p:cNvPr id="194" name="Google Shape;194;p42"/>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42"/>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96" name="Google Shape;196;p42"/>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97" name="Google Shape;197;p4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4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4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0" name="Shape 200"/>
        <p:cNvGrpSpPr/>
        <p:nvPr/>
      </p:nvGrpSpPr>
      <p:grpSpPr>
        <a:xfrm>
          <a:off x="0" y="0"/>
          <a:ext cx="0" cy="0"/>
          <a:chOff x="0" y="0"/>
          <a:chExt cx="0" cy="0"/>
        </a:xfrm>
      </p:grpSpPr>
      <p:sp>
        <p:nvSpPr>
          <p:cNvPr id="201" name="Google Shape;201;p43"/>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2" name="Google Shape;202;p43"/>
          <p:cNvSpPr/>
          <p:nvPr>
            <p:ph idx="2" type="pic"/>
          </p:nvPr>
        </p:nvSpPr>
        <p:spPr>
          <a:xfrm>
            <a:off x="1792288" y="612775"/>
            <a:ext cx="5486400" cy="4114800"/>
          </a:xfrm>
          <a:prstGeom prst="rect">
            <a:avLst/>
          </a:prstGeom>
          <a:noFill/>
          <a:ln>
            <a:noFill/>
          </a:ln>
        </p:spPr>
      </p:sp>
      <p:sp>
        <p:nvSpPr>
          <p:cNvPr id="203" name="Google Shape;203;p43"/>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04" name="Google Shape;204;p4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4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4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7" name="Shape 207"/>
        <p:cNvGrpSpPr/>
        <p:nvPr/>
      </p:nvGrpSpPr>
      <p:grpSpPr>
        <a:xfrm>
          <a:off x="0" y="0"/>
          <a:ext cx="0" cy="0"/>
          <a:chOff x="0" y="0"/>
          <a:chExt cx="0" cy="0"/>
        </a:xfrm>
      </p:grpSpPr>
      <p:sp>
        <p:nvSpPr>
          <p:cNvPr id="208" name="Google Shape;208;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9" name="Google Shape;209;p44"/>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0" name="Google Shape;210;p4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4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4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3" name="Shape 213"/>
        <p:cNvGrpSpPr/>
        <p:nvPr/>
      </p:nvGrpSpPr>
      <p:grpSpPr>
        <a:xfrm>
          <a:off x="0" y="0"/>
          <a:ext cx="0" cy="0"/>
          <a:chOff x="0" y="0"/>
          <a:chExt cx="0" cy="0"/>
        </a:xfrm>
      </p:grpSpPr>
      <p:sp>
        <p:nvSpPr>
          <p:cNvPr id="214" name="Google Shape;214;p45"/>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45"/>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6" name="Google Shape;216;p4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4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4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p:cSld name="仅标题">
    <p:spTree>
      <p:nvGrpSpPr>
        <p:cNvPr id="219" name="Shape 219"/>
        <p:cNvGrpSpPr/>
        <p:nvPr/>
      </p:nvGrpSpPr>
      <p:grpSpPr>
        <a:xfrm>
          <a:off x="0" y="0"/>
          <a:ext cx="0" cy="0"/>
          <a:chOff x="0" y="0"/>
          <a:chExt cx="0" cy="0"/>
        </a:xfrm>
      </p:grpSpPr>
      <p:sp>
        <p:nvSpPr>
          <p:cNvPr id="220" name="Google Shape;220;p46"/>
          <p:cNvSpPr txBox="1"/>
          <p:nvPr>
            <p:ph type="title"/>
          </p:nvPr>
        </p:nvSpPr>
        <p:spPr>
          <a:xfrm>
            <a:off x="1044000" y="591608"/>
            <a:ext cx="16200000" cy="1188000"/>
          </a:xfrm>
          <a:prstGeom prst="rect">
            <a:avLst/>
          </a:prstGeom>
          <a:noFill/>
          <a:ln>
            <a:noFill/>
          </a:ln>
        </p:spPr>
        <p:txBody>
          <a:bodyPr anchorCtr="0" anchor="ctr" bIns="0" lIns="0" spcFirstLastPara="1" rIns="0" wrap="square" tIns="0">
            <a:normAutofit/>
          </a:bodyPr>
          <a:lstStyle>
            <a:lvl1pPr lvl="0" algn="ctr">
              <a:spcBef>
                <a:spcPts val="0"/>
              </a:spcBef>
              <a:spcAft>
                <a:spcPts val="0"/>
              </a:spcAft>
              <a:buClr>
                <a:srgbClr val="262626"/>
              </a:buClr>
              <a:buSzPts val="4800"/>
              <a:buFont typeface="Calibri"/>
              <a:buNone/>
              <a:defRPr sz="4800">
                <a:solidFill>
                  <a:srgbClr val="262626"/>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4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4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4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 name="Shape 9"/>
        <p:cNvGrpSpPr/>
        <p:nvPr/>
      </p:nvGrpSpPr>
      <p:grpSpPr>
        <a:xfrm>
          <a:off x="0" y="0"/>
          <a:ext cx="0" cy="0"/>
          <a:chOff x="0" y="0"/>
          <a:chExt cx="0" cy="0"/>
        </a:xfrm>
      </p:grpSpPr>
      <p:sp>
        <p:nvSpPr>
          <p:cNvPr id="10" name="Google Shape;10;p21"/>
          <p:cNvSpPr/>
          <p:nvPr/>
        </p:nvSpPr>
        <p:spPr>
          <a:xfrm>
            <a:off x="0" y="0"/>
            <a:ext cx="18288000"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Arial"/>
              <a:ea typeface="Arial"/>
              <a:cs typeface="Arial"/>
              <a:sym typeface="Arial"/>
            </a:endParaRPr>
          </a:p>
        </p:txBody>
      </p:sp>
      <p:sp>
        <p:nvSpPr>
          <p:cNvPr id="11" name="Google Shape;11;p21"/>
          <p:cNvSpPr/>
          <p:nvPr/>
        </p:nvSpPr>
        <p:spPr>
          <a:xfrm flipH="1" rot="10800000">
            <a:off x="11022609" y="4495800"/>
            <a:ext cx="7265400" cy="5791200"/>
          </a:xfrm>
          <a:prstGeom prst="rect">
            <a:avLst/>
          </a:prstGeom>
          <a:gradFill>
            <a:gsLst>
              <a:gs pos="0">
                <a:srgbClr val="FE0000">
                  <a:alpha val="0"/>
                </a:srgbClr>
              </a:gs>
              <a:gs pos="36000">
                <a:srgbClr val="FE0000">
                  <a:alpha val="0"/>
                </a:srgbClr>
              </a:gs>
              <a:gs pos="100000">
                <a:srgbClr val="FE0000">
                  <a:alpha val="20000"/>
                </a:srgbClr>
              </a:gs>
            </a:gsLst>
            <a:lin ang="1890004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Arial"/>
              <a:ea typeface="Arial"/>
              <a:cs typeface="Arial"/>
              <a:sym typeface="Arial"/>
            </a:endParaRPr>
          </a:p>
        </p:txBody>
      </p:sp>
      <p:sp>
        <p:nvSpPr>
          <p:cNvPr id="12" name="Google Shape;12;p21"/>
          <p:cNvSpPr/>
          <p:nvPr/>
        </p:nvSpPr>
        <p:spPr>
          <a:xfrm>
            <a:off x="16598900" y="8597900"/>
            <a:ext cx="1689552" cy="1689552"/>
          </a:xfrm>
          <a:custGeom>
            <a:rect b="b" l="l" r="r" t="t"/>
            <a:pathLst>
              <a:path extrusionOk="0" h="1081313" w="1081313">
                <a:moveTo>
                  <a:pt x="1081313" y="0"/>
                </a:moveTo>
                <a:lnTo>
                  <a:pt x="1081313" y="1081313"/>
                </a:lnTo>
                <a:lnTo>
                  <a:pt x="0" y="1081313"/>
                </a:lnTo>
                <a:close/>
              </a:path>
            </a:pathLst>
          </a:custGeom>
          <a:gradFill>
            <a:gsLst>
              <a:gs pos="0">
                <a:srgbClr val="FE0000">
                  <a:alpha val="69804"/>
                </a:srgbClr>
              </a:gs>
              <a:gs pos="100000">
                <a:srgbClr val="FE0000">
                  <a:alpha val="0"/>
                </a:srgbClr>
              </a:gs>
            </a:gsLst>
            <a:lin ang="5400012"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b="0" i="0" sz="2700" u="none" cap="none" strike="noStrike">
              <a:solidFill>
                <a:schemeClr val="lt1"/>
              </a:solidFill>
              <a:latin typeface="Arial"/>
              <a:ea typeface="Arial"/>
              <a:cs typeface="Arial"/>
              <a:sym typeface="Arial"/>
            </a:endParaRPr>
          </a:p>
        </p:txBody>
      </p:sp>
      <p:sp>
        <p:nvSpPr>
          <p:cNvPr id="13" name="Google Shape;13;p21"/>
          <p:cNvSpPr/>
          <p:nvPr/>
        </p:nvSpPr>
        <p:spPr>
          <a:xfrm>
            <a:off x="16154400" y="8153400"/>
            <a:ext cx="2130663" cy="2130663"/>
          </a:xfrm>
          <a:custGeom>
            <a:rect b="b" l="l" r="r" t="t"/>
            <a:pathLst>
              <a:path extrusionOk="0" h="3368637" w="3368637">
                <a:moveTo>
                  <a:pt x="3367360" y="0"/>
                </a:moveTo>
                <a:lnTo>
                  <a:pt x="3368637" y="1277"/>
                </a:lnTo>
                <a:lnTo>
                  <a:pt x="3368637" y="1446091"/>
                </a:lnTo>
                <a:lnTo>
                  <a:pt x="3367360" y="1444814"/>
                </a:lnTo>
                <a:lnTo>
                  <a:pt x="1444814" y="3367360"/>
                </a:lnTo>
                <a:lnTo>
                  <a:pt x="1446091" y="3368637"/>
                </a:lnTo>
                <a:lnTo>
                  <a:pt x="1277" y="3368637"/>
                </a:lnTo>
                <a:lnTo>
                  <a:pt x="0" y="3367360"/>
                </a:lnTo>
                <a:close/>
              </a:path>
            </a:pathLst>
          </a:custGeom>
          <a:gradFill>
            <a:gsLst>
              <a:gs pos="0">
                <a:srgbClr val="FE0000">
                  <a:alpha val="69804"/>
                </a:srgbClr>
              </a:gs>
              <a:gs pos="100000">
                <a:srgbClr val="FE0000">
                  <a:alpha val="0"/>
                </a:srgbClr>
              </a:gs>
            </a:gsLst>
            <a:lin ang="16200038" scaled="0"/>
          </a:gradFill>
          <a:ln>
            <a:noFill/>
          </a:ln>
        </p:spPr>
        <p:txBody>
          <a:bodyPr anchorCtr="0" anchor="ctr" bIns="68575" lIns="137150" spcFirstLastPara="1" rIns="137150" wrap="square" tIns="68575">
            <a:noAutofit/>
          </a:bodyPr>
          <a:lstStyle/>
          <a:p>
            <a:pPr indent="0" lvl="0" marL="0" marR="0" rtl="0" algn="ctr">
              <a:spcBef>
                <a:spcPts val="0"/>
              </a:spcBef>
              <a:spcAft>
                <a:spcPts val="0"/>
              </a:spcAft>
              <a:buNone/>
            </a:pPr>
            <a:r>
              <a:t/>
            </a:r>
            <a:endParaRPr b="0" i="0" sz="2700" u="none" cap="none" strike="noStrike">
              <a:solidFill>
                <a:schemeClr val="lt1"/>
              </a:solidFill>
              <a:latin typeface="Arial"/>
              <a:ea typeface="Arial"/>
              <a:cs typeface="Arial"/>
              <a:sym typeface="Arial"/>
            </a:endParaRPr>
          </a:p>
        </p:txBody>
      </p:sp>
      <p:sp>
        <p:nvSpPr>
          <p:cNvPr id="14" name="Google Shape;14;p21"/>
          <p:cNvSpPr txBox="1"/>
          <p:nvPr>
            <p:ph type="title"/>
          </p:nvPr>
        </p:nvSpPr>
        <p:spPr>
          <a:xfrm>
            <a:off x="1043940" y="540000"/>
            <a:ext cx="16200000" cy="1080000"/>
          </a:xfrm>
          <a:prstGeom prst="rect">
            <a:avLst/>
          </a:prstGeom>
          <a:noFill/>
          <a:ln>
            <a:noFill/>
          </a:ln>
        </p:spPr>
        <p:txBody>
          <a:bodyPr anchorCtr="0" anchor="b" bIns="0" lIns="0" spcFirstLastPara="1" rIns="0" wrap="square" tIns="0">
            <a:normAutofit/>
          </a:bodyPr>
          <a:lstStyle>
            <a:lvl1pPr lvl="0" marR="0" algn="l">
              <a:lnSpc>
                <a:spcPct val="100000"/>
              </a:lnSpc>
              <a:spcBef>
                <a:spcPts val="0"/>
              </a:spcBef>
              <a:spcAft>
                <a:spcPts val="0"/>
              </a:spcAft>
              <a:buClr>
                <a:schemeClr val="lt1"/>
              </a:buClr>
              <a:buSzPts val="4800"/>
              <a:buFont typeface="Arial"/>
              <a:buNone/>
              <a:defRPr b="1" i="0" sz="48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21"/>
          <p:cNvSpPr txBox="1"/>
          <p:nvPr>
            <p:ph idx="1" type="body"/>
          </p:nvPr>
        </p:nvSpPr>
        <p:spPr>
          <a:xfrm>
            <a:off x="1043940" y="1952624"/>
            <a:ext cx="16200000" cy="7310400"/>
          </a:xfrm>
          <a:prstGeom prst="rect">
            <a:avLst/>
          </a:prstGeom>
          <a:noFill/>
          <a:ln>
            <a:noFill/>
          </a:ln>
        </p:spPr>
        <p:txBody>
          <a:bodyPr anchorCtr="0" anchor="t" bIns="0" lIns="0" spcFirstLastPara="1" rIns="0" wrap="square" tIns="0">
            <a:normAutofit/>
          </a:bodyPr>
          <a:lstStyle>
            <a:lvl1pPr indent="-457200" lvl="0" marL="457200" marR="0" algn="l">
              <a:lnSpc>
                <a:spcPct val="130000"/>
              </a:lnSpc>
              <a:spcBef>
                <a:spcPts val="1500"/>
              </a:spcBef>
              <a:spcAft>
                <a:spcPts val="0"/>
              </a:spcAft>
              <a:buClr>
                <a:schemeClr val="lt1"/>
              </a:buClr>
              <a:buSzPts val="3600"/>
              <a:buFont typeface="Arial"/>
              <a:buChar char="•"/>
              <a:defRPr b="0" i="0" sz="3600" u="none" cap="none" strike="noStrike">
                <a:solidFill>
                  <a:schemeClr val="lt1"/>
                </a:solidFill>
                <a:latin typeface="Arial"/>
                <a:ea typeface="Arial"/>
                <a:cs typeface="Arial"/>
                <a:sym typeface="Arial"/>
              </a:defRPr>
            </a:lvl1pPr>
            <a:lvl2pPr indent="-419100" lvl="1" marL="914400" marR="0" algn="l">
              <a:lnSpc>
                <a:spcPct val="130000"/>
              </a:lnSpc>
              <a:spcBef>
                <a:spcPts val="0"/>
              </a:spcBef>
              <a:spcAft>
                <a:spcPts val="0"/>
              </a:spcAft>
              <a:buClr>
                <a:srgbClr val="FEFEFE"/>
              </a:buClr>
              <a:buSzPts val="3000"/>
              <a:buFont typeface="Arial"/>
              <a:buChar char="•"/>
              <a:defRPr b="0" i="0" sz="3000" u="none" cap="none" strike="noStrike">
                <a:solidFill>
                  <a:srgbClr val="FEFEFE"/>
                </a:solidFill>
                <a:latin typeface="Lato"/>
                <a:ea typeface="Lato"/>
                <a:cs typeface="Lato"/>
                <a:sym typeface="Lato"/>
              </a:defRPr>
            </a:lvl2pPr>
            <a:lvl3pPr indent="-400050" lvl="2" marL="1371600" marR="0" algn="l">
              <a:lnSpc>
                <a:spcPct val="130000"/>
              </a:lnSpc>
              <a:spcBef>
                <a:spcPts val="0"/>
              </a:spcBef>
              <a:spcAft>
                <a:spcPts val="0"/>
              </a:spcAft>
              <a:buClr>
                <a:srgbClr val="FEFEFE"/>
              </a:buClr>
              <a:buSzPts val="2700"/>
              <a:buFont typeface="Arial"/>
              <a:buChar char="•"/>
              <a:defRPr b="0" i="0" sz="2700" u="none" cap="none" strike="noStrike">
                <a:solidFill>
                  <a:srgbClr val="FEFEFE"/>
                </a:solidFill>
                <a:latin typeface="Lato"/>
                <a:ea typeface="Lato"/>
                <a:cs typeface="Lato"/>
                <a:sym typeface="Lato"/>
              </a:defRPr>
            </a:lvl3pPr>
            <a:lvl4pPr indent="-381000" lvl="3" marL="1828800" marR="0" algn="l">
              <a:lnSpc>
                <a:spcPct val="130000"/>
              </a:lnSpc>
              <a:spcBef>
                <a:spcPts val="0"/>
              </a:spcBef>
              <a:spcAft>
                <a:spcPts val="0"/>
              </a:spcAft>
              <a:buClr>
                <a:srgbClr val="FEFEFE"/>
              </a:buClr>
              <a:buSzPts val="2400"/>
              <a:buFont typeface="Arial"/>
              <a:buChar char="•"/>
              <a:defRPr b="0" i="0" sz="2400" u="none" cap="none" strike="noStrike">
                <a:solidFill>
                  <a:srgbClr val="FEFEFE"/>
                </a:solidFill>
                <a:latin typeface="Lato"/>
                <a:ea typeface="Lato"/>
                <a:cs typeface="Lato"/>
                <a:sym typeface="Lato"/>
              </a:defRPr>
            </a:lvl4pPr>
            <a:lvl5pPr indent="-361950" lvl="4" marL="2286000" marR="0" algn="l">
              <a:lnSpc>
                <a:spcPct val="130000"/>
              </a:lnSpc>
              <a:spcBef>
                <a:spcPts val="0"/>
              </a:spcBef>
              <a:spcAft>
                <a:spcPts val="0"/>
              </a:spcAft>
              <a:buClr>
                <a:srgbClr val="FEFEFE"/>
              </a:buClr>
              <a:buSzPts val="2100"/>
              <a:buFont typeface="Arial"/>
              <a:buChar char="•"/>
              <a:defRPr b="0" i="0" sz="2100" u="none" cap="none" strike="noStrike">
                <a:solidFill>
                  <a:srgbClr val="FEFEFE"/>
                </a:solidFill>
                <a:latin typeface="Lato"/>
                <a:ea typeface="Lato"/>
                <a:cs typeface="Lato"/>
                <a:sym typeface="Lato"/>
              </a:defRPr>
            </a:lvl5pPr>
            <a:lvl6pPr indent="-400050" lvl="5" marL="2743200" marR="0" algn="l">
              <a:lnSpc>
                <a:spcPct val="90000"/>
              </a:lnSpc>
              <a:spcBef>
                <a:spcPts val="750"/>
              </a:spcBef>
              <a:spcAft>
                <a:spcPts val="0"/>
              </a:spcAft>
              <a:buClr>
                <a:schemeClr val="lt1"/>
              </a:buClr>
              <a:buSzPts val="2700"/>
              <a:buFont typeface="Arial"/>
              <a:buChar char="•"/>
              <a:defRPr b="0" i="0" sz="2700" u="none" cap="none" strike="noStrike">
                <a:solidFill>
                  <a:schemeClr val="lt1"/>
                </a:solidFill>
                <a:latin typeface="Lato"/>
                <a:ea typeface="Lato"/>
                <a:cs typeface="Lato"/>
                <a:sym typeface="Lato"/>
              </a:defRPr>
            </a:lvl6pPr>
            <a:lvl7pPr indent="-400050" lvl="6" marL="3200400" marR="0" algn="l">
              <a:lnSpc>
                <a:spcPct val="90000"/>
              </a:lnSpc>
              <a:spcBef>
                <a:spcPts val="750"/>
              </a:spcBef>
              <a:spcAft>
                <a:spcPts val="0"/>
              </a:spcAft>
              <a:buClr>
                <a:schemeClr val="lt1"/>
              </a:buClr>
              <a:buSzPts val="2700"/>
              <a:buFont typeface="Arial"/>
              <a:buChar char="•"/>
              <a:defRPr b="0" i="0" sz="2700" u="none" cap="none" strike="noStrike">
                <a:solidFill>
                  <a:schemeClr val="lt1"/>
                </a:solidFill>
                <a:latin typeface="Lato"/>
                <a:ea typeface="Lato"/>
                <a:cs typeface="Lato"/>
                <a:sym typeface="Lato"/>
              </a:defRPr>
            </a:lvl7pPr>
            <a:lvl8pPr indent="-400050" lvl="7" marL="3657600" marR="0" algn="l">
              <a:lnSpc>
                <a:spcPct val="90000"/>
              </a:lnSpc>
              <a:spcBef>
                <a:spcPts val="750"/>
              </a:spcBef>
              <a:spcAft>
                <a:spcPts val="0"/>
              </a:spcAft>
              <a:buClr>
                <a:schemeClr val="lt1"/>
              </a:buClr>
              <a:buSzPts val="2700"/>
              <a:buFont typeface="Arial"/>
              <a:buChar char="•"/>
              <a:defRPr b="0" i="0" sz="2700" u="none" cap="none" strike="noStrike">
                <a:solidFill>
                  <a:schemeClr val="lt1"/>
                </a:solidFill>
                <a:latin typeface="Lato"/>
                <a:ea typeface="Lato"/>
                <a:cs typeface="Lato"/>
                <a:sym typeface="Lato"/>
              </a:defRPr>
            </a:lvl8pPr>
            <a:lvl9pPr indent="-400050" lvl="8" marL="4114800" marR="0" algn="l">
              <a:lnSpc>
                <a:spcPct val="90000"/>
              </a:lnSpc>
              <a:spcBef>
                <a:spcPts val="750"/>
              </a:spcBef>
              <a:spcAft>
                <a:spcPts val="0"/>
              </a:spcAft>
              <a:buClr>
                <a:schemeClr val="lt1"/>
              </a:buClr>
              <a:buSzPts val="2700"/>
              <a:buFont typeface="Arial"/>
              <a:buChar char="•"/>
              <a:defRPr b="0" i="0" sz="2700" u="none" cap="none" strike="noStrike">
                <a:solidFill>
                  <a:schemeClr val="lt1"/>
                </a:solidFill>
                <a:latin typeface="Lato"/>
                <a:ea typeface="Lato"/>
                <a:cs typeface="Lato"/>
                <a:sym typeface="Lato"/>
              </a:defRPr>
            </a:lvl9pPr>
          </a:lstStyle>
          <a:p/>
        </p:txBody>
      </p:sp>
      <p:sp>
        <p:nvSpPr>
          <p:cNvPr id="16" name="Google Shape;16;p21"/>
          <p:cNvSpPr txBox="1"/>
          <p:nvPr>
            <p:ph idx="10" type="dt"/>
          </p:nvPr>
        </p:nvSpPr>
        <p:spPr>
          <a:xfrm>
            <a:off x="1043940" y="9534525"/>
            <a:ext cx="4114800" cy="547800"/>
          </a:xfrm>
          <a:prstGeom prst="rect">
            <a:avLst/>
          </a:prstGeom>
          <a:noFill/>
          <a:ln>
            <a:noFill/>
          </a:ln>
        </p:spPr>
        <p:txBody>
          <a:bodyPr anchorCtr="0" anchor="ctr" bIns="45700" lIns="91425" spcFirstLastPara="1" rIns="91425" wrap="square" tIns="45700">
            <a:normAutofit/>
          </a:bodyPr>
          <a:lstStyle>
            <a:lvl1pPr lvl="0" marR="0" algn="l">
              <a:spcBef>
                <a:spcPts val="0"/>
              </a:spcBef>
              <a:spcAft>
                <a:spcPts val="0"/>
              </a:spcAft>
              <a:buSzPts val="1400"/>
              <a:buNone/>
              <a:defRPr b="0" i="0" sz="1800" u="none" cap="none" strike="noStrike">
                <a:solidFill>
                  <a:schemeClr val="lt1"/>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lt1"/>
                </a:solidFill>
                <a:latin typeface="Lato"/>
                <a:ea typeface="Lato"/>
                <a:cs typeface="Lato"/>
                <a:sym typeface="Lato"/>
              </a:defRPr>
            </a:lvl2pPr>
            <a:lvl3pPr lvl="2" marR="0" algn="l">
              <a:spcBef>
                <a:spcPts val="0"/>
              </a:spcBef>
              <a:spcAft>
                <a:spcPts val="0"/>
              </a:spcAft>
              <a:buSzPts val="1400"/>
              <a:buNone/>
              <a:defRPr b="0" i="0" sz="1800" u="none" cap="none" strike="noStrike">
                <a:solidFill>
                  <a:schemeClr val="lt1"/>
                </a:solidFill>
                <a:latin typeface="Lato"/>
                <a:ea typeface="Lato"/>
                <a:cs typeface="Lato"/>
                <a:sym typeface="Lato"/>
              </a:defRPr>
            </a:lvl3pPr>
            <a:lvl4pPr lvl="3" marR="0" algn="l">
              <a:spcBef>
                <a:spcPts val="0"/>
              </a:spcBef>
              <a:spcAft>
                <a:spcPts val="0"/>
              </a:spcAft>
              <a:buSzPts val="1400"/>
              <a:buNone/>
              <a:defRPr b="0" i="0" sz="1800" u="none" cap="none" strike="noStrike">
                <a:solidFill>
                  <a:schemeClr val="lt1"/>
                </a:solidFill>
                <a:latin typeface="Lato"/>
                <a:ea typeface="Lato"/>
                <a:cs typeface="Lato"/>
                <a:sym typeface="Lato"/>
              </a:defRPr>
            </a:lvl4pPr>
            <a:lvl5pPr lvl="4" marR="0" algn="l">
              <a:spcBef>
                <a:spcPts val="0"/>
              </a:spcBef>
              <a:spcAft>
                <a:spcPts val="0"/>
              </a:spcAft>
              <a:buSzPts val="1400"/>
              <a:buNone/>
              <a:defRPr b="0" i="0" sz="1800" u="none" cap="none" strike="noStrike">
                <a:solidFill>
                  <a:schemeClr val="lt1"/>
                </a:solidFill>
                <a:latin typeface="Lato"/>
                <a:ea typeface="Lato"/>
                <a:cs typeface="Lato"/>
                <a:sym typeface="Lato"/>
              </a:defRPr>
            </a:lvl5pPr>
            <a:lvl6pPr lvl="5" marR="0" algn="l">
              <a:spcBef>
                <a:spcPts val="0"/>
              </a:spcBef>
              <a:spcAft>
                <a:spcPts val="0"/>
              </a:spcAft>
              <a:buSzPts val="1400"/>
              <a:buNone/>
              <a:defRPr b="0" i="0" sz="1800" u="none" cap="none" strike="noStrike">
                <a:solidFill>
                  <a:schemeClr val="lt1"/>
                </a:solidFill>
                <a:latin typeface="Lato"/>
                <a:ea typeface="Lato"/>
                <a:cs typeface="Lato"/>
                <a:sym typeface="Lato"/>
              </a:defRPr>
            </a:lvl6pPr>
            <a:lvl7pPr lvl="6" marR="0" algn="l">
              <a:spcBef>
                <a:spcPts val="0"/>
              </a:spcBef>
              <a:spcAft>
                <a:spcPts val="0"/>
              </a:spcAft>
              <a:buSzPts val="1400"/>
              <a:buNone/>
              <a:defRPr b="0" i="0" sz="1800" u="none" cap="none" strike="noStrike">
                <a:solidFill>
                  <a:schemeClr val="lt1"/>
                </a:solidFill>
                <a:latin typeface="Lato"/>
                <a:ea typeface="Lato"/>
                <a:cs typeface="Lato"/>
                <a:sym typeface="Lato"/>
              </a:defRPr>
            </a:lvl7pPr>
            <a:lvl8pPr lvl="7" marR="0" algn="l">
              <a:spcBef>
                <a:spcPts val="0"/>
              </a:spcBef>
              <a:spcAft>
                <a:spcPts val="0"/>
              </a:spcAft>
              <a:buSzPts val="1400"/>
              <a:buNone/>
              <a:defRPr b="0" i="0" sz="1800" u="none" cap="none" strike="noStrike">
                <a:solidFill>
                  <a:schemeClr val="lt1"/>
                </a:solidFill>
                <a:latin typeface="Lato"/>
                <a:ea typeface="Lato"/>
                <a:cs typeface="Lato"/>
                <a:sym typeface="Lato"/>
              </a:defRPr>
            </a:lvl8pPr>
            <a:lvl9pPr lvl="8" marR="0" algn="l">
              <a:spcBef>
                <a:spcPts val="0"/>
              </a:spcBef>
              <a:spcAft>
                <a:spcPts val="0"/>
              </a:spcAft>
              <a:buSzPts val="1400"/>
              <a:buNone/>
              <a:defRPr b="0" i="0" sz="1800" u="none" cap="none" strike="noStrike">
                <a:solidFill>
                  <a:schemeClr val="lt1"/>
                </a:solidFill>
                <a:latin typeface="Lato"/>
                <a:ea typeface="Lato"/>
                <a:cs typeface="Lato"/>
                <a:sym typeface="Lato"/>
              </a:defRPr>
            </a:lvl9pPr>
          </a:lstStyle>
          <a:p/>
        </p:txBody>
      </p:sp>
      <p:sp>
        <p:nvSpPr>
          <p:cNvPr id="17" name="Google Shape;17;p21"/>
          <p:cNvSpPr txBox="1"/>
          <p:nvPr>
            <p:ph idx="11" type="ftr"/>
          </p:nvPr>
        </p:nvSpPr>
        <p:spPr>
          <a:xfrm>
            <a:off x="6057900" y="9534525"/>
            <a:ext cx="6172200" cy="5478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SzPts val="1400"/>
              <a:buNone/>
              <a:defRPr b="0" i="0" sz="1800" u="none" cap="none" strike="noStrike">
                <a:solidFill>
                  <a:schemeClr val="lt1"/>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lt1"/>
                </a:solidFill>
                <a:latin typeface="Lato"/>
                <a:ea typeface="Lato"/>
                <a:cs typeface="Lato"/>
                <a:sym typeface="Lato"/>
              </a:defRPr>
            </a:lvl2pPr>
            <a:lvl3pPr lvl="2" marR="0" algn="l">
              <a:spcBef>
                <a:spcPts val="0"/>
              </a:spcBef>
              <a:spcAft>
                <a:spcPts val="0"/>
              </a:spcAft>
              <a:buSzPts val="1400"/>
              <a:buNone/>
              <a:defRPr b="0" i="0" sz="1800" u="none" cap="none" strike="noStrike">
                <a:solidFill>
                  <a:schemeClr val="lt1"/>
                </a:solidFill>
                <a:latin typeface="Lato"/>
                <a:ea typeface="Lato"/>
                <a:cs typeface="Lato"/>
                <a:sym typeface="Lato"/>
              </a:defRPr>
            </a:lvl3pPr>
            <a:lvl4pPr lvl="3" marR="0" algn="l">
              <a:spcBef>
                <a:spcPts val="0"/>
              </a:spcBef>
              <a:spcAft>
                <a:spcPts val="0"/>
              </a:spcAft>
              <a:buSzPts val="1400"/>
              <a:buNone/>
              <a:defRPr b="0" i="0" sz="1800" u="none" cap="none" strike="noStrike">
                <a:solidFill>
                  <a:schemeClr val="lt1"/>
                </a:solidFill>
                <a:latin typeface="Lato"/>
                <a:ea typeface="Lato"/>
                <a:cs typeface="Lato"/>
                <a:sym typeface="Lato"/>
              </a:defRPr>
            </a:lvl4pPr>
            <a:lvl5pPr lvl="4" marR="0" algn="l">
              <a:spcBef>
                <a:spcPts val="0"/>
              </a:spcBef>
              <a:spcAft>
                <a:spcPts val="0"/>
              </a:spcAft>
              <a:buSzPts val="1400"/>
              <a:buNone/>
              <a:defRPr b="0" i="0" sz="1800" u="none" cap="none" strike="noStrike">
                <a:solidFill>
                  <a:schemeClr val="lt1"/>
                </a:solidFill>
                <a:latin typeface="Lato"/>
                <a:ea typeface="Lato"/>
                <a:cs typeface="Lato"/>
                <a:sym typeface="Lato"/>
              </a:defRPr>
            </a:lvl5pPr>
            <a:lvl6pPr lvl="5" marR="0" algn="l">
              <a:spcBef>
                <a:spcPts val="0"/>
              </a:spcBef>
              <a:spcAft>
                <a:spcPts val="0"/>
              </a:spcAft>
              <a:buSzPts val="1400"/>
              <a:buNone/>
              <a:defRPr b="0" i="0" sz="1800" u="none" cap="none" strike="noStrike">
                <a:solidFill>
                  <a:schemeClr val="lt1"/>
                </a:solidFill>
                <a:latin typeface="Lato"/>
                <a:ea typeface="Lato"/>
                <a:cs typeface="Lato"/>
                <a:sym typeface="Lato"/>
              </a:defRPr>
            </a:lvl6pPr>
            <a:lvl7pPr lvl="6" marR="0" algn="l">
              <a:spcBef>
                <a:spcPts val="0"/>
              </a:spcBef>
              <a:spcAft>
                <a:spcPts val="0"/>
              </a:spcAft>
              <a:buSzPts val="1400"/>
              <a:buNone/>
              <a:defRPr b="0" i="0" sz="1800" u="none" cap="none" strike="noStrike">
                <a:solidFill>
                  <a:schemeClr val="lt1"/>
                </a:solidFill>
                <a:latin typeface="Lato"/>
                <a:ea typeface="Lato"/>
                <a:cs typeface="Lato"/>
                <a:sym typeface="Lato"/>
              </a:defRPr>
            </a:lvl7pPr>
            <a:lvl8pPr lvl="7" marR="0" algn="l">
              <a:spcBef>
                <a:spcPts val="0"/>
              </a:spcBef>
              <a:spcAft>
                <a:spcPts val="0"/>
              </a:spcAft>
              <a:buSzPts val="1400"/>
              <a:buNone/>
              <a:defRPr b="0" i="0" sz="1800" u="none" cap="none" strike="noStrike">
                <a:solidFill>
                  <a:schemeClr val="lt1"/>
                </a:solidFill>
                <a:latin typeface="Lato"/>
                <a:ea typeface="Lato"/>
                <a:cs typeface="Lato"/>
                <a:sym typeface="Lato"/>
              </a:defRPr>
            </a:lvl8pPr>
            <a:lvl9pPr lvl="8" marR="0" algn="l">
              <a:spcBef>
                <a:spcPts val="0"/>
              </a:spcBef>
              <a:spcAft>
                <a:spcPts val="0"/>
              </a:spcAft>
              <a:buSzPts val="1400"/>
              <a:buNone/>
              <a:defRPr b="0" i="0" sz="1800" u="none" cap="none" strike="noStrike">
                <a:solidFill>
                  <a:schemeClr val="lt1"/>
                </a:solidFill>
                <a:latin typeface="Lato"/>
                <a:ea typeface="Lato"/>
                <a:cs typeface="Lato"/>
                <a:sym typeface="Lato"/>
              </a:defRPr>
            </a:lvl9pPr>
          </a:lstStyle>
          <a:p/>
        </p:txBody>
      </p:sp>
      <p:sp>
        <p:nvSpPr>
          <p:cNvPr id="18" name="Google Shape;18;p21"/>
          <p:cNvSpPr txBox="1"/>
          <p:nvPr>
            <p:ph idx="12" type="sldNum"/>
          </p:nvPr>
        </p:nvSpPr>
        <p:spPr>
          <a:xfrm>
            <a:off x="13130975" y="9534525"/>
            <a:ext cx="4114800" cy="547800"/>
          </a:xfrm>
          <a:prstGeom prst="rect">
            <a:avLst/>
          </a:prstGeom>
          <a:noFill/>
          <a:ln>
            <a:noFill/>
          </a:ln>
        </p:spPr>
        <p:txBody>
          <a:bodyPr anchorCtr="0" anchor="ctr" bIns="45700" lIns="91425" spcFirstLastPara="1" rIns="91425" wrap="square" tIns="45700">
            <a:normAutofit/>
          </a:bodyPr>
          <a:lstStyle>
            <a:lvl1pPr indent="0" lvl="0" marL="0" marR="0" algn="r">
              <a:spcBef>
                <a:spcPts val="0"/>
              </a:spcBef>
              <a:buNone/>
              <a:defRPr b="0" i="0" sz="1800" u="none" cap="none" strike="noStrike">
                <a:solidFill>
                  <a:schemeClr val="lt1"/>
                </a:solidFill>
                <a:latin typeface="Arial"/>
                <a:ea typeface="Arial"/>
                <a:cs typeface="Arial"/>
                <a:sym typeface="Arial"/>
              </a:defRPr>
            </a:lvl1pPr>
            <a:lvl2pPr indent="0" lvl="1" marL="0" marR="0" algn="r">
              <a:spcBef>
                <a:spcPts val="0"/>
              </a:spcBef>
              <a:buNone/>
              <a:defRPr b="0" i="0" sz="1800" u="none" cap="none" strike="noStrike">
                <a:solidFill>
                  <a:schemeClr val="lt1"/>
                </a:solidFill>
                <a:latin typeface="Arial"/>
                <a:ea typeface="Arial"/>
                <a:cs typeface="Arial"/>
                <a:sym typeface="Arial"/>
              </a:defRPr>
            </a:lvl2pPr>
            <a:lvl3pPr indent="0" lvl="2" marL="0" marR="0" algn="r">
              <a:spcBef>
                <a:spcPts val="0"/>
              </a:spcBef>
              <a:buNone/>
              <a:defRPr b="0" i="0" sz="1800" u="none" cap="none" strike="noStrike">
                <a:solidFill>
                  <a:schemeClr val="lt1"/>
                </a:solidFill>
                <a:latin typeface="Arial"/>
                <a:ea typeface="Arial"/>
                <a:cs typeface="Arial"/>
                <a:sym typeface="Arial"/>
              </a:defRPr>
            </a:lvl3pPr>
            <a:lvl4pPr indent="0" lvl="3" marL="0" marR="0" algn="r">
              <a:spcBef>
                <a:spcPts val="0"/>
              </a:spcBef>
              <a:buNone/>
              <a:defRPr b="0" i="0" sz="1800" u="none" cap="none" strike="noStrike">
                <a:solidFill>
                  <a:schemeClr val="lt1"/>
                </a:solidFill>
                <a:latin typeface="Arial"/>
                <a:ea typeface="Arial"/>
                <a:cs typeface="Arial"/>
                <a:sym typeface="Arial"/>
              </a:defRPr>
            </a:lvl4pPr>
            <a:lvl5pPr indent="0" lvl="4" marL="0" marR="0" algn="r">
              <a:spcBef>
                <a:spcPts val="0"/>
              </a:spcBef>
              <a:buNone/>
              <a:defRPr b="0" i="0" sz="1800" u="none" cap="none" strike="noStrike">
                <a:solidFill>
                  <a:schemeClr val="lt1"/>
                </a:solidFill>
                <a:latin typeface="Arial"/>
                <a:ea typeface="Arial"/>
                <a:cs typeface="Arial"/>
                <a:sym typeface="Arial"/>
              </a:defRPr>
            </a:lvl5pPr>
            <a:lvl6pPr indent="0" lvl="5" marL="0" marR="0" algn="r">
              <a:spcBef>
                <a:spcPts val="0"/>
              </a:spcBef>
              <a:buNone/>
              <a:defRPr b="0" i="0" sz="1800" u="none" cap="none" strike="noStrike">
                <a:solidFill>
                  <a:schemeClr val="lt1"/>
                </a:solidFill>
                <a:latin typeface="Arial"/>
                <a:ea typeface="Arial"/>
                <a:cs typeface="Arial"/>
                <a:sym typeface="Arial"/>
              </a:defRPr>
            </a:lvl6pPr>
            <a:lvl7pPr indent="0" lvl="6" marL="0" marR="0" algn="r">
              <a:spcBef>
                <a:spcPts val="0"/>
              </a:spcBef>
              <a:buNone/>
              <a:defRPr b="0" i="0" sz="1800" u="none" cap="none" strike="noStrike">
                <a:solidFill>
                  <a:schemeClr val="lt1"/>
                </a:solidFill>
                <a:latin typeface="Arial"/>
                <a:ea typeface="Arial"/>
                <a:cs typeface="Arial"/>
                <a:sym typeface="Arial"/>
              </a:defRPr>
            </a:lvl7pPr>
            <a:lvl8pPr indent="0" lvl="7" marL="0" marR="0" algn="r">
              <a:spcBef>
                <a:spcPts val="0"/>
              </a:spcBef>
              <a:buNone/>
              <a:defRPr b="0" i="0" sz="1800" u="none" cap="none" strike="noStrike">
                <a:solidFill>
                  <a:schemeClr val="lt1"/>
                </a:solidFill>
                <a:latin typeface="Arial"/>
                <a:ea typeface="Arial"/>
                <a:cs typeface="Arial"/>
                <a:sym typeface="Arial"/>
              </a:defRPr>
            </a:lvl8pPr>
            <a:lvl9pPr indent="0" lvl="8" marL="0" marR="0" algn="r">
              <a:spcBef>
                <a:spcPts val="0"/>
              </a:spcBef>
              <a:buNone/>
              <a:defRPr b="0" i="0" sz="1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6" name="Google Shape;146;p3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7" name="Google Shape;147;p3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sz="1200">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8" name="Google Shape;148;p3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sz="1200">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9" name="Google Shape;149;p3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
          <p:cNvSpPr/>
          <p:nvPr/>
        </p:nvSpPr>
        <p:spPr>
          <a:xfrm>
            <a:off x="6019574" y="7124552"/>
            <a:ext cx="6990566" cy="868203"/>
          </a:xfrm>
          <a:custGeom>
            <a:rect b="b" l="l" r="r" t="t"/>
            <a:pathLst>
              <a:path extrusionOk="0" h="868203" w="6990566">
                <a:moveTo>
                  <a:pt x="0" y="0"/>
                </a:moveTo>
                <a:lnTo>
                  <a:pt x="6990566" y="0"/>
                </a:lnTo>
                <a:lnTo>
                  <a:pt x="6990566" y="868203"/>
                </a:lnTo>
                <a:lnTo>
                  <a:pt x="0" y="86820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233" name="Google Shape;233;p1"/>
          <p:cNvSpPr txBox="1"/>
          <p:nvPr/>
        </p:nvSpPr>
        <p:spPr>
          <a:xfrm>
            <a:off x="2209800" y="7962900"/>
            <a:ext cx="14641830" cy="1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3710">
                <a:solidFill>
                  <a:schemeClr val="lt1"/>
                </a:solidFill>
                <a:latin typeface="Lato"/>
                <a:ea typeface="Lato"/>
                <a:cs typeface="Lato"/>
                <a:sym typeface="Lato"/>
              </a:rPr>
              <a:t>Arun Kumar</a:t>
            </a:r>
            <a:endParaRPr b="1" sz="3710">
              <a:solidFill>
                <a:schemeClr val="lt1"/>
              </a:solidFill>
              <a:latin typeface="Lato"/>
              <a:ea typeface="Lato"/>
              <a:cs typeface="Lato"/>
              <a:sym typeface="Lato"/>
            </a:endParaRPr>
          </a:p>
          <a:p>
            <a:pPr indent="0" lvl="0" marL="0" marR="0" rtl="0" algn="ctr">
              <a:lnSpc>
                <a:spcPct val="100000"/>
              </a:lnSpc>
              <a:spcBef>
                <a:spcPts val="0"/>
              </a:spcBef>
              <a:spcAft>
                <a:spcPts val="0"/>
              </a:spcAft>
              <a:buNone/>
            </a:pPr>
            <a:r>
              <a:rPr b="1" lang="en-US" sz="3710">
                <a:solidFill>
                  <a:schemeClr val="lt1"/>
                </a:solidFill>
                <a:latin typeface="Lato"/>
                <a:ea typeface="Lato"/>
                <a:cs typeface="Lato"/>
                <a:sym typeface="Lato"/>
              </a:rPr>
              <a:t>Senior Pr</a:t>
            </a:r>
            <a:r>
              <a:rPr b="1" lang="en-US" sz="3710">
                <a:solidFill>
                  <a:schemeClr val="lt1"/>
                </a:solidFill>
                <a:latin typeface="Lato"/>
                <a:ea typeface="Lato"/>
                <a:cs typeface="Lato"/>
                <a:sym typeface="Lato"/>
              </a:rPr>
              <a:t>oj</a:t>
            </a:r>
            <a:r>
              <a:rPr b="1" lang="en-US" sz="3710">
                <a:solidFill>
                  <a:schemeClr val="lt1"/>
                </a:solidFill>
                <a:latin typeface="Lato"/>
                <a:ea typeface="Lato"/>
                <a:cs typeface="Lato"/>
                <a:sym typeface="Lato"/>
              </a:rPr>
              <a:t>ect Engineer</a:t>
            </a:r>
            <a:endParaRPr b="1" sz="3710">
              <a:solidFill>
                <a:schemeClr val="lt1"/>
              </a:solidFill>
              <a:latin typeface="Lato"/>
              <a:ea typeface="Lato"/>
              <a:cs typeface="Lato"/>
              <a:sym typeface="Lato"/>
            </a:endParaRPr>
          </a:p>
          <a:p>
            <a:pPr indent="0" lvl="0" marL="0" marR="0" rtl="0" algn="ctr">
              <a:lnSpc>
                <a:spcPct val="100000"/>
              </a:lnSpc>
              <a:spcBef>
                <a:spcPts val="0"/>
              </a:spcBef>
              <a:spcAft>
                <a:spcPts val="0"/>
              </a:spcAft>
              <a:buNone/>
            </a:pPr>
            <a:r>
              <a:rPr b="1" lang="en-US" sz="3710">
                <a:solidFill>
                  <a:schemeClr val="lt1"/>
                </a:solidFill>
                <a:latin typeface="Lato"/>
                <a:ea typeface="Lato"/>
                <a:cs typeface="Lato"/>
                <a:sym typeface="Lato"/>
              </a:rPr>
              <a:t>Software Technology &amp; Cyber Security Group</a:t>
            </a:r>
            <a:endParaRPr b="1" sz="3710">
              <a:solidFill>
                <a:schemeClr val="lt1"/>
              </a:solidFill>
              <a:latin typeface="Lato"/>
              <a:ea typeface="Lato"/>
              <a:cs typeface="Lato"/>
              <a:sym typeface="Lato"/>
            </a:endParaRPr>
          </a:p>
        </p:txBody>
      </p:sp>
      <p:sp>
        <p:nvSpPr>
          <p:cNvPr id="234" name="Google Shape;234;p1"/>
          <p:cNvSpPr txBox="1"/>
          <p:nvPr>
            <p:ph type="ctrTitle"/>
          </p:nvPr>
        </p:nvSpPr>
        <p:spPr>
          <a:xfrm>
            <a:off x="1469075" y="2628900"/>
            <a:ext cx="15349800" cy="1795800"/>
          </a:xfrm>
          <a:prstGeom prst="rect">
            <a:avLst/>
          </a:prstGeom>
          <a:noFill/>
          <a:ln>
            <a:noFill/>
          </a:ln>
        </p:spPr>
        <p:txBody>
          <a:bodyPr anchorCtr="0" anchor="t" bIns="0" lIns="0" spcFirstLastPara="1" rIns="0" wrap="square" tIns="0">
            <a:normAutofit/>
          </a:bodyPr>
          <a:lstStyle/>
          <a:p>
            <a:pPr indent="0" lvl="0" marL="0" rtl="0" algn="r">
              <a:lnSpc>
                <a:spcPct val="100000"/>
              </a:lnSpc>
              <a:spcBef>
                <a:spcPts val="0"/>
              </a:spcBef>
              <a:spcAft>
                <a:spcPts val="0"/>
              </a:spcAft>
              <a:buClr>
                <a:schemeClr val="lt1"/>
              </a:buClr>
              <a:buSzPts val="8000"/>
              <a:buFont typeface="Manrope ExtraBold"/>
              <a:buNone/>
            </a:pPr>
            <a:r>
              <a:rPr lang="en-US" sz="8000"/>
              <a:t>Linux and Operating System</a:t>
            </a:r>
            <a:endParaRPr sz="8000"/>
          </a:p>
        </p:txBody>
      </p:sp>
      <p:sp>
        <p:nvSpPr>
          <p:cNvPr id="235" name="Google Shape;235;p1"/>
          <p:cNvSpPr txBox="1"/>
          <p:nvPr>
            <p:ph idx="1" type="subTitle"/>
          </p:nvPr>
        </p:nvSpPr>
        <p:spPr>
          <a:xfrm>
            <a:off x="8382000" y="7396480"/>
            <a:ext cx="1936115" cy="572135"/>
          </a:xfrm>
          <a:prstGeom prst="rect">
            <a:avLst/>
          </a:prstGeom>
          <a:noFill/>
          <a:ln>
            <a:noFill/>
          </a:ln>
        </p:spPr>
        <p:txBody>
          <a:bodyPr anchorCtr="0" anchor="b" bIns="0" lIns="0" spcFirstLastPara="1" rIns="0" wrap="square" tIns="0">
            <a:normAutofit fontScale="80000"/>
          </a:bodyPr>
          <a:lstStyle/>
          <a:p>
            <a:pPr indent="0" lvl="0" marL="0" rtl="0" algn="r">
              <a:lnSpc>
                <a:spcPct val="100000"/>
              </a:lnSpc>
              <a:spcBef>
                <a:spcPts val="0"/>
              </a:spcBef>
              <a:spcAft>
                <a:spcPts val="0"/>
              </a:spcAft>
              <a:buClr>
                <a:schemeClr val="dk2"/>
              </a:buClr>
              <a:buSzPct val="100000"/>
              <a:buNone/>
            </a:pPr>
            <a:r>
              <a:rPr lang="en-US" sz="3600">
                <a:solidFill>
                  <a:schemeClr val="dk2"/>
                </a:solidFill>
              </a:rPr>
              <a:t>Presenter</a:t>
            </a:r>
            <a:endParaRPr sz="36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
          <p:cNvSpPr txBox="1"/>
          <p:nvPr>
            <p:ph type="title"/>
          </p:nvPr>
        </p:nvSpPr>
        <p:spPr>
          <a:xfrm>
            <a:off x="5105083" y="140970"/>
            <a:ext cx="8501063" cy="1622108"/>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8100"/>
              <a:buFont typeface="Manrope ExtraBold"/>
              <a:buNone/>
            </a:pPr>
            <a:r>
              <a:rPr lang="en-US" sz="8100"/>
              <a:t>Course Outline</a:t>
            </a:r>
            <a:endParaRPr sz="8100"/>
          </a:p>
        </p:txBody>
      </p:sp>
      <p:sp>
        <p:nvSpPr>
          <p:cNvPr id="245" name="Google Shape;245;p2"/>
          <p:cNvSpPr/>
          <p:nvPr/>
        </p:nvSpPr>
        <p:spPr>
          <a:xfrm>
            <a:off x="3995738" y="3694784"/>
            <a:ext cx="4767186" cy="1287090"/>
          </a:xfrm>
          <a:custGeom>
            <a:rect b="b" l="l" r="r" t="t"/>
            <a:pathLst>
              <a:path extrusionOk="0" h="1287090" w="4767186">
                <a:moveTo>
                  <a:pt x="0" y="0"/>
                </a:moveTo>
                <a:lnTo>
                  <a:pt x="1540724" y="0"/>
                </a:lnTo>
                <a:lnTo>
                  <a:pt x="1653467" y="151147"/>
                </a:lnTo>
                <a:lnTo>
                  <a:pt x="4767186" y="151147"/>
                </a:lnTo>
                <a:lnTo>
                  <a:pt x="4767186" y="1287090"/>
                </a:lnTo>
                <a:lnTo>
                  <a:pt x="927432" y="1287090"/>
                </a:lnTo>
                <a:lnTo>
                  <a:pt x="833777" y="1161532"/>
                </a:lnTo>
                <a:lnTo>
                  <a:pt x="157335" y="1161532"/>
                </a:lnTo>
                <a:lnTo>
                  <a:pt x="0" y="964965"/>
                </a:lnTo>
                <a:lnTo>
                  <a:pt x="0" y="0"/>
                </a:lnTo>
                <a:close/>
              </a:path>
            </a:pathLst>
          </a:custGeom>
          <a:gradFill>
            <a:gsLst>
              <a:gs pos="0">
                <a:srgbClr val="FE0000">
                  <a:alpha val="20000"/>
                </a:srgbClr>
              </a:gs>
              <a:gs pos="100000">
                <a:srgbClr val="FE0000">
                  <a:alpha val="0"/>
                </a:srgbClr>
              </a:gs>
            </a:gsLst>
            <a:lin ang="0" scaled="0"/>
          </a:gra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Manrope ExtraBold"/>
              <a:ea typeface="Manrope ExtraBold"/>
              <a:cs typeface="Manrope ExtraBold"/>
              <a:sym typeface="Manrope ExtraBold"/>
            </a:endParaRPr>
          </a:p>
        </p:txBody>
      </p:sp>
      <p:sp>
        <p:nvSpPr>
          <p:cNvPr id="246" name="Google Shape;246;p2"/>
          <p:cNvSpPr/>
          <p:nvPr/>
        </p:nvSpPr>
        <p:spPr>
          <a:xfrm>
            <a:off x="3995738" y="5157280"/>
            <a:ext cx="4767186" cy="1287090"/>
          </a:xfrm>
          <a:custGeom>
            <a:rect b="b" l="l" r="r" t="t"/>
            <a:pathLst>
              <a:path extrusionOk="0" h="1287090" w="4767186">
                <a:moveTo>
                  <a:pt x="0" y="0"/>
                </a:moveTo>
                <a:lnTo>
                  <a:pt x="1540724" y="0"/>
                </a:lnTo>
                <a:lnTo>
                  <a:pt x="1653467" y="151147"/>
                </a:lnTo>
                <a:lnTo>
                  <a:pt x="4767186" y="151147"/>
                </a:lnTo>
                <a:lnTo>
                  <a:pt x="4767186" y="1287090"/>
                </a:lnTo>
                <a:lnTo>
                  <a:pt x="927432" y="1287090"/>
                </a:lnTo>
                <a:lnTo>
                  <a:pt x="833777" y="1161532"/>
                </a:lnTo>
                <a:lnTo>
                  <a:pt x="157335" y="1161532"/>
                </a:lnTo>
                <a:lnTo>
                  <a:pt x="0" y="964965"/>
                </a:lnTo>
                <a:lnTo>
                  <a:pt x="0" y="0"/>
                </a:lnTo>
                <a:close/>
              </a:path>
            </a:pathLst>
          </a:custGeom>
          <a:gradFill>
            <a:gsLst>
              <a:gs pos="0">
                <a:srgbClr val="E8CA16">
                  <a:alpha val="20000"/>
                </a:srgbClr>
              </a:gs>
              <a:gs pos="100000">
                <a:srgbClr val="E8CA16">
                  <a:alpha val="0"/>
                </a:srgbClr>
              </a:gs>
            </a:gsLst>
            <a:lin ang="0" scaled="0"/>
          </a:gra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Manrope ExtraBold"/>
              <a:ea typeface="Manrope ExtraBold"/>
              <a:cs typeface="Manrope ExtraBold"/>
              <a:sym typeface="Manrope ExtraBold"/>
            </a:endParaRPr>
          </a:p>
        </p:txBody>
      </p:sp>
      <p:sp>
        <p:nvSpPr>
          <p:cNvPr id="247" name="Google Shape;247;p2"/>
          <p:cNvSpPr/>
          <p:nvPr/>
        </p:nvSpPr>
        <p:spPr>
          <a:xfrm>
            <a:off x="3995738" y="6619777"/>
            <a:ext cx="4767186" cy="1287090"/>
          </a:xfrm>
          <a:custGeom>
            <a:rect b="b" l="l" r="r" t="t"/>
            <a:pathLst>
              <a:path extrusionOk="0" h="1287090" w="4767186">
                <a:moveTo>
                  <a:pt x="0" y="0"/>
                </a:moveTo>
                <a:lnTo>
                  <a:pt x="1540724" y="0"/>
                </a:lnTo>
                <a:lnTo>
                  <a:pt x="1653467" y="151147"/>
                </a:lnTo>
                <a:lnTo>
                  <a:pt x="4767186" y="151147"/>
                </a:lnTo>
                <a:lnTo>
                  <a:pt x="4767186" y="1287090"/>
                </a:lnTo>
                <a:lnTo>
                  <a:pt x="927432" y="1287090"/>
                </a:lnTo>
                <a:lnTo>
                  <a:pt x="833777" y="1161532"/>
                </a:lnTo>
                <a:lnTo>
                  <a:pt x="157335" y="1161532"/>
                </a:lnTo>
                <a:lnTo>
                  <a:pt x="0" y="964965"/>
                </a:lnTo>
                <a:lnTo>
                  <a:pt x="0" y="0"/>
                </a:lnTo>
                <a:close/>
              </a:path>
            </a:pathLst>
          </a:custGeom>
          <a:gradFill>
            <a:gsLst>
              <a:gs pos="0">
                <a:srgbClr val="0BBFE9">
                  <a:alpha val="20000"/>
                </a:srgbClr>
              </a:gs>
              <a:gs pos="100000">
                <a:srgbClr val="0BBFE9">
                  <a:alpha val="0"/>
                </a:srgbClr>
              </a:gs>
            </a:gsLst>
            <a:lin ang="0" scaled="0"/>
          </a:gra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Manrope ExtraBold"/>
              <a:ea typeface="Manrope ExtraBold"/>
              <a:cs typeface="Manrope ExtraBold"/>
              <a:sym typeface="Manrope ExtraBold"/>
            </a:endParaRPr>
          </a:p>
        </p:txBody>
      </p:sp>
      <p:sp>
        <p:nvSpPr>
          <p:cNvPr id="248" name="Google Shape;248;p2"/>
          <p:cNvSpPr txBox="1"/>
          <p:nvPr/>
        </p:nvSpPr>
        <p:spPr>
          <a:xfrm>
            <a:off x="4179791" y="3804140"/>
            <a:ext cx="1078010" cy="843625"/>
          </a:xfrm>
          <a:prstGeom prst="rect">
            <a:avLst/>
          </a:prstGeom>
          <a:noFill/>
          <a:ln>
            <a:noFill/>
          </a:ln>
        </p:spPr>
        <p:txBody>
          <a:bodyPr anchorCtr="0" anchor="ctr" bIns="46800" lIns="90000" spcFirstLastPara="1" rIns="90000" wrap="square" tIns="46800">
            <a:noAutofit/>
          </a:bodyPr>
          <a:lstStyle/>
          <a:p>
            <a:pPr indent="0" lvl="0" marL="0" marR="0" rtl="0" algn="ctr">
              <a:lnSpc>
                <a:spcPct val="130000"/>
              </a:lnSpc>
              <a:spcBef>
                <a:spcPts val="0"/>
              </a:spcBef>
              <a:spcAft>
                <a:spcPts val="0"/>
              </a:spcAft>
              <a:buClr>
                <a:schemeClr val="accent1"/>
              </a:buClr>
              <a:buSzPts val="3600"/>
              <a:buFont typeface="Arial"/>
              <a:buNone/>
            </a:pPr>
            <a:r>
              <a:rPr b="1" lang="en-US" sz="3600" u="none" cap="none" strike="noStrike">
                <a:solidFill>
                  <a:schemeClr val="accent1"/>
                </a:solidFill>
                <a:latin typeface="Lato"/>
                <a:ea typeface="Lato"/>
                <a:cs typeface="Lato"/>
                <a:sym typeface="Lato"/>
              </a:rPr>
              <a:t>01</a:t>
            </a:r>
            <a:endParaRPr b="1" sz="3600" u="none" cap="none" strike="noStrike">
              <a:solidFill>
                <a:schemeClr val="accent1"/>
              </a:solidFill>
              <a:latin typeface="Lato"/>
              <a:ea typeface="Lato"/>
              <a:cs typeface="Lato"/>
              <a:sym typeface="Lato"/>
            </a:endParaRPr>
          </a:p>
        </p:txBody>
      </p:sp>
      <p:sp>
        <p:nvSpPr>
          <p:cNvPr id="249" name="Google Shape;249;p2"/>
          <p:cNvSpPr txBox="1"/>
          <p:nvPr/>
        </p:nvSpPr>
        <p:spPr>
          <a:xfrm>
            <a:off x="5257165" y="3988435"/>
            <a:ext cx="3395980" cy="843915"/>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None/>
            </a:pPr>
            <a:r>
              <a:rPr lang="en-US" sz="2000">
                <a:solidFill>
                  <a:schemeClr val="lt2"/>
                </a:solidFill>
                <a:latin typeface="Lato"/>
                <a:ea typeface="Lato"/>
                <a:cs typeface="Lato"/>
                <a:sym typeface="Lato"/>
              </a:rPr>
              <a:t>Introduction of Linux</a:t>
            </a:r>
            <a:endParaRPr sz="2000">
              <a:solidFill>
                <a:schemeClr val="lt2"/>
              </a:solidFill>
              <a:latin typeface="Lato"/>
              <a:ea typeface="Lato"/>
              <a:cs typeface="Lato"/>
              <a:sym typeface="Lato"/>
            </a:endParaRPr>
          </a:p>
        </p:txBody>
      </p:sp>
      <p:sp>
        <p:nvSpPr>
          <p:cNvPr id="250" name="Google Shape;250;p2"/>
          <p:cNvSpPr/>
          <p:nvPr/>
        </p:nvSpPr>
        <p:spPr>
          <a:xfrm flipH="1" rot="10800000">
            <a:off x="5653775" y="3694784"/>
            <a:ext cx="785491" cy="88881"/>
          </a:xfrm>
          <a:custGeom>
            <a:rect b="b" l="l" r="r" t="t"/>
            <a:pathLst>
              <a:path extrusionOk="0" h="89627" w="768973">
                <a:moveTo>
                  <a:pt x="658026" y="89627"/>
                </a:moveTo>
                <a:lnTo>
                  <a:pt x="709661" y="89627"/>
                </a:lnTo>
                <a:lnTo>
                  <a:pt x="768973" y="0"/>
                </a:lnTo>
                <a:lnTo>
                  <a:pt x="717338" y="0"/>
                </a:lnTo>
                <a:close/>
                <a:moveTo>
                  <a:pt x="565315" y="89627"/>
                </a:moveTo>
                <a:lnTo>
                  <a:pt x="616949" y="89627"/>
                </a:lnTo>
                <a:lnTo>
                  <a:pt x="676262" y="0"/>
                </a:lnTo>
                <a:lnTo>
                  <a:pt x="624627" y="0"/>
                </a:lnTo>
                <a:close/>
                <a:moveTo>
                  <a:pt x="472603" y="89627"/>
                </a:moveTo>
                <a:lnTo>
                  <a:pt x="524238" y="89627"/>
                </a:lnTo>
                <a:lnTo>
                  <a:pt x="583551" y="0"/>
                </a:lnTo>
                <a:lnTo>
                  <a:pt x="531916" y="0"/>
                </a:lnTo>
                <a:close/>
                <a:moveTo>
                  <a:pt x="379892" y="89627"/>
                </a:moveTo>
                <a:lnTo>
                  <a:pt x="431527" y="89627"/>
                </a:lnTo>
                <a:lnTo>
                  <a:pt x="490839" y="0"/>
                </a:lnTo>
                <a:lnTo>
                  <a:pt x="439205" y="0"/>
                </a:lnTo>
                <a:close/>
                <a:moveTo>
                  <a:pt x="278134" y="89627"/>
                </a:moveTo>
                <a:lnTo>
                  <a:pt x="329768" y="89627"/>
                </a:lnTo>
                <a:lnTo>
                  <a:pt x="389081" y="0"/>
                </a:lnTo>
                <a:lnTo>
                  <a:pt x="337446" y="0"/>
                </a:lnTo>
                <a:close/>
                <a:moveTo>
                  <a:pt x="185422" y="89627"/>
                </a:moveTo>
                <a:lnTo>
                  <a:pt x="237057" y="89627"/>
                </a:lnTo>
                <a:lnTo>
                  <a:pt x="296370" y="0"/>
                </a:lnTo>
                <a:lnTo>
                  <a:pt x="244735" y="0"/>
                </a:lnTo>
                <a:close/>
                <a:moveTo>
                  <a:pt x="92711" y="89627"/>
                </a:moveTo>
                <a:lnTo>
                  <a:pt x="144346" y="89627"/>
                </a:lnTo>
                <a:lnTo>
                  <a:pt x="203658" y="0"/>
                </a:lnTo>
                <a:lnTo>
                  <a:pt x="152024" y="0"/>
                </a:lnTo>
                <a:close/>
                <a:moveTo>
                  <a:pt x="0" y="89627"/>
                </a:moveTo>
                <a:lnTo>
                  <a:pt x="51635" y="89627"/>
                </a:lnTo>
                <a:lnTo>
                  <a:pt x="110947" y="0"/>
                </a:lnTo>
                <a:lnTo>
                  <a:pt x="59312" y="0"/>
                </a:lnTo>
                <a:close/>
              </a:path>
            </a:pathLst>
          </a:custGeom>
          <a:solidFill>
            <a:schemeClr val="accent1">
              <a:alpha val="1568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
        <p:nvSpPr>
          <p:cNvPr id="251" name="Google Shape;251;p2"/>
          <p:cNvSpPr/>
          <p:nvPr/>
        </p:nvSpPr>
        <p:spPr>
          <a:xfrm flipH="1" rot="10800000">
            <a:off x="4457433" y="4901401"/>
            <a:ext cx="397439" cy="88881"/>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1">
              <a:alpha val="6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
        <p:nvSpPr>
          <p:cNvPr id="252" name="Google Shape;252;p2"/>
          <p:cNvSpPr txBox="1"/>
          <p:nvPr/>
        </p:nvSpPr>
        <p:spPr>
          <a:xfrm>
            <a:off x="4179791" y="5266636"/>
            <a:ext cx="1078010" cy="843625"/>
          </a:xfrm>
          <a:prstGeom prst="rect">
            <a:avLst/>
          </a:prstGeom>
          <a:noFill/>
          <a:ln>
            <a:noFill/>
          </a:ln>
        </p:spPr>
        <p:txBody>
          <a:bodyPr anchorCtr="0" anchor="ctr" bIns="46800" lIns="90000" spcFirstLastPara="1" rIns="90000" wrap="square" tIns="46800">
            <a:noAutofit/>
          </a:bodyPr>
          <a:lstStyle/>
          <a:p>
            <a:pPr indent="0" lvl="0" marL="0" marR="0" rtl="0" algn="ctr">
              <a:lnSpc>
                <a:spcPct val="130000"/>
              </a:lnSpc>
              <a:spcBef>
                <a:spcPts val="0"/>
              </a:spcBef>
              <a:spcAft>
                <a:spcPts val="0"/>
              </a:spcAft>
              <a:buClr>
                <a:schemeClr val="accent2"/>
              </a:buClr>
              <a:buSzPts val="3600"/>
              <a:buFont typeface="Arial"/>
              <a:buNone/>
            </a:pPr>
            <a:r>
              <a:rPr b="1" lang="en-US" sz="3600" u="none" cap="none" strike="noStrike">
                <a:solidFill>
                  <a:schemeClr val="accent2"/>
                </a:solidFill>
                <a:latin typeface="Lato"/>
                <a:ea typeface="Lato"/>
                <a:cs typeface="Lato"/>
                <a:sym typeface="Lato"/>
              </a:rPr>
              <a:t>02</a:t>
            </a:r>
            <a:endParaRPr b="1" sz="3600" u="none" cap="none" strike="noStrike">
              <a:solidFill>
                <a:schemeClr val="accent2"/>
              </a:solidFill>
              <a:latin typeface="Lato"/>
              <a:ea typeface="Lato"/>
              <a:cs typeface="Lato"/>
              <a:sym typeface="Lato"/>
            </a:endParaRPr>
          </a:p>
        </p:txBody>
      </p:sp>
      <p:sp>
        <p:nvSpPr>
          <p:cNvPr id="253" name="Google Shape;253;p2"/>
          <p:cNvSpPr txBox="1"/>
          <p:nvPr/>
        </p:nvSpPr>
        <p:spPr>
          <a:xfrm>
            <a:off x="5257165" y="5450840"/>
            <a:ext cx="3395980" cy="843915"/>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None/>
            </a:pPr>
            <a:r>
              <a:rPr lang="en-US" sz="2000">
                <a:solidFill>
                  <a:schemeClr val="lt2"/>
                </a:solidFill>
                <a:latin typeface="Lato"/>
                <a:ea typeface="Lato"/>
                <a:cs typeface="Lato"/>
                <a:sym typeface="Lato"/>
              </a:rPr>
              <a:t>Shell Scripting</a:t>
            </a:r>
            <a:endParaRPr sz="2000">
              <a:solidFill>
                <a:schemeClr val="lt2"/>
              </a:solidFill>
              <a:latin typeface="Lato"/>
              <a:ea typeface="Lato"/>
              <a:cs typeface="Lato"/>
              <a:sym typeface="Lato"/>
            </a:endParaRPr>
          </a:p>
        </p:txBody>
      </p:sp>
      <p:sp>
        <p:nvSpPr>
          <p:cNvPr id="254" name="Google Shape;254;p2"/>
          <p:cNvSpPr/>
          <p:nvPr/>
        </p:nvSpPr>
        <p:spPr>
          <a:xfrm flipH="1" rot="10800000">
            <a:off x="5653775" y="5157280"/>
            <a:ext cx="785491" cy="88881"/>
          </a:xfrm>
          <a:custGeom>
            <a:rect b="b" l="l" r="r" t="t"/>
            <a:pathLst>
              <a:path extrusionOk="0" h="89627" w="768973">
                <a:moveTo>
                  <a:pt x="658026" y="89627"/>
                </a:moveTo>
                <a:lnTo>
                  <a:pt x="709661" y="89627"/>
                </a:lnTo>
                <a:lnTo>
                  <a:pt x="768973" y="0"/>
                </a:lnTo>
                <a:lnTo>
                  <a:pt x="717338" y="0"/>
                </a:lnTo>
                <a:close/>
                <a:moveTo>
                  <a:pt x="565315" y="89627"/>
                </a:moveTo>
                <a:lnTo>
                  <a:pt x="616949" y="89627"/>
                </a:lnTo>
                <a:lnTo>
                  <a:pt x="676262" y="0"/>
                </a:lnTo>
                <a:lnTo>
                  <a:pt x="624627" y="0"/>
                </a:lnTo>
                <a:close/>
                <a:moveTo>
                  <a:pt x="472603" y="89627"/>
                </a:moveTo>
                <a:lnTo>
                  <a:pt x="524238" y="89627"/>
                </a:lnTo>
                <a:lnTo>
                  <a:pt x="583551" y="0"/>
                </a:lnTo>
                <a:lnTo>
                  <a:pt x="531916" y="0"/>
                </a:lnTo>
                <a:close/>
                <a:moveTo>
                  <a:pt x="379892" y="89627"/>
                </a:moveTo>
                <a:lnTo>
                  <a:pt x="431527" y="89627"/>
                </a:lnTo>
                <a:lnTo>
                  <a:pt x="490839" y="0"/>
                </a:lnTo>
                <a:lnTo>
                  <a:pt x="439205" y="0"/>
                </a:lnTo>
                <a:close/>
                <a:moveTo>
                  <a:pt x="278134" y="89627"/>
                </a:moveTo>
                <a:lnTo>
                  <a:pt x="329768" y="89627"/>
                </a:lnTo>
                <a:lnTo>
                  <a:pt x="389081" y="0"/>
                </a:lnTo>
                <a:lnTo>
                  <a:pt x="337446" y="0"/>
                </a:lnTo>
                <a:close/>
                <a:moveTo>
                  <a:pt x="185422" y="89627"/>
                </a:moveTo>
                <a:lnTo>
                  <a:pt x="237057" y="89627"/>
                </a:lnTo>
                <a:lnTo>
                  <a:pt x="296370" y="0"/>
                </a:lnTo>
                <a:lnTo>
                  <a:pt x="244735" y="0"/>
                </a:lnTo>
                <a:close/>
                <a:moveTo>
                  <a:pt x="92711" y="89627"/>
                </a:moveTo>
                <a:lnTo>
                  <a:pt x="144346" y="89627"/>
                </a:lnTo>
                <a:lnTo>
                  <a:pt x="203658" y="0"/>
                </a:lnTo>
                <a:lnTo>
                  <a:pt x="152024" y="0"/>
                </a:lnTo>
                <a:close/>
                <a:moveTo>
                  <a:pt x="0" y="89627"/>
                </a:moveTo>
                <a:lnTo>
                  <a:pt x="51635" y="89627"/>
                </a:lnTo>
                <a:lnTo>
                  <a:pt x="110947" y="0"/>
                </a:lnTo>
                <a:lnTo>
                  <a:pt x="59312" y="0"/>
                </a:lnTo>
                <a:close/>
              </a:path>
            </a:pathLst>
          </a:custGeom>
          <a:solidFill>
            <a:schemeClr val="accent2">
              <a:alpha val="1568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
        <p:nvSpPr>
          <p:cNvPr id="255" name="Google Shape;255;p2"/>
          <p:cNvSpPr/>
          <p:nvPr/>
        </p:nvSpPr>
        <p:spPr>
          <a:xfrm flipH="1" rot="10800000">
            <a:off x="4457433" y="6363897"/>
            <a:ext cx="397439" cy="88881"/>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2">
              <a:alpha val="6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
        <p:nvSpPr>
          <p:cNvPr id="256" name="Google Shape;256;p2"/>
          <p:cNvSpPr txBox="1"/>
          <p:nvPr/>
        </p:nvSpPr>
        <p:spPr>
          <a:xfrm>
            <a:off x="4179791" y="6729133"/>
            <a:ext cx="1078010" cy="843625"/>
          </a:xfrm>
          <a:prstGeom prst="rect">
            <a:avLst/>
          </a:prstGeom>
          <a:noFill/>
          <a:ln>
            <a:noFill/>
          </a:ln>
        </p:spPr>
        <p:txBody>
          <a:bodyPr anchorCtr="0" anchor="ctr" bIns="46800" lIns="90000" spcFirstLastPara="1" rIns="90000" wrap="square" tIns="46800">
            <a:noAutofit/>
          </a:bodyPr>
          <a:lstStyle/>
          <a:p>
            <a:pPr indent="0" lvl="0" marL="0" marR="0" rtl="0" algn="ctr">
              <a:lnSpc>
                <a:spcPct val="130000"/>
              </a:lnSpc>
              <a:spcBef>
                <a:spcPts val="0"/>
              </a:spcBef>
              <a:spcAft>
                <a:spcPts val="0"/>
              </a:spcAft>
              <a:buClr>
                <a:schemeClr val="accent3"/>
              </a:buClr>
              <a:buSzPts val="3600"/>
              <a:buFont typeface="Arial"/>
              <a:buNone/>
            </a:pPr>
            <a:r>
              <a:rPr b="1" lang="en-US" sz="3600" u="none" cap="none" strike="noStrike">
                <a:solidFill>
                  <a:schemeClr val="accent3"/>
                </a:solidFill>
                <a:latin typeface="Lato"/>
                <a:ea typeface="Lato"/>
                <a:cs typeface="Lato"/>
                <a:sym typeface="Lato"/>
              </a:rPr>
              <a:t>03</a:t>
            </a:r>
            <a:endParaRPr b="1" sz="3600" u="none" cap="none" strike="noStrike">
              <a:solidFill>
                <a:schemeClr val="accent3"/>
              </a:solidFill>
              <a:latin typeface="Lato"/>
              <a:ea typeface="Lato"/>
              <a:cs typeface="Lato"/>
              <a:sym typeface="Lato"/>
            </a:endParaRPr>
          </a:p>
        </p:txBody>
      </p:sp>
      <p:sp>
        <p:nvSpPr>
          <p:cNvPr id="257" name="Google Shape;257;p2"/>
          <p:cNvSpPr txBox="1"/>
          <p:nvPr/>
        </p:nvSpPr>
        <p:spPr>
          <a:xfrm>
            <a:off x="5257165" y="6913245"/>
            <a:ext cx="3395980" cy="843915"/>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None/>
            </a:pPr>
            <a:r>
              <a:rPr lang="en-US" sz="2000">
                <a:solidFill>
                  <a:schemeClr val="lt2"/>
                </a:solidFill>
                <a:latin typeface="Lato"/>
                <a:ea typeface="Lato"/>
                <a:cs typeface="Lato"/>
                <a:sym typeface="Lato"/>
              </a:rPr>
              <a:t>Processes &amp; Scheduling </a:t>
            </a:r>
            <a:endParaRPr sz="2000">
              <a:solidFill>
                <a:schemeClr val="lt2"/>
              </a:solidFill>
              <a:latin typeface="Lato"/>
              <a:ea typeface="Lato"/>
              <a:cs typeface="Lato"/>
              <a:sym typeface="Lato"/>
            </a:endParaRPr>
          </a:p>
        </p:txBody>
      </p:sp>
      <p:sp>
        <p:nvSpPr>
          <p:cNvPr id="258" name="Google Shape;258;p2"/>
          <p:cNvSpPr/>
          <p:nvPr/>
        </p:nvSpPr>
        <p:spPr>
          <a:xfrm flipH="1" rot="10800000">
            <a:off x="5653775" y="6619777"/>
            <a:ext cx="785491" cy="88881"/>
          </a:xfrm>
          <a:custGeom>
            <a:rect b="b" l="l" r="r" t="t"/>
            <a:pathLst>
              <a:path extrusionOk="0" h="89627" w="768973">
                <a:moveTo>
                  <a:pt x="658026" y="89627"/>
                </a:moveTo>
                <a:lnTo>
                  <a:pt x="709661" y="89627"/>
                </a:lnTo>
                <a:lnTo>
                  <a:pt x="768973" y="0"/>
                </a:lnTo>
                <a:lnTo>
                  <a:pt x="717338" y="0"/>
                </a:lnTo>
                <a:close/>
                <a:moveTo>
                  <a:pt x="565315" y="89627"/>
                </a:moveTo>
                <a:lnTo>
                  <a:pt x="616949" y="89627"/>
                </a:lnTo>
                <a:lnTo>
                  <a:pt x="676262" y="0"/>
                </a:lnTo>
                <a:lnTo>
                  <a:pt x="624627" y="0"/>
                </a:lnTo>
                <a:close/>
                <a:moveTo>
                  <a:pt x="472603" y="89627"/>
                </a:moveTo>
                <a:lnTo>
                  <a:pt x="524238" y="89627"/>
                </a:lnTo>
                <a:lnTo>
                  <a:pt x="583551" y="0"/>
                </a:lnTo>
                <a:lnTo>
                  <a:pt x="531916" y="0"/>
                </a:lnTo>
                <a:close/>
                <a:moveTo>
                  <a:pt x="379892" y="89627"/>
                </a:moveTo>
                <a:lnTo>
                  <a:pt x="431527" y="89627"/>
                </a:lnTo>
                <a:lnTo>
                  <a:pt x="490839" y="0"/>
                </a:lnTo>
                <a:lnTo>
                  <a:pt x="439205" y="0"/>
                </a:lnTo>
                <a:close/>
                <a:moveTo>
                  <a:pt x="278134" y="89627"/>
                </a:moveTo>
                <a:lnTo>
                  <a:pt x="329768" y="89627"/>
                </a:lnTo>
                <a:lnTo>
                  <a:pt x="389081" y="0"/>
                </a:lnTo>
                <a:lnTo>
                  <a:pt x="337446" y="0"/>
                </a:lnTo>
                <a:close/>
                <a:moveTo>
                  <a:pt x="185422" y="89627"/>
                </a:moveTo>
                <a:lnTo>
                  <a:pt x="237057" y="89627"/>
                </a:lnTo>
                <a:lnTo>
                  <a:pt x="296370" y="0"/>
                </a:lnTo>
                <a:lnTo>
                  <a:pt x="244735" y="0"/>
                </a:lnTo>
                <a:close/>
                <a:moveTo>
                  <a:pt x="92711" y="89627"/>
                </a:moveTo>
                <a:lnTo>
                  <a:pt x="144346" y="89627"/>
                </a:lnTo>
                <a:lnTo>
                  <a:pt x="203658" y="0"/>
                </a:lnTo>
                <a:lnTo>
                  <a:pt x="152024" y="0"/>
                </a:lnTo>
                <a:close/>
                <a:moveTo>
                  <a:pt x="0" y="89627"/>
                </a:moveTo>
                <a:lnTo>
                  <a:pt x="51635" y="89627"/>
                </a:lnTo>
                <a:lnTo>
                  <a:pt x="110947" y="0"/>
                </a:lnTo>
                <a:lnTo>
                  <a:pt x="59312" y="0"/>
                </a:lnTo>
                <a:close/>
              </a:path>
            </a:pathLst>
          </a:custGeom>
          <a:solidFill>
            <a:schemeClr val="accent3">
              <a:alpha val="1568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
        <p:nvSpPr>
          <p:cNvPr id="259" name="Google Shape;259;p2"/>
          <p:cNvSpPr/>
          <p:nvPr/>
        </p:nvSpPr>
        <p:spPr>
          <a:xfrm flipH="1" rot="10800000">
            <a:off x="4457433" y="7826394"/>
            <a:ext cx="397439" cy="88881"/>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3">
              <a:alpha val="6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
        <p:nvSpPr>
          <p:cNvPr id="260" name="Google Shape;260;p2"/>
          <p:cNvSpPr/>
          <p:nvPr/>
        </p:nvSpPr>
        <p:spPr>
          <a:xfrm>
            <a:off x="9531818" y="3694784"/>
            <a:ext cx="4767186" cy="1287090"/>
          </a:xfrm>
          <a:custGeom>
            <a:rect b="b" l="l" r="r" t="t"/>
            <a:pathLst>
              <a:path extrusionOk="0" h="1287090" w="4767186">
                <a:moveTo>
                  <a:pt x="0" y="0"/>
                </a:moveTo>
                <a:lnTo>
                  <a:pt x="1540724" y="0"/>
                </a:lnTo>
                <a:lnTo>
                  <a:pt x="1653467" y="151147"/>
                </a:lnTo>
                <a:lnTo>
                  <a:pt x="4767186" y="151147"/>
                </a:lnTo>
                <a:lnTo>
                  <a:pt x="4767186" y="1287090"/>
                </a:lnTo>
                <a:lnTo>
                  <a:pt x="927432" y="1287090"/>
                </a:lnTo>
                <a:lnTo>
                  <a:pt x="833777" y="1161532"/>
                </a:lnTo>
                <a:lnTo>
                  <a:pt x="157335" y="1161532"/>
                </a:lnTo>
                <a:lnTo>
                  <a:pt x="0" y="964965"/>
                </a:lnTo>
                <a:lnTo>
                  <a:pt x="0" y="0"/>
                </a:lnTo>
                <a:close/>
              </a:path>
            </a:pathLst>
          </a:custGeom>
          <a:gradFill>
            <a:gsLst>
              <a:gs pos="0">
                <a:srgbClr val="1C40F4">
                  <a:alpha val="20000"/>
                </a:srgbClr>
              </a:gs>
              <a:gs pos="100000">
                <a:srgbClr val="1C40F4">
                  <a:alpha val="0"/>
                </a:srgbClr>
              </a:gs>
            </a:gsLst>
            <a:lin ang="0" scaled="0"/>
          </a:gra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Manrope ExtraBold"/>
              <a:ea typeface="Manrope ExtraBold"/>
              <a:cs typeface="Manrope ExtraBold"/>
              <a:sym typeface="Manrope ExtraBold"/>
            </a:endParaRPr>
          </a:p>
        </p:txBody>
      </p:sp>
      <p:sp>
        <p:nvSpPr>
          <p:cNvPr id="261" name="Google Shape;261;p2"/>
          <p:cNvSpPr/>
          <p:nvPr/>
        </p:nvSpPr>
        <p:spPr>
          <a:xfrm>
            <a:off x="9531818" y="5157280"/>
            <a:ext cx="4767186" cy="1287090"/>
          </a:xfrm>
          <a:custGeom>
            <a:rect b="b" l="l" r="r" t="t"/>
            <a:pathLst>
              <a:path extrusionOk="0" h="1287090" w="4767186">
                <a:moveTo>
                  <a:pt x="0" y="0"/>
                </a:moveTo>
                <a:lnTo>
                  <a:pt x="1540724" y="0"/>
                </a:lnTo>
                <a:lnTo>
                  <a:pt x="1653467" y="151147"/>
                </a:lnTo>
                <a:lnTo>
                  <a:pt x="4767186" y="151147"/>
                </a:lnTo>
                <a:lnTo>
                  <a:pt x="4767186" y="1287090"/>
                </a:lnTo>
                <a:lnTo>
                  <a:pt x="927432" y="1287090"/>
                </a:lnTo>
                <a:lnTo>
                  <a:pt x="833777" y="1161532"/>
                </a:lnTo>
                <a:lnTo>
                  <a:pt x="157335" y="1161532"/>
                </a:lnTo>
                <a:lnTo>
                  <a:pt x="0" y="964965"/>
                </a:lnTo>
                <a:lnTo>
                  <a:pt x="0" y="0"/>
                </a:lnTo>
                <a:close/>
              </a:path>
            </a:pathLst>
          </a:custGeom>
          <a:gradFill>
            <a:gsLst>
              <a:gs pos="0">
                <a:srgbClr val="7F12F6">
                  <a:alpha val="20000"/>
                </a:srgbClr>
              </a:gs>
              <a:gs pos="100000">
                <a:srgbClr val="7F12F6">
                  <a:alpha val="0"/>
                </a:srgbClr>
              </a:gs>
            </a:gsLst>
            <a:lin ang="0" scaled="0"/>
          </a:gra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Manrope ExtraBold"/>
              <a:ea typeface="Manrope ExtraBold"/>
              <a:cs typeface="Manrope ExtraBold"/>
              <a:sym typeface="Manrope ExtraBold"/>
            </a:endParaRPr>
          </a:p>
        </p:txBody>
      </p:sp>
      <p:sp>
        <p:nvSpPr>
          <p:cNvPr id="262" name="Google Shape;262;p2"/>
          <p:cNvSpPr/>
          <p:nvPr/>
        </p:nvSpPr>
        <p:spPr>
          <a:xfrm>
            <a:off x="9531818" y="6619777"/>
            <a:ext cx="4767186" cy="1287090"/>
          </a:xfrm>
          <a:custGeom>
            <a:rect b="b" l="l" r="r" t="t"/>
            <a:pathLst>
              <a:path extrusionOk="0" h="1287090" w="4767186">
                <a:moveTo>
                  <a:pt x="0" y="0"/>
                </a:moveTo>
                <a:lnTo>
                  <a:pt x="1540724" y="0"/>
                </a:lnTo>
                <a:lnTo>
                  <a:pt x="1653467" y="151147"/>
                </a:lnTo>
                <a:lnTo>
                  <a:pt x="4767186" y="151147"/>
                </a:lnTo>
                <a:lnTo>
                  <a:pt x="4767186" y="1287090"/>
                </a:lnTo>
                <a:lnTo>
                  <a:pt x="927432" y="1287090"/>
                </a:lnTo>
                <a:lnTo>
                  <a:pt x="833777" y="1161532"/>
                </a:lnTo>
                <a:lnTo>
                  <a:pt x="157335" y="1161532"/>
                </a:lnTo>
                <a:lnTo>
                  <a:pt x="0" y="964965"/>
                </a:lnTo>
                <a:lnTo>
                  <a:pt x="0" y="0"/>
                </a:lnTo>
                <a:close/>
              </a:path>
            </a:pathLst>
          </a:custGeom>
          <a:gradFill>
            <a:gsLst>
              <a:gs pos="0">
                <a:srgbClr val="F53DC0">
                  <a:alpha val="20000"/>
                </a:srgbClr>
              </a:gs>
              <a:gs pos="100000">
                <a:srgbClr val="F53DC0">
                  <a:alpha val="0"/>
                </a:srgbClr>
              </a:gs>
            </a:gsLst>
            <a:lin ang="0" scaled="0"/>
          </a:gra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Manrope ExtraBold"/>
              <a:ea typeface="Manrope ExtraBold"/>
              <a:cs typeface="Manrope ExtraBold"/>
              <a:sym typeface="Manrope ExtraBold"/>
            </a:endParaRPr>
          </a:p>
        </p:txBody>
      </p:sp>
      <p:sp>
        <p:nvSpPr>
          <p:cNvPr id="263" name="Google Shape;263;p2"/>
          <p:cNvSpPr txBox="1"/>
          <p:nvPr/>
        </p:nvSpPr>
        <p:spPr>
          <a:xfrm>
            <a:off x="9715871" y="3804140"/>
            <a:ext cx="1078010" cy="843625"/>
          </a:xfrm>
          <a:prstGeom prst="rect">
            <a:avLst/>
          </a:prstGeom>
          <a:noFill/>
          <a:ln>
            <a:noFill/>
          </a:ln>
        </p:spPr>
        <p:txBody>
          <a:bodyPr anchorCtr="0" anchor="ctr" bIns="46800" lIns="90000" spcFirstLastPara="1" rIns="90000" wrap="square" tIns="46800">
            <a:noAutofit/>
          </a:bodyPr>
          <a:lstStyle/>
          <a:p>
            <a:pPr indent="0" lvl="0" marL="0" marR="0" rtl="0" algn="ctr">
              <a:lnSpc>
                <a:spcPct val="130000"/>
              </a:lnSpc>
              <a:spcBef>
                <a:spcPts val="0"/>
              </a:spcBef>
              <a:spcAft>
                <a:spcPts val="0"/>
              </a:spcAft>
              <a:buClr>
                <a:schemeClr val="accent4"/>
              </a:buClr>
              <a:buSzPts val="3600"/>
              <a:buFont typeface="Arial"/>
              <a:buNone/>
            </a:pPr>
            <a:r>
              <a:rPr b="1" lang="en-US" sz="3600" u="none" cap="none" strike="noStrike">
                <a:solidFill>
                  <a:schemeClr val="accent4"/>
                </a:solidFill>
                <a:latin typeface="Lato"/>
                <a:ea typeface="Lato"/>
                <a:cs typeface="Lato"/>
                <a:sym typeface="Lato"/>
              </a:rPr>
              <a:t>04</a:t>
            </a:r>
            <a:endParaRPr b="1" sz="3600" u="none" cap="none" strike="noStrike">
              <a:solidFill>
                <a:schemeClr val="accent4"/>
              </a:solidFill>
              <a:latin typeface="Lato"/>
              <a:ea typeface="Lato"/>
              <a:cs typeface="Lato"/>
              <a:sym typeface="Lato"/>
            </a:endParaRPr>
          </a:p>
        </p:txBody>
      </p:sp>
      <p:sp>
        <p:nvSpPr>
          <p:cNvPr id="264" name="Google Shape;264;p2"/>
          <p:cNvSpPr txBox="1"/>
          <p:nvPr/>
        </p:nvSpPr>
        <p:spPr>
          <a:xfrm>
            <a:off x="10793095" y="3988435"/>
            <a:ext cx="3395980" cy="843915"/>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None/>
            </a:pPr>
            <a:r>
              <a:rPr lang="en-US" sz="2000">
                <a:solidFill>
                  <a:schemeClr val="lt2"/>
                </a:solidFill>
                <a:latin typeface="Lato"/>
                <a:ea typeface="Lato"/>
                <a:cs typeface="Lato"/>
                <a:sym typeface="Lato"/>
              </a:rPr>
              <a:t>Memory Management</a:t>
            </a:r>
            <a:endParaRPr sz="2000">
              <a:solidFill>
                <a:schemeClr val="lt2"/>
              </a:solidFill>
              <a:latin typeface="Lato"/>
              <a:ea typeface="Lato"/>
              <a:cs typeface="Lato"/>
              <a:sym typeface="Lato"/>
            </a:endParaRPr>
          </a:p>
        </p:txBody>
      </p:sp>
      <p:sp>
        <p:nvSpPr>
          <p:cNvPr id="265" name="Google Shape;265;p2"/>
          <p:cNvSpPr/>
          <p:nvPr/>
        </p:nvSpPr>
        <p:spPr>
          <a:xfrm flipH="1" rot="10800000">
            <a:off x="11189855" y="3694784"/>
            <a:ext cx="785491" cy="88881"/>
          </a:xfrm>
          <a:custGeom>
            <a:rect b="b" l="l" r="r" t="t"/>
            <a:pathLst>
              <a:path extrusionOk="0" h="89627" w="768973">
                <a:moveTo>
                  <a:pt x="658026" y="89627"/>
                </a:moveTo>
                <a:lnTo>
                  <a:pt x="709661" y="89627"/>
                </a:lnTo>
                <a:lnTo>
                  <a:pt x="768973" y="0"/>
                </a:lnTo>
                <a:lnTo>
                  <a:pt x="717338" y="0"/>
                </a:lnTo>
                <a:close/>
                <a:moveTo>
                  <a:pt x="565315" y="89627"/>
                </a:moveTo>
                <a:lnTo>
                  <a:pt x="616949" y="89627"/>
                </a:lnTo>
                <a:lnTo>
                  <a:pt x="676262" y="0"/>
                </a:lnTo>
                <a:lnTo>
                  <a:pt x="624627" y="0"/>
                </a:lnTo>
                <a:close/>
                <a:moveTo>
                  <a:pt x="472603" y="89627"/>
                </a:moveTo>
                <a:lnTo>
                  <a:pt x="524238" y="89627"/>
                </a:lnTo>
                <a:lnTo>
                  <a:pt x="583551" y="0"/>
                </a:lnTo>
                <a:lnTo>
                  <a:pt x="531916" y="0"/>
                </a:lnTo>
                <a:close/>
                <a:moveTo>
                  <a:pt x="379892" y="89627"/>
                </a:moveTo>
                <a:lnTo>
                  <a:pt x="431527" y="89627"/>
                </a:lnTo>
                <a:lnTo>
                  <a:pt x="490839" y="0"/>
                </a:lnTo>
                <a:lnTo>
                  <a:pt x="439205" y="0"/>
                </a:lnTo>
                <a:close/>
                <a:moveTo>
                  <a:pt x="278134" y="89627"/>
                </a:moveTo>
                <a:lnTo>
                  <a:pt x="329768" y="89627"/>
                </a:lnTo>
                <a:lnTo>
                  <a:pt x="389081" y="0"/>
                </a:lnTo>
                <a:lnTo>
                  <a:pt x="337446" y="0"/>
                </a:lnTo>
                <a:close/>
                <a:moveTo>
                  <a:pt x="185422" y="89627"/>
                </a:moveTo>
                <a:lnTo>
                  <a:pt x="237057" y="89627"/>
                </a:lnTo>
                <a:lnTo>
                  <a:pt x="296370" y="0"/>
                </a:lnTo>
                <a:lnTo>
                  <a:pt x="244735" y="0"/>
                </a:lnTo>
                <a:close/>
                <a:moveTo>
                  <a:pt x="92711" y="89627"/>
                </a:moveTo>
                <a:lnTo>
                  <a:pt x="144346" y="89627"/>
                </a:lnTo>
                <a:lnTo>
                  <a:pt x="203658" y="0"/>
                </a:lnTo>
                <a:lnTo>
                  <a:pt x="152024" y="0"/>
                </a:lnTo>
                <a:close/>
                <a:moveTo>
                  <a:pt x="0" y="89627"/>
                </a:moveTo>
                <a:lnTo>
                  <a:pt x="51635" y="89627"/>
                </a:lnTo>
                <a:lnTo>
                  <a:pt x="110947" y="0"/>
                </a:lnTo>
                <a:lnTo>
                  <a:pt x="59312" y="0"/>
                </a:lnTo>
                <a:close/>
              </a:path>
            </a:pathLst>
          </a:custGeom>
          <a:solidFill>
            <a:schemeClr val="accent4">
              <a:alpha val="1568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
        <p:nvSpPr>
          <p:cNvPr id="266" name="Google Shape;266;p2"/>
          <p:cNvSpPr/>
          <p:nvPr/>
        </p:nvSpPr>
        <p:spPr>
          <a:xfrm flipH="1" rot="10800000">
            <a:off x="9993513" y="4901401"/>
            <a:ext cx="397439" cy="88881"/>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4">
              <a:alpha val="6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
        <p:nvSpPr>
          <p:cNvPr id="267" name="Google Shape;267;p2"/>
          <p:cNvSpPr txBox="1"/>
          <p:nvPr/>
        </p:nvSpPr>
        <p:spPr>
          <a:xfrm>
            <a:off x="9715871" y="5266636"/>
            <a:ext cx="1078010" cy="843625"/>
          </a:xfrm>
          <a:prstGeom prst="rect">
            <a:avLst/>
          </a:prstGeom>
          <a:noFill/>
          <a:ln>
            <a:noFill/>
          </a:ln>
        </p:spPr>
        <p:txBody>
          <a:bodyPr anchorCtr="0" anchor="ctr" bIns="46800" lIns="90000" spcFirstLastPara="1" rIns="90000" wrap="square" tIns="46800">
            <a:noAutofit/>
          </a:bodyPr>
          <a:lstStyle/>
          <a:p>
            <a:pPr indent="0" lvl="0" marL="0" marR="0" rtl="0" algn="ctr">
              <a:lnSpc>
                <a:spcPct val="130000"/>
              </a:lnSpc>
              <a:spcBef>
                <a:spcPts val="0"/>
              </a:spcBef>
              <a:spcAft>
                <a:spcPts val="0"/>
              </a:spcAft>
              <a:buClr>
                <a:schemeClr val="accent5"/>
              </a:buClr>
              <a:buSzPts val="3600"/>
              <a:buFont typeface="Arial"/>
              <a:buNone/>
            </a:pPr>
            <a:r>
              <a:rPr b="1" lang="en-US" sz="3600" u="none" cap="none" strike="noStrike">
                <a:solidFill>
                  <a:schemeClr val="accent5"/>
                </a:solidFill>
                <a:latin typeface="Lato"/>
                <a:ea typeface="Lato"/>
                <a:cs typeface="Lato"/>
                <a:sym typeface="Lato"/>
              </a:rPr>
              <a:t>05</a:t>
            </a:r>
            <a:endParaRPr b="1" sz="3600" u="none" cap="none" strike="noStrike">
              <a:solidFill>
                <a:schemeClr val="accent5"/>
              </a:solidFill>
              <a:latin typeface="Lato"/>
              <a:ea typeface="Lato"/>
              <a:cs typeface="Lato"/>
              <a:sym typeface="Lato"/>
            </a:endParaRPr>
          </a:p>
        </p:txBody>
      </p:sp>
      <p:sp>
        <p:nvSpPr>
          <p:cNvPr id="268" name="Google Shape;268;p2"/>
          <p:cNvSpPr txBox="1"/>
          <p:nvPr/>
        </p:nvSpPr>
        <p:spPr>
          <a:xfrm>
            <a:off x="10793095" y="5450840"/>
            <a:ext cx="3395980" cy="843915"/>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None/>
            </a:pPr>
            <a:r>
              <a:rPr lang="en-US" sz="2000">
                <a:solidFill>
                  <a:schemeClr val="lt2"/>
                </a:solidFill>
                <a:latin typeface="Lato"/>
                <a:ea typeface="Lato"/>
                <a:cs typeface="Lato"/>
                <a:sym typeface="Lato"/>
              </a:rPr>
              <a:t>File Systems</a:t>
            </a:r>
            <a:endParaRPr sz="2000">
              <a:solidFill>
                <a:schemeClr val="lt2"/>
              </a:solidFill>
              <a:latin typeface="Lato"/>
              <a:ea typeface="Lato"/>
              <a:cs typeface="Lato"/>
              <a:sym typeface="Lato"/>
            </a:endParaRPr>
          </a:p>
        </p:txBody>
      </p:sp>
      <p:sp>
        <p:nvSpPr>
          <p:cNvPr id="269" name="Google Shape;269;p2"/>
          <p:cNvSpPr/>
          <p:nvPr/>
        </p:nvSpPr>
        <p:spPr>
          <a:xfrm flipH="1" rot="10800000">
            <a:off x="11189855" y="5157280"/>
            <a:ext cx="785491" cy="88881"/>
          </a:xfrm>
          <a:custGeom>
            <a:rect b="b" l="l" r="r" t="t"/>
            <a:pathLst>
              <a:path extrusionOk="0" h="89627" w="768973">
                <a:moveTo>
                  <a:pt x="658026" y="89627"/>
                </a:moveTo>
                <a:lnTo>
                  <a:pt x="709661" y="89627"/>
                </a:lnTo>
                <a:lnTo>
                  <a:pt x="768973" y="0"/>
                </a:lnTo>
                <a:lnTo>
                  <a:pt x="717338" y="0"/>
                </a:lnTo>
                <a:close/>
                <a:moveTo>
                  <a:pt x="565315" y="89627"/>
                </a:moveTo>
                <a:lnTo>
                  <a:pt x="616949" y="89627"/>
                </a:lnTo>
                <a:lnTo>
                  <a:pt x="676262" y="0"/>
                </a:lnTo>
                <a:lnTo>
                  <a:pt x="624627" y="0"/>
                </a:lnTo>
                <a:close/>
                <a:moveTo>
                  <a:pt x="472603" y="89627"/>
                </a:moveTo>
                <a:lnTo>
                  <a:pt x="524238" y="89627"/>
                </a:lnTo>
                <a:lnTo>
                  <a:pt x="583551" y="0"/>
                </a:lnTo>
                <a:lnTo>
                  <a:pt x="531916" y="0"/>
                </a:lnTo>
                <a:close/>
                <a:moveTo>
                  <a:pt x="379892" y="89627"/>
                </a:moveTo>
                <a:lnTo>
                  <a:pt x="431527" y="89627"/>
                </a:lnTo>
                <a:lnTo>
                  <a:pt x="490839" y="0"/>
                </a:lnTo>
                <a:lnTo>
                  <a:pt x="439205" y="0"/>
                </a:lnTo>
                <a:close/>
                <a:moveTo>
                  <a:pt x="278134" y="89627"/>
                </a:moveTo>
                <a:lnTo>
                  <a:pt x="329768" y="89627"/>
                </a:lnTo>
                <a:lnTo>
                  <a:pt x="389081" y="0"/>
                </a:lnTo>
                <a:lnTo>
                  <a:pt x="337446" y="0"/>
                </a:lnTo>
                <a:close/>
                <a:moveTo>
                  <a:pt x="185422" y="89627"/>
                </a:moveTo>
                <a:lnTo>
                  <a:pt x="237057" y="89627"/>
                </a:lnTo>
                <a:lnTo>
                  <a:pt x="296370" y="0"/>
                </a:lnTo>
                <a:lnTo>
                  <a:pt x="244735" y="0"/>
                </a:lnTo>
                <a:close/>
                <a:moveTo>
                  <a:pt x="92711" y="89627"/>
                </a:moveTo>
                <a:lnTo>
                  <a:pt x="144346" y="89627"/>
                </a:lnTo>
                <a:lnTo>
                  <a:pt x="203658" y="0"/>
                </a:lnTo>
                <a:lnTo>
                  <a:pt x="152024" y="0"/>
                </a:lnTo>
                <a:close/>
                <a:moveTo>
                  <a:pt x="0" y="89627"/>
                </a:moveTo>
                <a:lnTo>
                  <a:pt x="51635" y="89627"/>
                </a:lnTo>
                <a:lnTo>
                  <a:pt x="110947" y="0"/>
                </a:lnTo>
                <a:lnTo>
                  <a:pt x="59312" y="0"/>
                </a:lnTo>
                <a:close/>
              </a:path>
            </a:pathLst>
          </a:custGeom>
          <a:solidFill>
            <a:schemeClr val="accent5">
              <a:alpha val="1568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
        <p:nvSpPr>
          <p:cNvPr id="270" name="Google Shape;270;p2"/>
          <p:cNvSpPr/>
          <p:nvPr/>
        </p:nvSpPr>
        <p:spPr>
          <a:xfrm flipH="1" rot="10800000">
            <a:off x="9993513" y="6363897"/>
            <a:ext cx="397439" cy="88881"/>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5">
              <a:alpha val="6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
        <p:nvSpPr>
          <p:cNvPr id="271" name="Google Shape;271;p2"/>
          <p:cNvSpPr txBox="1"/>
          <p:nvPr/>
        </p:nvSpPr>
        <p:spPr>
          <a:xfrm>
            <a:off x="9715871" y="6729133"/>
            <a:ext cx="1078010" cy="843625"/>
          </a:xfrm>
          <a:prstGeom prst="rect">
            <a:avLst/>
          </a:prstGeom>
          <a:noFill/>
          <a:ln>
            <a:noFill/>
          </a:ln>
        </p:spPr>
        <p:txBody>
          <a:bodyPr anchorCtr="0" anchor="ctr" bIns="46800" lIns="90000" spcFirstLastPara="1" rIns="90000" wrap="square" tIns="46800">
            <a:noAutofit/>
          </a:bodyPr>
          <a:lstStyle/>
          <a:p>
            <a:pPr indent="0" lvl="0" marL="0" marR="0" rtl="0" algn="ctr">
              <a:lnSpc>
                <a:spcPct val="130000"/>
              </a:lnSpc>
              <a:spcBef>
                <a:spcPts val="0"/>
              </a:spcBef>
              <a:spcAft>
                <a:spcPts val="0"/>
              </a:spcAft>
              <a:buClr>
                <a:schemeClr val="accent6"/>
              </a:buClr>
              <a:buSzPts val="3600"/>
              <a:buFont typeface="Arial"/>
              <a:buNone/>
            </a:pPr>
            <a:r>
              <a:rPr b="1" lang="en-US" sz="3600" u="none" cap="none" strike="noStrike">
                <a:solidFill>
                  <a:schemeClr val="accent6"/>
                </a:solidFill>
                <a:latin typeface="Lato"/>
                <a:ea typeface="Lato"/>
                <a:cs typeface="Lato"/>
                <a:sym typeface="Lato"/>
              </a:rPr>
              <a:t>06</a:t>
            </a:r>
            <a:endParaRPr b="1" sz="3600" u="none" cap="none" strike="noStrike">
              <a:solidFill>
                <a:schemeClr val="accent6"/>
              </a:solidFill>
              <a:latin typeface="Lato"/>
              <a:ea typeface="Lato"/>
              <a:cs typeface="Lato"/>
              <a:sym typeface="Lato"/>
            </a:endParaRPr>
          </a:p>
        </p:txBody>
      </p:sp>
      <p:sp>
        <p:nvSpPr>
          <p:cNvPr id="272" name="Google Shape;272;p2"/>
          <p:cNvSpPr txBox="1"/>
          <p:nvPr/>
        </p:nvSpPr>
        <p:spPr>
          <a:xfrm>
            <a:off x="10793095" y="6913245"/>
            <a:ext cx="3395980" cy="843915"/>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None/>
            </a:pPr>
            <a:r>
              <a:rPr lang="en-US" sz="2000">
                <a:solidFill>
                  <a:schemeClr val="lt2"/>
                </a:solidFill>
                <a:latin typeface="Lato"/>
                <a:ea typeface="Lato"/>
                <a:cs typeface="Lato"/>
                <a:sym typeface="Lato"/>
              </a:rPr>
              <a:t>Package Managers</a:t>
            </a:r>
            <a:endParaRPr sz="2000">
              <a:solidFill>
                <a:schemeClr val="lt2"/>
              </a:solidFill>
              <a:latin typeface="Lato"/>
              <a:ea typeface="Lato"/>
              <a:cs typeface="Lato"/>
              <a:sym typeface="Lato"/>
            </a:endParaRPr>
          </a:p>
        </p:txBody>
      </p:sp>
      <p:sp>
        <p:nvSpPr>
          <p:cNvPr id="273" name="Google Shape;273;p2"/>
          <p:cNvSpPr/>
          <p:nvPr/>
        </p:nvSpPr>
        <p:spPr>
          <a:xfrm flipH="1" rot="10800000">
            <a:off x="11189855" y="6619777"/>
            <a:ext cx="785491" cy="88881"/>
          </a:xfrm>
          <a:custGeom>
            <a:rect b="b" l="l" r="r" t="t"/>
            <a:pathLst>
              <a:path extrusionOk="0" h="89627" w="768973">
                <a:moveTo>
                  <a:pt x="658026" y="89627"/>
                </a:moveTo>
                <a:lnTo>
                  <a:pt x="709661" y="89627"/>
                </a:lnTo>
                <a:lnTo>
                  <a:pt x="768973" y="0"/>
                </a:lnTo>
                <a:lnTo>
                  <a:pt x="717338" y="0"/>
                </a:lnTo>
                <a:close/>
                <a:moveTo>
                  <a:pt x="565315" y="89627"/>
                </a:moveTo>
                <a:lnTo>
                  <a:pt x="616949" y="89627"/>
                </a:lnTo>
                <a:lnTo>
                  <a:pt x="676262" y="0"/>
                </a:lnTo>
                <a:lnTo>
                  <a:pt x="624627" y="0"/>
                </a:lnTo>
                <a:close/>
                <a:moveTo>
                  <a:pt x="472603" y="89627"/>
                </a:moveTo>
                <a:lnTo>
                  <a:pt x="524238" y="89627"/>
                </a:lnTo>
                <a:lnTo>
                  <a:pt x="583551" y="0"/>
                </a:lnTo>
                <a:lnTo>
                  <a:pt x="531916" y="0"/>
                </a:lnTo>
                <a:close/>
                <a:moveTo>
                  <a:pt x="379892" y="89627"/>
                </a:moveTo>
                <a:lnTo>
                  <a:pt x="431527" y="89627"/>
                </a:lnTo>
                <a:lnTo>
                  <a:pt x="490839" y="0"/>
                </a:lnTo>
                <a:lnTo>
                  <a:pt x="439205" y="0"/>
                </a:lnTo>
                <a:close/>
                <a:moveTo>
                  <a:pt x="278134" y="89627"/>
                </a:moveTo>
                <a:lnTo>
                  <a:pt x="329768" y="89627"/>
                </a:lnTo>
                <a:lnTo>
                  <a:pt x="389081" y="0"/>
                </a:lnTo>
                <a:lnTo>
                  <a:pt x="337446" y="0"/>
                </a:lnTo>
                <a:close/>
                <a:moveTo>
                  <a:pt x="185422" y="89627"/>
                </a:moveTo>
                <a:lnTo>
                  <a:pt x="237057" y="89627"/>
                </a:lnTo>
                <a:lnTo>
                  <a:pt x="296370" y="0"/>
                </a:lnTo>
                <a:lnTo>
                  <a:pt x="244735" y="0"/>
                </a:lnTo>
                <a:close/>
                <a:moveTo>
                  <a:pt x="92711" y="89627"/>
                </a:moveTo>
                <a:lnTo>
                  <a:pt x="144346" y="89627"/>
                </a:lnTo>
                <a:lnTo>
                  <a:pt x="203658" y="0"/>
                </a:lnTo>
                <a:lnTo>
                  <a:pt x="152024" y="0"/>
                </a:lnTo>
                <a:close/>
                <a:moveTo>
                  <a:pt x="0" y="89627"/>
                </a:moveTo>
                <a:lnTo>
                  <a:pt x="51635" y="89627"/>
                </a:lnTo>
                <a:lnTo>
                  <a:pt x="110947" y="0"/>
                </a:lnTo>
                <a:lnTo>
                  <a:pt x="59312" y="0"/>
                </a:lnTo>
                <a:close/>
              </a:path>
            </a:pathLst>
          </a:custGeom>
          <a:solidFill>
            <a:schemeClr val="accent6">
              <a:alpha val="1568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
        <p:nvSpPr>
          <p:cNvPr id="274" name="Google Shape;274;p2"/>
          <p:cNvSpPr/>
          <p:nvPr/>
        </p:nvSpPr>
        <p:spPr>
          <a:xfrm flipH="1" rot="10800000">
            <a:off x="9993513" y="7826394"/>
            <a:ext cx="397439" cy="88881"/>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6">
              <a:alpha val="6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
          <p:cNvSpPr txBox="1"/>
          <p:nvPr>
            <p:ph type="title"/>
          </p:nvPr>
        </p:nvSpPr>
        <p:spPr>
          <a:xfrm>
            <a:off x="3275330" y="114300"/>
            <a:ext cx="12098655" cy="1622425"/>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8000"/>
              <a:buFont typeface="Manrope ExtraBold"/>
              <a:buNone/>
            </a:pPr>
            <a:r>
              <a:rPr lang="en-US" sz="8000"/>
              <a:t>Memory Management</a:t>
            </a:r>
            <a:endParaRPr sz="8000"/>
          </a:p>
        </p:txBody>
      </p:sp>
      <p:sp>
        <p:nvSpPr>
          <p:cNvPr id="284" name="Google Shape;284;p3"/>
          <p:cNvSpPr/>
          <p:nvPr/>
        </p:nvSpPr>
        <p:spPr>
          <a:xfrm>
            <a:off x="4005264" y="4079126"/>
            <a:ext cx="4891014" cy="1712074"/>
          </a:xfrm>
          <a:custGeom>
            <a:rect b="b" l="l" r="r" t="t"/>
            <a:pathLst>
              <a:path extrusionOk="0" h="1712074" w="4891014">
                <a:moveTo>
                  <a:pt x="0" y="0"/>
                </a:moveTo>
                <a:lnTo>
                  <a:pt x="1694463" y="0"/>
                </a:lnTo>
                <a:lnTo>
                  <a:pt x="1818456" y="201054"/>
                </a:lnTo>
                <a:lnTo>
                  <a:pt x="4891014" y="201054"/>
                </a:lnTo>
                <a:lnTo>
                  <a:pt x="4891014" y="1712074"/>
                </a:lnTo>
                <a:lnTo>
                  <a:pt x="1019975" y="1712074"/>
                </a:lnTo>
                <a:lnTo>
                  <a:pt x="916974" y="1545058"/>
                </a:lnTo>
                <a:lnTo>
                  <a:pt x="173034" y="1545058"/>
                </a:lnTo>
                <a:lnTo>
                  <a:pt x="0" y="1283586"/>
                </a:lnTo>
                <a:close/>
              </a:path>
            </a:pathLst>
          </a:custGeom>
          <a:gradFill>
            <a:gsLst>
              <a:gs pos="0">
                <a:srgbClr val="FE0000">
                  <a:alpha val="20000"/>
                </a:srgbClr>
              </a:gs>
              <a:gs pos="100000">
                <a:srgbClr val="FE0000">
                  <a:alpha val="0"/>
                </a:srgbClr>
              </a:gs>
            </a:gsLst>
            <a:lin ang="0" scaled="0"/>
          </a:gra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Manrope ExtraBold"/>
              <a:ea typeface="Manrope ExtraBold"/>
              <a:cs typeface="Manrope ExtraBold"/>
              <a:sym typeface="Manrope ExtraBold"/>
            </a:endParaRPr>
          </a:p>
        </p:txBody>
      </p:sp>
      <p:sp>
        <p:nvSpPr>
          <p:cNvPr id="285" name="Google Shape;285;p3"/>
          <p:cNvSpPr txBox="1"/>
          <p:nvPr/>
        </p:nvSpPr>
        <p:spPr>
          <a:xfrm>
            <a:off x="4207681" y="4333130"/>
            <a:ext cx="1248183" cy="955695"/>
          </a:xfrm>
          <a:prstGeom prst="rect">
            <a:avLst/>
          </a:prstGeom>
          <a:noFill/>
          <a:ln>
            <a:noFill/>
          </a:ln>
        </p:spPr>
        <p:txBody>
          <a:bodyPr anchorCtr="0" anchor="ctr" bIns="46800" lIns="90000" spcFirstLastPara="1" rIns="90000" wrap="square" tIns="46800">
            <a:noAutofit/>
          </a:bodyPr>
          <a:lstStyle/>
          <a:p>
            <a:pPr indent="0" lvl="0" marL="0" marR="0" rtl="0" algn="ctr">
              <a:lnSpc>
                <a:spcPct val="130000"/>
              </a:lnSpc>
              <a:spcBef>
                <a:spcPts val="0"/>
              </a:spcBef>
              <a:spcAft>
                <a:spcPts val="0"/>
              </a:spcAft>
              <a:buClr>
                <a:schemeClr val="accent1"/>
              </a:buClr>
              <a:buSzPts val="4800"/>
              <a:buFont typeface="Arial"/>
              <a:buNone/>
            </a:pPr>
            <a:r>
              <a:rPr b="1" lang="en-US" sz="4800" u="none" cap="none" strike="noStrike">
                <a:solidFill>
                  <a:schemeClr val="accent1"/>
                </a:solidFill>
                <a:latin typeface="Lato"/>
                <a:ea typeface="Lato"/>
                <a:cs typeface="Lato"/>
                <a:sym typeface="Lato"/>
              </a:rPr>
              <a:t>01</a:t>
            </a:r>
            <a:endParaRPr b="1" sz="4800" u="none" cap="none" strike="noStrike">
              <a:solidFill>
                <a:schemeClr val="accent1"/>
              </a:solidFill>
              <a:latin typeface="Lato"/>
              <a:ea typeface="Lato"/>
              <a:cs typeface="Lato"/>
              <a:sym typeface="Lato"/>
            </a:endParaRPr>
          </a:p>
        </p:txBody>
      </p:sp>
      <p:sp>
        <p:nvSpPr>
          <p:cNvPr id="286" name="Google Shape;286;p3"/>
          <p:cNvSpPr txBox="1"/>
          <p:nvPr/>
        </p:nvSpPr>
        <p:spPr>
          <a:xfrm>
            <a:off x="5455920" y="4450715"/>
            <a:ext cx="3096260" cy="113665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None/>
            </a:pPr>
            <a:r>
              <a:rPr lang="en-US" sz="2400">
                <a:solidFill>
                  <a:schemeClr val="lt2"/>
                </a:solidFill>
                <a:latin typeface="Lato"/>
                <a:ea typeface="Lato"/>
                <a:cs typeface="Lato"/>
                <a:sym typeface="Lato"/>
              </a:rPr>
              <a:t>Memory Allocation Techniques</a:t>
            </a:r>
            <a:endParaRPr sz="2400">
              <a:solidFill>
                <a:schemeClr val="lt2"/>
              </a:solidFill>
              <a:latin typeface="Lato"/>
              <a:ea typeface="Lato"/>
              <a:cs typeface="Lato"/>
              <a:sym typeface="Lato"/>
            </a:endParaRPr>
          </a:p>
        </p:txBody>
      </p:sp>
      <p:sp>
        <p:nvSpPr>
          <p:cNvPr id="287" name="Google Shape;287;p3"/>
          <p:cNvSpPr/>
          <p:nvPr/>
        </p:nvSpPr>
        <p:spPr>
          <a:xfrm flipH="1" rot="10800000">
            <a:off x="5831921" y="4079126"/>
            <a:ext cx="863870" cy="100688"/>
          </a:xfrm>
          <a:custGeom>
            <a:rect b="b" l="l" r="r" t="t"/>
            <a:pathLst>
              <a:path extrusionOk="0" h="89627" w="768973">
                <a:moveTo>
                  <a:pt x="658026" y="89627"/>
                </a:moveTo>
                <a:lnTo>
                  <a:pt x="709661" y="89627"/>
                </a:lnTo>
                <a:lnTo>
                  <a:pt x="768973" y="0"/>
                </a:lnTo>
                <a:lnTo>
                  <a:pt x="717338" y="0"/>
                </a:lnTo>
                <a:close/>
                <a:moveTo>
                  <a:pt x="565315" y="89627"/>
                </a:moveTo>
                <a:lnTo>
                  <a:pt x="616949" y="89627"/>
                </a:lnTo>
                <a:lnTo>
                  <a:pt x="676262" y="0"/>
                </a:lnTo>
                <a:lnTo>
                  <a:pt x="624627" y="0"/>
                </a:lnTo>
                <a:close/>
                <a:moveTo>
                  <a:pt x="472603" y="89627"/>
                </a:moveTo>
                <a:lnTo>
                  <a:pt x="524238" y="89627"/>
                </a:lnTo>
                <a:lnTo>
                  <a:pt x="583551" y="0"/>
                </a:lnTo>
                <a:lnTo>
                  <a:pt x="531916" y="0"/>
                </a:lnTo>
                <a:close/>
                <a:moveTo>
                  <a:pt x="379892" y="89627"/>
                </a:moveTo>
                <a:lnTo>
                  <a:pt x="431527" y="89627"/>
                </a:lnTo>
                <a:lnTo>
                  <a:pt x="490839" y="0"/>
                </a:lnTo>
                <a:lnTo>
                  <a:pt x="439205" y="0"/>
                </a:lnTo>
                <a:close/>
                <a:moveTo>
                  <a:pt x="278134" y="89627"/>
                </a:moveTo>
                <a:lnTo>
                  <a:pt x="329768" y="89627"/>
                </a:lnTo>
                <a:lnTo>
                  <a:pt x="389081" y="0"/>
                </a:lnTo>
                <a:lnTo>
                  <a:pt x="337446" y="0"/>
                </a:lnTo>
                <a:close/>
                <a:moveTo>
                  <a:pt x="185422" y="89627"/>
                </a:moveTo>
                <a:lnTo>
                  <a:pt x="237057" y="89627"/>
                </a:lnTo>
                <a:lnTo>
                  <a:pt x="296370" y="0"/>
                </a:lnTo>
                <a:lnTo>
                  <a:pt x="244735" y="0"/>
                </a:lnTo>
                <a:close/>
                <a:moveTo>
                  <a:pt x="92711" y="89627"/>
                </a:moveTo>
                <a:lnTo>
                  <a:pt x="144346" y="89627"/>
                </a:lnTo>
                <a:lnTo>
                  <a:pt x="203658" y="0"/>
                </a:lnTo>
                <a:lnTo>
                  <a:pt x="152024" y="0"/>
                </a:lnTo>
                <a:close/>
                <a:moveTo>
                  <a:pt x="0" y="89627"/>
                </a:moveTo>
                <a:lnTo>
                  <a:pt x="51635" y="89627"/>
                </a:lnTo>
                <a:lnTo>
                  <a:pt x="110947" y="0"/>
                </a:lnTo>
                <a:lnTo>
                  <a:pt x="59312" y="0"/>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ato"/>
              <a:ea typeface="Lato"/>
              <a:cs typeface="Lato"/>
              <a:sym typeface="Lato"/>
            </a:endParaRPr>
          </a:p>
        </p:txBody>
      </p:sp>
      <p:sp>
        <p:nvSpPr>
          <p:cNvPr id="288" name="Google Shape;288;p3"/>
          <p:cNvSpPr/>
          <p:nvPr/>
        </p:nvSpPr>
        <p:spPr>
          <a:xfrm flipH="1" rot="10800000">
            <a:off x="4493979" y="5690512"/>
            <a:ext cx="437097" cy="100688"/>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1">
              <a:alpha val="6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ato"/>
              <a:ea typeface="Lato"/>
              <a:cs typeface="Lato"/>
              <a:sym typeface="Lato"/>
            </a:endParaRPr>
          </a:p>
        </p:txBody>
      </p:sp>
      <p:sp>
        <p:nvSpPr>
          <p:cNvPr id="289" name="Google Shape;289;p3"/>
          <p:cNvSpPr/>
          <p:nvPr/>
        </p:nvSpPr>
        <p:spPr>
          <a:xfrm>
            <a:off x="4005264" y="6045204"/>
            <a:ext cx="4891014" cy="1712074"/>
          </a:xfrm>
          <a:custGeom>
            <a:rect b="b" l="l" r="r" t="t"/>
            <a:pathLst>
              <a:path extrusionOk="0" h="1712074" w="4891014">
                <a:moveTo>
                  <a:pt x="0" y="0"/>
                </a:moveTo>
                <a:lnTo>
                  <a:pt x="1694463" y="0"/>
                </a:lnTo>
                <a:lnTo>
                  <a:pt x="1818456" y="201054"/>
                </a:lnTo>
                <a:lnTo>
                  <a:pt x="4891014" y="201054"/>
                </a:lnTo>
                <a:lnTo>
                  <a:pt x="4891014" y="1712074"/>
                </a:lnTo>
                <a:lnTo>
                  <a:pt x="1019975" y="1712074"/>
                </a:lnTo>
                <a:lnTo>
                  <a:pt x="916974" y="1545058"/>
                </a:lnTo>
                <a:lnTo>
                  <a:pt x="173034" y="1545058"/>
                </a:lnTo>
                <a:lnTo>
                  <a:pt x="0" y="1283586"/>
                </a:lnTo>
                <a:close/>
              </a:path>
            </a:pathLst>
          </a:custGeom>
          <a:gradFill>
            <a:gsLst>
              <a:gs pos="0">
                <a:srgbClr val="E8CA16">
                  <a:alpha val="20000"/>
                </a:srgbClr>
              </a:gs>
              <a:gs pos="100000">
                <a:srgbClr val="E8CA16">
                  <a:alpha val="0"/>
                </a:srgbClr>
              </a:gs>
            </a:gsLst>
            <a:lin ang="0" scaled="0"/>
          </a:gra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Manrope ExtraBold"/>
              <a:ea typeface="Manrope ExtraBold"/>
              <a:cs typeface="Manrope ExtraBold"/>
              <a:sym typeface="Manrope ExtraBold"/>
            </a:endParaRPr>
          </a:p>
        </p:txBody>
      </p:sp>
      <p:sp>
        <p:nvSpPr>
          <p:cNvPr id="290" name="Google Shape;290;p3"/>
          <p:cNvSpPr txBox="1"/>
          <p:nvPr/>
        </p:nvSpPr>
        <p:spPr>
          <a:xfrm>
            <a:off x="4207681" y="6299208"/>
            <a:ext cx="1248183" cy="955695"/>
          </a:xfrm>
          <a:prstGeom prst="rect">
            <a:avLst/>
          </a:prstGeom>
          <a:noFill/>
          <a:ln>
            <a:noFill/>
          </a:ln>
        </p:spPr>
        <p:txBody>
          <a:bodyPr anchorCtr="0" anchor="ctr" bIns="46800" lIns="90000" spcFirstLastPara="1" rIns="90000" wrap="square" tIns="46800">
            <a:noAutofit/>
          </a:bodyPr>
          <a:lstStyle/>
          <a:p>
            <a:pPr indent="0" lvl="0" marL="0" marR="0" rtl="0" algn="ctr">
              <a:lnSpc>
                <a:spcPct val="130000"/>
              </a:lnSpc>
              <a:spcBef>
                <a:spcPts val="0"/>
              </a:spcBef>
              <a:spcAft>
                <a:spcPts val="0"/>
              </a:spcAft>
              <a:buClr>
                <a:schemeClr val="accent2"/>
              </a:buClr>
              <a:buSzPts val="4800"/>
              <a:buFont typeface="Arial"/>
              <a:buNone/>
            </a:pPr>
            <a:r>
              <a:rPr b="1" lang="en-US" sz="4800" u="none" cap="none" strike="noStrike">
                <a:solidFill>
                  <a:schemeClr val="accent2"/>
                </a:solidFill>
                <a:latin typeface="Lato"/>
                <a:ea typeface="Lato"/>
                <a:cs typeface="Lato"/>
                <a:sym typeface="Lato"/>
              </a:rPr>
              <a:t>03</a:t>
            </a:r>
            <a:endParaRPr b="1" sz="4800" u="none" cap="none" strike="noStrike">
              <a:solidFill>
                <a:schemeClr val="accent2"/>
              </a:solidFill>
              <a:latin typeface="Lato"/>
              <a:ea typeface="Lato"/>
              <a:cs typeface="Lato"/>
              <a:sym typeface="Lato"/>
            </a:endParaRPr>
          </a:p>
        </p:txBody>
      </p:sp>
      <p:sp>
        <p:nvSpPr>
          <p:cNvPr id="291" name="Google Shape;291;p3"/>
          <p:cNvSpPr txBox="1"/>
          <p:nvPr/>
        </p:nvSpPr>
        <p:spPr>
          <a:xfrm>
            <a:off x="5455920" y="6417310"/>
            <a:ext cx="3096260" cy="113665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None/>
            </a:pPr>
            <a:r>
              <a:rPr lang="en-US" sz="2400">
                <a:solidFill>
                  <a:schemeClr val="lt2"/>
                </a:solidFill>
                <a:latin typeface="Lato"/>
                <a:ea typeface="Lato"/>
                <a:cs typeface="Lato"/>
                <a:sym typeface="Lato"/>
              </a:rPr>
              <a:t>Paging</a:t>
            </a:r>
            <a:endParaRPr sz="2400">
              <a:solidFill>
                <a:schemeClr val="lt2"/>
              </a:solidFill>
              <a:latin typeface="Lato"/>
              <a:ea typeface="Lato"/>
              <a:cs typeface="Lato"/>
              <a:sym typeface="Lato"/>
            </a:endParaRPr>
          </a:p>
        </p:txBody>
      </p:sp>
      <p:sp>
        <p:nvSpPr>
          <p:cNvPr id="292" name="Google Shape;292;p3"/>
          <p:cNvSpPr/>
          <p:nvPr/>
        </p:nvSpPr>
        <p:spPr>
          <a:xfrm flipH="1" rot="10800000">
            <a:off x="5831921" y="6045204"/>
            <a:ext cx="863870" cy="100688"/>
          </a:xfrm>
          <a:custGeom>
            <a:rect b="b" l="l" r="r" t="t"/>
            <a:pathLst>
              <a:path extrusionOk="0" h="89627" w="768973">
                <a:moveTo>
                  <a:pt x="658026" y="89627"/>
                </a:moveTo>
                <a:lnTo>
                  <a:pt x="709661" y="89627"/>
                </a:lnTo>
                <a:lnTo>
                  <a:pt x="768973" y="0"/>
                </a:lnTo>
                <a:lnTo>
                  <a:pt x="717338" y="0"/>
                </a:lnTo>
                <a:close/>
                <a:moveTo>
                  <a:pt x="565315" y="89627"/>
                </a:moveTo>
                <a:lnTo>
                  <a:pt x="616949" y="89627"/>
                </a:lnTo>
                <a:lnTo>
                  <a:pt x="676262" y="0"/>
                </a:lnTo>
                <a:lnTo>
                  <a:pt x="624627" y="0"/>
                </a:lnTo>
                <a:close/>
                <a:moveTo>
                  <a:pt x="472603" y="89627"/>
                </a:moveTo>
                <a:lnTo>
                  <a:pt x="524238" y="89627"/>
                </a:lnTo>
                <a:lnTo>
                  <a:pt x="583551" y="0"/>
                </a:lnTo>
                <a:lnTo>
                  <a:pt x="531916" y="0"/>
                </a:lnTo>
                <a:close/>
                <a:moveTo>
                  <a:pt x="379892" y="89627"/>
                </a:moveTo>
                <a:lnTo>
                  <a:pt x="431527" y="89627"/>
                </a:lnTo>
                <a:lnTo>
                  <a:pt x="490839" y="0"/>
                </a:lnTo>
                <a:lnTo>
                  <a:pt x="439205" y="0"/>
                </a:lnTo>
                <a:close/>
                <a:moveTo>
                  <a:pt x="278134" y="89627"/>
                </a:moveTo>
                <a:lnTo>
                  <a:pt x="329768" y="89627"/>
                </a:lnTo>
                <a:lnTo>
                  <a:pt x="389081" y="0"/>
                </a:lnTo>
                <a:lnTo>
                  <a:pt x="337446" y="0"/>
                </a:lnTo>
                <a:close/>
                <a:moveTo>
                  <a:pt x="185422" y="89627"/>
                </a:moveTo>
                <a:lnTo>
                  <a:pt x="237057" y="89627"/>
                </a:lnTo>
                <a:lnTo>
                  <a:pt x="296370" y="0"/>
                </a:lnTo>
                <a:lnTo>
                  <a:pt x="244735" y="0"/>
                </a:lnTo>
                <a:close/>
                <a:moveTo>
                  <a:pt x="92711" y="89627"/>
                </a:moveTo>
                <a:lnTo>
                  <a:pt x="144346" y="89627"/>
                </a:lnTo>
                <a:lnTo>
                  <a:pt x="203658" y="0"/>
                </a:lnTo>
                <a:lnTo>
                  <a:pt x="152024" y="0"/>
                </a:lnTo>
                <a:close/>
                <a:moveTo>
                  <a:pt x="0" y="89627"/>
                </a:moveTo>
                <a:lnTo>
                  <a:pt x="51635" y="89627"/>
                </a:lnTo>
                <a:lnTo>
                  <a:pt x="110947" y="0"/>
                </a:lnTo>
                <a:lnTo>
                  <a:pt x="59312" y="0"/>
                </a:lnTo>
                <a:close/>
              </a:path>
            </a:pathLst>
          </a:custGeom>
          <a:solidFill>
            <a:schemeClr val="accent2">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ato"/>
              <a:ea typeface="Lato"/>
              <a:cs typeface="Lato"/>
              <a:sym typeface="Lato"/>
            </a:endParaRPr>
          </a:p>
        </p:txBody>
      </p:sp>
      <p:sp>
        <p:nvSpPr>
          <p:cNvPr id="293" name="Google Shape;293;p3"/>
          <p:cNvSpPr/>
          <p:nvPr/>
        </p:nvSpPr>
        <p:spPr>
          <a:xfrm flipH="1" rot="10800000">
            <a:off x="4493979" y="7656590"/>
            <a:ext cx="437097" cy="100688"/>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2">
              <a:alpha val="6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ato"/>
              <a:ea typeface="Lato"/>
              <a:cs typeface="Lato"/>
              <a:sym typeface="Lato"/>
            </a:endParaRPr>
          </a:p>
        </p:txBody>
      </p:sp>
      <p:sp>
        <p:nvSpPr>
          <p:cNvPr id="294" name="Google Shape;294;p3"/>
          <p:cNvSpPr/>
          <p:nvPr/>
        </p:nvSpPr>
        <p:spPr>
          <a:xfrm>
            <a:off x="9404206" y="4079126"/>
            <a:ext cx="4891014" cy="1712074"/>
          </a:xfrm>
          <a:custGeom>
            <a:rect b="b" l="l" r="r" t="t"/>
            <a:pathLst>
              <a:path extrusionOk="0" h="1712074" w="4891014">
                <a:moveTo>
                  <a:pt x="0" y="0"/>
                </a:moveTo>
                <a:lnTo>
                  <a:pt x="1694463" y="0"/>
                </a:lnTo>
                <a:lnTo>
                  <a:pt x="1818456" y="201054"/>
                </a:lnTo>
                <a:lnTo>
                  <a:pt x="4891014" y="201054"/>
                </a:lnTo>
                <a:lnTo>
                  <a:pt x="4891014" y="1712074"/>
                </a:lnTo>
                <a:lnTo>
                  <a:pt x="1019975" y="1712074"/>
                </a:lnTo>
                <a:lnTo>
                  <a:pt x="916974" y="1545058"/>
                </a:lnTo>
                <a:lnTo>
                  <a:pt x="173034" y="1545058"/>
                </a:lnTo>
                <a:lnTo>
                  <a:pt x="0" y="1283586"/>
                </a:lnTo>
                <a:close/>
              </a:path>
            </a:pathLst>
          </a:custGeom>
          <a:gradFill>
            <a:gsLst>
              <a:gs pos="0">
                <a:srgbClr val="0BBFE9">
                  <a:alpha val="20000"/>
                </a:srgbClr>
              </a:gs>
              <a:gs pos="100000">
                <a:srgbClr val="0BBFE9">
                  <a:alpha val="0"/>
                </a:srgbClr>
              </a:gs>
            </a:gsLst>
            <a:lin ang="0" scaled="0"/>
          </a:gra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Manrope ExtraBold"/>
              <a:ea typeface="Manrope ExtraBold"/>
              <a:cs typeface="Manrope ExtraBold"/>
              <a:sym typeface="Manrope ExtraBold"/>
            </a:endParaRPr>
          </a:p>
        </p:txBody>
      </p:sp>
      <p:sp>
        <p:nvSpPr>
          <p:cNvPr id="295" name="Google Shape;295;p3"/>
          <p:cNvSpPr txBox="1"/>
          <p:nvPr/>
        </p:nvSpPr>
        <p:spPr>
          <a:xfrm>
            <a:off x="9606623" y="4333130"/>
            <a:ext cx="1248300" cy="955800"/>
          </a:xfrm>
          <a:prstGeom prst="rect">
            <a:avLst/>
          </a:prstGeom>
          <a:noFill/>
          <a:ln>
            <a:noFill/>
          </a:ln>
        </p:spPr>
        <p:txBody>
          <a:bodyPr anchorCtr="0" anchor="ctr" bIns="46800" lIns="90000" spcFirstLastPara="1" rIns="90000" wrap="square" tIns="46800">
            <a:noAutofit/>
          </a:bodyPr>
          <a:lstStyle/>
          <a:p>
            <a:pPr indent="0" lvl="0" marL="0" marR="0" rtl="0" algn="ctr">
              <a:lnSpc>
                <a:spcPct val="130000"/>
              </a:lnSpc>
              <a:spcBef>
                <a:spcPts val="0"/>
              </a:spcBef>
              <a:spcAft>
                <a:spcPts val="0"/>
              </a:spcAft>
              <a:buClr>
                <a:schemeClr val="accent3"/>
              </a:buClr>
              <a:buSzPts val="4800"/>
              <a:buFont typeface="Arial"/>
              <a:buNone/>
            </a:pPr>
            <a:r>
              <a:rPr b="1" lang="en-US" sz="4800" u="none" cap="none" strike="noStrike">
                <a:solidFill>
                  <a:schemeClr val="accent3"/>
                </a:solidFill>
                <a:latin typeface="Lato"/>
                <a:ea typeface="Lato"/>
                <a:cs typeface="Lato"/>
                <a:sym typeface="Lato"/>
              </a:rPr>
              <a:t>02</a:t>
            </a:r>
            <a:endParaRPr b="1" sz="4800" u="none" cap="none" strike="noStrike">
              <a:solidFill>
                <a:schemeClr val="accent3"/>
              </a:solidFill>
              <a:latin typeface="Lato"/>
              <a:ea typeface="Lato"/>
              <a:cs typeface="Lato"/>
              <a:sym typeface="Lato"/>
            </a:endParaRPr>
          </a:p>
        </p:txBody>
      </p:sp>
      <p:sp>
        <p:nvSpPr>
          <p:cNvPr id="296" name="Google Shape;296;p3"/>
          <p:cNvSpPr txBox="1"/>
          <p:nvPr/>
        </p:nvSpPr>
        <p:spPr>
          <a:xfrm>
            <a:off x="10854690" y="4450715"/>
            <a:ext cx="3096260" cy="113665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None/>
            </a:pPr>
            <a:r>
              <a:rPr lang="en-US" sz="2400">
                <a:solidFill>
                  <a:schemeClr val="lt2"/>
                </a:solidFill>
                <a:latin typeface="Lato"/>
                <a:ea typeface="Lato"/>
                <a:cs typeface="Lato"/>
                <a:sym typeface="Lato"/>
              </a:rPr>
              <a:t>Segmentation</a:t>
            </a:r>
            <a:endParaRPr sz="2400">
              <a:solidFill>
                <a:schemeClr val="lt2"/>
              </a:solidFill>
              <a:latin typeface="Lato"/>
              <a:ea typeface="Lato"/>
              <a:cs typeface="Lato"/>
              <a:sym typeface="Lato"/>
            </a:endParaRPr>
          </a:p>
        </p:txBody>
      </p:sp>
      <p:sp>
        <p:nvSpPr>
          <p:cNvPr id="297" name="Google Shape;297;p3"/>
          <p:cNvSpPr/>
          <p:nvPr/>
        </p:nvSpPr>
        <p:spPr>
          <a:xfrm flipH="1" rot="10800000">
            <a:off x="11230863" y="4079126"/>
            <a:ext cx="863870" cy="100688"/>
          </a:xfrm>
          <a:custGeom>
            <a:rect b="b" l="l" r="r" t="t"/>
            <a:pathLst>
              <a:path extrusionOk="0" h="89627" w="768973">
                <a:moveTo>
                  <a:pt x="658026" y="89627"/>
                </a:moveTo>
                <a:lnTo>
                  <a:pt x="709661" y="89627"/>
                </a:lnTo>
                <a:lnTo>
                  <a:pt x="768973" y="0"/>
                </a:lnTo>
                <a:lnTo>
                  <a:pt x="717338" y="0"/>
                </a:lnTo>
                <a:close/>
                <a:moveTo>
                  <a:pt x="565315" y="89627"/>
                </a:moveTo>
                <a:lnTo>
                  <a:pt x="616949" y="89627"/>
                </a:lnTo>
                <a:lnTo>
                  <a:pt x="676262" y="0"/>
                </a:lnTo>
                <a:lnTo>
                  <a:pt x="624627" y="0"/>
                </a:lnTo>
                <a:close/>
                <a:moveTo>
                  <a:pt x="472603" y="89627"/>
                </a:moveTo>
                <a:lnTo>
                  <a:pt x="524238" y="89627"/>
                </a:lnTo>
                <a:lnTo>
                  <a:pt x="583551" y="0"/>
                </a:lnTo>
                <a:lnTo>
                  <a:pt x="531916" y="0"/>
                </a:lnTo>
                <a:close/>
                <a:moveTo>
                  <a:pt x="379892" y="89627"/>
                </a:moveTo>
                <a:lnTo>
                  <a:pt x="431527" y="89627"/>
                </a:lnTo>
                <a:lnTo>
                  <a:pt x="490839" y="0"/>
                </a:lnTo>
                <a:lnTo>
                  <a:pt x="439205" y="0"/>
                </a:lnTo>
                <a:close/>
                <a:moveTo>
                  <a:pt x="278134" y="89627"/>
                </a:moveTo>
                <a:lnTo>
                  <a:pt x="329768" y="89627"/>
                </a:lnTo>
                <a:lnTo>
                  <a:pt x="389081" y="0"/>
                </a:lnTo>
                <a:lnTo>
                  <a:pt x="337446" y="0"/>
                </a:lnTo>
                <a:close/>
                <a:moveTo>
                  <a:pt x="185422" y="89627"/>
                </a:moveTo>
                <a:lnTo>
                  <a:pt x="237057" y="89627"/>
                </a:lnTo>
                <a:lnTo>
                  <a:pt x="296370" y="0"/>
                </a:lnTo>
                <a:lnTo>
                  <a:pt x="244735" y="0"/>
                </a:lnTo>
                <a:close/>
                <a:moveTo>
                  <a:pt x="92711" y="89627"/>
                </a:moveTo>
                <a:lnTo>
                  <a:pt x="144346" y="89627"/>
                </a:lnTo>
                <a:lnTo>
                  <a:pt x="203658" y="0"/>
                </a:lnTo>
                <a:lnTo>
                  <a:pt x="152024" y="0"/>
                </a:lnTo>
                <a:close/>
                <a:moveTo>
                  <a:pt x="0" y="89627"/>
                </a:moveTo>
                <a:lnTo>
                  <a:pt x="51635" y="89627"/>
                </a:lnTo>
                <a:lnTo>
                  <a:pt x="110947" y="0"/>
                </a:lnTo>
                <a:lnTo>
                  <a:pt x="59312" y="0"/>
                </a:lnTo>
                <a:close/>
              </a:path>
            </a:pathLst>
          </a:custGeom>
          <a:solidFill>
            <a:schemeClr val="accent3">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ato"/>
              <a:ea typeface="Lato"/>
              <a:cs typeface="Lato"/>
              <a:sym typeface="Lato"/>
            </a:endParaRPr>
          </a:p>
        </p:txBody>
      </p:sp>
      <p:sp>
        <p:nvSpPr>
          <p:cNvPr id="298" name="Google Shape;298;p3"/>
          <p:cNvSpPr/>
          <p:nvPr/>
        </p:nvSpPr>
        <p:spPr>
          <a:xfrm flipH="1" rot="10800000">
            <a:off x="9892921" y="5690512"/>
            <a:ext cx="437097" cy="100688"/>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3">
              <a:alpha val="6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ato"/>
              <a:ea typeface="Lato"/>
              <a:cs typeface="Lato"/>
              <a:sym typeface="Lato"/>
            </a:endParaRPr>
          </a:p>
        </p:txBody>
      </p:sp>
      <p:sp>
        <p:nvSpPr>
          <p:cNvPr id="299" name="Google Shape;299;p3"/>
          <p:cNvSpPr/>
          <p:nvPr/>
        </p:nvSpPr>
        <p:spPr>
          <a:xfrm>
            <a:off x="9404206" y="6045204"/>
            <a:ext cx="4891014" cy="1712074"/>
          </a:xfrm>
          <a:custGeom>
            <a:rect b="b" l="l" r="r" t="t"/>
            <a:pathLst>
              <a:path extrusionOk="0" h="1712074" w="4891014">
                <a:moveTo>
                  <a:pt x="0" y="0"/>
                </a:moveTo>
                <a:lnTo>
                  <a:pt x="1694463" y="0"/>
                </a:lnTo>
                <a:lnTo>
                  <a:pt x="1818456" y="201054"/>
                </a:lnTo>
                <a:lnTo>
                  <a:pt x="4891014" y="201054"/>
                </a:lnTo>
                <a:lnTo>
                  <a:pt x="4891014" y="1712074"/>
                </a:lnTo>
                <a:lnTo>
                  <a:pt x="1019975" y="1712074"/>
                </a:lnTo>
                <a:lnTo>
                  <a:pt x="916974" y="1545058"/>
                </a:lnTo>
                <a:lnTo>
                  <a:pt x="173034" y="1545058"/>
                </a:lnTo>
                <a:lnTo>
                  <a:pt x="0" y="1283586"/>
                </a:lnTo>
                <a:close/>
              </a:path>
            </a:pathLst>
          </a:custGeom>
          <a:gradFill>
            <a:gsLst>
              <a:gs pos="0">
                <a:srgbClr val="1C40F4">
                  <a:alpha val="20000"/>
                </a:srgbClr>
              </a:gs>
              <a:gs pos="100000">
                <a:srgbClr val="1C40F4">
                  <a:alpha val="0"/>
                </a:srgbClr>
              </a:gs>
            </a:gsLst>
            <a:lin ang="0" scaled="0"/>
          </a:gra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Manrope ExtraBold"/>
              <a:ea typeface="Manrope ExtraBold"/>
              <a:cs typeface="Manrope ExtraBold"/>
              <a:sym typeface="Manrope ExtraBold"/>
            </a:endParaRPr>
          </a:p>
        </p:txBody>
      </p:sp>
      <p:sp>
        <p:nvSpPr>
          <p:cNvPr id="300" name="Google Shape;300;p3"/>
          <p:cNvSpPr txBox="1"/>
          <p:nvPr/>
        </p:nvSpPr>
        <p:spPr>
          <a:xfrm>
            <a:off x="9606623" y="6299208"/>
            <a:ext cx="1248183" cy="955695"/>
          </a:xfrm>
          <a:prstGeom prst="rect">
            <a:avLst/>
          </a:prstGeom>
          <a:noFill/>
          <a:ln>
            <a:noFill/>
          </a:ln>
        </p:spPr>
        <p:txBody>
          <a:bodyPr anchorCtr="0" anchor="ctr" bIns="46800" lIns="90000" spcFirstLastPara="1" rIns="90000" wrap="square" tIns="46800">
            <a:noAutofit/>
          </a:bodyPr>
          <a:lstStyle/>
          <a:p>
            <a:pPr indent="0" lvl="0" marL="0" marR="0" rtl="0" algn="ctr">
              <a:lnSpc>
                <a:spcPct val="130000"/>
              </a:lnSpc>
              <a:spcBef>
                <a:spcPts val="0"/>
              </a:spcBef>
              <a:spcAft>
                <a:spcPts val="0"/>
              </a:spcAft>
              <a:buClr>
                <a:schemeClr val="accent4"/>
              </a:buClr>
              <a:buSzPts val="4800"/>
              <a:buFont typeface="Arial"/>
              <a:buNone/>
            </a:pPr>
            <a:r>
              <a:rPr b="1" lang="en-US" sz="4800" u="none" cap="none" strike="noStrike">
                <a:solidFill>
                  <a:schemeClr val="accent4"/>
                </a:solidFill>
                <a:latin typeface="Lato"/>
                <a:ea typeface="Lato"/>
                <a:cs typeface="Lato"/>
                <a:sym typeface="Lato"/>
              </a:rPr>
              <a:t>04</a:t>
            </a:r>
            <a:endParaRPr b="1" sz="4800" u="none" cap="none" strike="noStrike">
              <a:solidFill>
                <a:schemeClr val="accent4"/>
              </a:solidFill>
              <a:latin typeface="Lato"/>
              <a:ea typeface="Lato"/>
              <a:cs typeface="Lato"/>
              <a:sym typeface="Lato"/>
            </a:endParaRPr>
          </a:p>
        </p:txBody>
      </p:sp>
      <p:sp>
        <p:nvSpPr>
          <p:cNvPr id="301" name="Google Shape;301;p3"/>
          <p:cNvSpPr txBox="1"/>
          <p:nvPr/>
        </p:nvSpPr>
        <p:spPr>
          <a:xfrm>
            <a:off x="10854690" y="6417310"/>
            <a:ext cx="3096260" cy="113665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None/>
            </a:pPr>
            <a:r>
              <a:rPr lang="en-US" sz="2400">
                <a:solidFill>
                  <a:schemeClr val="lt2"/>
                </a:solidFill>
                <a:latin typeface="Lato"/>
                <a:ea typeface="Lato"/>
                <a:cs typeface="Lato"/>
                <a:sym typeface="Lato"/>
              </a:rPr>
              <a:t>Virtual Memory</a:t>
            </a:r>
            <a:endParaRPr sz="2400">
              <a:solidFill>
                <a:schemeClr val="lt2"/>
              </a:solidFill>
              <a:latin typeface="Lato"/>
              <a:ea typeface="Lato"/>
              <a:cs typeface="Lato"/>
              <a:sym typeface="Lato"/>
            </a:endParaRPr>
          </a:p>
        </p:txBody>
      </p:sp>
      <p:sp>
        <p:nvSpPr>
          <p:cNvPr id="302" name="Google Shape;302;p3"/>
          <p:cNvSpPr/>
          <p:nvPr/>
        </p:nvSpPr>
        <p:spPr>
          <a:xfrm flipH="1" rot="10800000">
            <a:off x="11230863" y="6045204"/>
            <a:ext cx="863870" cy="100688"/>
          </a:xfrm>
          <a:custGeom>
            <a:rect b="b" l="l" r="r" t="t"/>
            <a:pathLst>
              <a:path extrusionOk="0" h="89627" w="768973">
                <a:moveTo>
                  <a:pt x="658026" y="89627"/>
                </a:moveTo>
                <a:lnTo>
                  <a:pt x="709661" y="89627"/>
                </a:lnTo>
                <a:lnTo>
                  <a:pt x="768973" y="0"/>
                </a:lnTo>
                <a:lnTo>
                  <a:pt x="717338" y="0"/>
                </a:lnTo>
                <a:close/>
                <a:moveTo>
                  <a:pt x="565315" y="89627"/>
                </a:moveTo>
                <a:lnTo>
                  <a:pt x="616949" y="89627"/>
                </a:lnTo>
                <a:lnTo>
                  <a:pt x="676262" y="0"/>
                </a:lnTo>
                <a:lnTo>
                  <a:pt x="624627" y="0"/>
                </a:lnTo>
                <a:close/>
                <a:moveTo>
                  <a:pt x="472603" y="89627"/>
                </a:moveTo>
                <a:lnTo>
                  <a:pt x="524238" y="89627"/>
                </a:lnTo>
                <a:lnTo>
                  <a:pt x="583551" y="0"/>
                </a:lnTo>
                <a:lnTo>
                  <a:pt x="531916" y="0"/>
                </a:lnTo>
                <a:close/>
                <a:moveTo>
                  <a:pt x="379892" y="89627"/>
                </a:moveTo>
                <a:lnTo>
                  <a:pt x="431527" y="89627"/>
                </a:lnTo>
                <a:lnTo>
                  <a:pt x="490839" y="0"/>
                </a:lnTo>
                <a:lnTo>
                  <a:pt x="439205" y="0"/>
                </a:lnTo>
                <a:close/>
                <a:moveTo>
                  <a:pt x="278134" y="89627"/>
                </a:moveTo>
                <a:lnTo>
                  <a:pt x="329768" y="89627"/>
                </a:lnTo>
                <a:lnTo>
                  <a:pt x="389081" y="0"/>
                </a:lnTo>
                <a:lnTo>
                  <a:pt x="337446" y="0"/>
                </a:lnTo>
                <a:close/>
                <a:moveTo>
                  <a:pt x="185422" y="89627"/>
                </a:moveTo>
                <a:lnTo>
                  <a:pt x="237057" y="89627"/>
                </a:lnTo>
                <a:lnTo>
                  <a:pt x="296370" y="0"/>
                </a:lnTo>
                <a:lnTo>
                  <a:pt x="244735" y="0"/>
                </a:lnTo>
                <a:close/>
                <a:moveTo>
                  <a:pt x="92711" y="89627"/>
                </a:moveTo>
                <a:lnTo>
                  <a:pt x="144346" y="89627"/>
                </a:lnTo>
                <a:lnTo>
                  <a:pt x="203658" y="0"/>
                </a:lnTo>
                <a:lnTo>
                  <a:pt x="152024" y="0"/>
                </a:lnTo>
                <a:close/>
                <a:moveTo>
                  <a:pt x="0" y="89627"/>
                </a:moveTo>
                <a:lnTo>
                  <a:pt x="51635" y="89627"/>
                </a:lnTo>
                <a:lnTo>
                  <a:pt x="110947" y="0"/>
                </a:lnTo>
                <a:lnTo>
                  <a:pt x="59312" y="0"/>
                </a:lnTo>
                <a:close/>
              </a:path>
            </a:pathLst>
          </a:custGeom>
          <a:solidFill>
            <a:schemeClr val="accent4">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ato"/>
              <a:ea typeface="Lato"/>
              <a:cs typeface="Lato"/>
              <a:sym typeface="Lato"/>
            </a:endParaRPr>
          </a:p>
        </p:txBody>
      </p:sp>
      <p:sp>
        <p:nvSpPr>
          <p:cNvPr id="303" name="Google Shape;303;p3"/>
          <p:cNvSpPr/>
          <p:nvPr/>
        </p:nvSpPr>
        <p:spPr>
          <a:xfrm flipH="1" rot="10800000">
            <a:off x="9892921" y="7656590"/>
            <a:ext cx="437097" cy="100688"/>
          </a:xfrm>
          <a:custGeom>
            <a:rect b="b" l="l" r="r" t="t"/>
            <a:pathLst>
              <a:path extrusionOk="0" h="89627" w="389081">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4">
              <a:alpha val="6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grpSp>
        <p:nvGrpSpPr>
          <p:cNvPr id="308" name="Google Shape;308;p4"/>
          <p:cNvGrpSpPr/>
          <p:nvPr/>
        </p:nvGrpSpPr>
        <p:grpSpPr>
          <a:xfrm>
            <a:off x="4327525" y="266703"/>
            <a:ext cx="11132820" cy="1332227"/>
            <a:chOff x="-1351251" y="-101606"/>
            <a:chExt cx="18195184" cy="1776482"/>
          </a:xfrm>
        </p:grpSpPr>
        <p:sp>
          <p:nvSpPr>
            <p:cNvPr id="309" name="Google Shape;309;p4"/>
            <p:cNvSpPr/>
            <p:nvPr/>
          </p:nvSpPr>
          <p:spPr>
            <a:xfrm>
              <a:off x="0" y="0"/>
              <a:ext cx="16843933" cy="1674876"/>
            </a:xfrm>
            <a:custGeom>
              <a:rect b="b" l="l" r="r" t="t"/>
              <a:pathLst>
                <a:path extrusionOk="0" h="1674876" w="16843933">
                  <a:moveTo>
                    <a:pt x="0" y="0"/>
                  </a:moveTo>
                  <a:lnTo>
                    <a:pt x="16843933" y="0"/>
                  </a:lnTo>
                  <a:lnTo>
                    <a:pt x="16843933" y="1674876"/>
                  </a:lnTo>
                  <a:lnTo>
                    <a:pt x="0" y="1674876"/>
                  </a:lnTo>
                  <a:close/>
                </a:path>
              </a:pathLst>
            </a:custGeom>
            <a:solidFill>
              <a:srgbClr val="000000">
                <a:alpha val="0"/>
              </a:srgbClr>
            </a:solidFill>
            <a:ln>
              <a:noFill/>
            </a:ln>
          </p:spPr>
        </p:sp>
        <p:sp>
          <p:nvSpPr>
            <p:cNvPr id="310" name="Google Shape;310;p4"/>
            <p:cNvSpPr txBox="1"/>
            <p:nvPr/>
          </p:nvSpPr>
          <p:spPr>
            <a:xfrm>
              <a:off x="-1351251" y="-101606"/>
              <a:ext cx="16843933"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chemeClr val="accent1"/>
                  </a:solidFill>
                  <a:latin typeface="Manrope ExtraBold"/>
                  <a:ea typeface="Manrope ExtraBold"/>
                  <a:cs typeface="Manrope ExtraBold"/>
                  <a:sym typeface="Manrope ExtraBold"/>
                </a:rPr>
                <a:t>Memory Management</a:t>
              </a:r>
              <a:endParaRPr b="1" sz="8000">
                <a:solidFill>
                  <a:schemeClr val="accent1"/>
                </a:solidFill>
                <a:latin typeface="Manrope ExtraBold"/>
                <a:ea typeface="Manrope ExtraBold"/>
                <a:cs typeface="Manrope ExtraBold"/>
                <a:sym typeface="Manrope ExtraBold"/>
              </a:endParaRPr>
            </a:p>
            <a:p>
              <a:pPr indent="0" lvl="0" marL="0" marR="0" rtl="0" algn="ctr">
                <a:lnSpc>
                  <a:spcPct val="124812"/>
                </a:lnSpc>
                <a:spcBef>
                  <a:spcPts val="0"/>
                </a:spcBef>
                <a:spcAft>
                  <a:spcPts val="0"/>
                </a:spcAft>
                <a:buNone/>
              </a:pPr>
              <a:r>
                <a:t/>
              </a:r>
              <a:endParaRPr b="1" sz="8000">
                <a:solidFill>
                  <a:schemeClr val="accent1"/>
                </a:solidFill>
                <a:latin typeface="Manrope ExtraBold"/>
                <a:ea typeface="Manrope ExtraBold"/>
                <a:cs typeface="Manrope ExtraBold"/>
                <a:sym typeface="Manrope ExtraBold"/>
              </a:endParaRPr>
            </a:p>
          </p:txBody>
        </p:sp>
      </p:grpSp>
      <p:sp>
        <p:nvSpPr>
          <p:cNvPr id="311" name="Google Shape;311;p4"/>
          <p:cNvSpPr/>
          <p:nvPr/>
        </p:nvSpPr>
        <p:spPr>
          <a:xfrm>
            <a:off x="641985" y="1670050"/>
            <a:ext cx="16946245" cy="8378825"/>
          </a:xfrm>
          <a:custGeom>
            <a:rect b="b" l="l" r="r" t="t"/>
            <a:pathLst>
              <a:path extrusionOk="0" h="7415767" w="15921568">
                <a:moveTo>
                  <a:pt x="0" y="0"/>
                </a:moveTo>
                <a:lnTo>
                  <a:pt x="15921567" y="0"/>
                </a:lnTo>
                <a:lnTo>
                  <a:pt x="15921567" y="7415766"/>
                </a:lnTo>
                <a:lnTo>
                  <a:pt x="0" y="7415766"/>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grpSp>
        <p:nvGrpSpPr>
          <p:cNvPr id="312" name="Google Shape;312;p4"/>
          <p:cNvGrpSpPr/>
          <p:nvPr/>
        </p:nvGrpSpPr>
        <p:grpSpPr>
          <a:xfrm>
            <a:off x="990915" y="1862146"/>
            <a:ext cx="16191865" cy="7583170"/>
            <a:chOff x="-1264073" y="-296334"/>
            <a:chExt cx="21589153" cy="10110893"/>
          </a:xfrm>
        </p:grpSpPr>
        <p:sp>
          <p:nvSpPr>
            <p:cNvPr id="313" name="Google Shape;313;p4"/>
            <p:cNvSpPr/>
            <p:nvPr/>
          </p:nvSpPr>
          <p:spPr>
            <a:xfrm>
              <a:off x="0" y="0"/>
              <a:ext cx="19997427" cy="8521700"/>
            </a:xfrm>
            <a:custGeom>
              <a:rect b="b" l="l" r="r" t="t"/>
              <a:pathLst>
                <a:path extrusionOk="0" h="8521700" w="19997427">
                  <a:moveTo>
                    <a:pt x="0" y="0"/>
                  </a:moveTo>
                  <a:lnTo>
                    <a:pt x="19997427" y="0"/>
                  </a:lnTo>
                  <a:lnTo>
                    <a:pt x="19997427" y="8521700"/>
                  </a:lnTo>
                  <a:lnTo>
                    <a:pt x="0" y="8521700"/>
                  </a:lnTo>
                  <a:close/>
                </a:path>
              </a:pathLst>
            </a:custGeom>
            <a:solidFill>
              <a:srgbClr val="000000">
                <a:alpha val="0"/>
              </a:srgbClr>
            </a:solidFill>
            <a:ln>
              <a:noFill/>
            </a:ln>
          </p:spPr>
        </p:sp>
        <p:sp>
          <p:nvSpPr>
            <p:cNvPr id="314" name="Google Shape;314;p4"/>
            <p:cNvSpPr txBox="1"/>
            <p:nvPr/>
          </p:nvSpPr>
          <p:spPr>
            <a:xfrm>
              <a:off x="-1264073" y="-296334"/>
              <a:ext cx="21589153" cy="10110893"/>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None/>
              </a:pPr>
              <a:r>
                <a:rPr b="1" lang="en-US" sz="3000">
                  <a:solidFill>
                    <a:schemeClr val="lt1"/>
                  </a:solidFill>
                  <a:latin typeface="Lato"/>
                  <a:ea typeface="Lato"/>
                  <a:cs typeface="Lato"/>
                  <a:sym typeface="Lato"/>
                </a:rPr>
                <a:t>The term </a:t>
              </a:r>
              <a:r>
                <a:rPr b="1" lang="en-US" sz="3000">
                  <a:solidFill>
                    <a:srgbClr val="CBFFFF"/>
                  </a:solidFill>
                  <a:latin typeface="Lato"/>
                  <a:ea typeface="Lato"/>
                  <a:cs typeface="Lato"/>
                  <a:sym typeface="Lato"/>
                </a:rPr>
                <a:t>memory </a:t>
              </a:r>
              <a:r>
                <a:rPr b="1" lang="en-US" sz="3000">
                  <a:solidFill>
                    <a:schemeClr val="lt1"/>
                  </a:solidFill>
                  <a:latin typeface="Lato"/>
                  <a:ea typeface="Lato"/>
                  <a:cs typeface="Lato"/>
                  <a:sym typeface="Lato"/>
                </a:rPr>
                <a:t>can be defined as a collection of data in a specific format. It is used to </a:t>
              </a:r>
              <a:r>
                <a:rPr b="1" lang="en-US" sz="3000">
                  <a:solidFill>
                    <a:srgbClr val="CBFFFF"/>
                  </a:solidFill>
                  <a:latin typeface="Lato"/>
                  <a:ea typeface="Lato"/>
                  <a:cs typeface="Lato"/>
                  <a:sym typeface="Lato"/>
                </a:rPr>
                <a:t>store instructions and process data</a:t>
              </a:r>
              <a:r>
                <a:rPr b="1" lang="en-US" sz="3000">
                  <a:solidFill>
                    <a:schemeClr val="lt1"/>
                  </a:solidFill>
                  <a:latin typeface="Lato"/>
                  <a:ea typeface="Lato"/>
                  <a:cs typeface="Lato"/>
                  <a:sym typeface="Lato"/>
                </a:rPr>
                <a:t>. The memory comprises a large array or group of words or bytes, each with its own location. The primary purpose of a computer system is to execute programs. These programs, along with the information they access, should be in the main memory during execution. The CPU fetches instructions from memory according to the value of the program counter. To achieve a degree of multiprogramming and proper utilization of memory, memory management is important. </a:t>
              </a:r>
              <a:endParaRPr b="1" sz="3000">
                <a:solidFill>
                  <a:schemeClr val="lt1"/>
                </a:solidFill>
                <a:latin typeface="Lato"/>
                <a:ea typeface="Lato"/>
                <a:cs typeface="Lato"/>
                <a:sym typeface="Lato"/>
              </a:endParaRPr>
            </a:p>
            <a:p>
              <a:pPr indent="0" lvl="0" marL="0" marR="0" rtl="0" algn="just">
                <a:lnSpc>
                  <a:spcPct val="140000"/>
                </a:lnSpc>
                <a:spcBef>
                  <a:spcPts val="0"/>
                </a:spcBef>
                <a:spcAft>
                  <a:spcPts val="0"/>
                </a:spcAft>
                <a:buNone/>
              </a:pPr>
              <a:r>
                <a:rPr b="1" lang="en-US" sz="3000">
                  <a:solidFill>
                    <a:srgbClr val="CBFFFF"/>
                  </a:solidFill>
                  <a:latin typeface="Lato"/>
                  <a:ea typeface="Lato"/>
                  <a:cs typeface="Lato"/>
                  <a:sym typeface="Lato"/>
                </a:rPr>
                <a:t>Memory management </a:t>
              </a:r>
              <a:r>
                <a:rPr b="1" lang="en-US" sz="3000">
                  <a:solidFill>
                    <a:schemeClr val="lt1"/>
                  </a:solidFill>
                  <a:latin typeface="Lato"/>
                  <a:ea typeface="Lato"/>
                  <a:cs typeface="Lato"/>
                  <a:sym typeface="Lato"/>
                </a:rPr>
                <a:t>mostly involves management of main memory. In a </a:t>
              </a:r>
              <a:r>
                <a:rPr b="1" lang="en-US" sz="3000">
                  <a:solidFill>
                    <a:srgbClr val="CBFFFF"/>
                  </a:solidFill>
                  <a:latin typeface="Lato"/>
                  <a:ea typeface="Lato"/>
                  <a:cs typeface="Lato"/>
                  <a:sym typeface="Lato"/>
                </a:rPr>
                <a:t>multiprogramming </a:t>
              </a:r>
              <a:r>
                <a:rPr b="1" lang="en-US" sz="3000">
                  <a:solidFill>
                    <a:schemeClr val="lt1"/>
                  </a:solidFill>
                  <a:latin typeface="Lato"/>
                  <a:ea typeface="Lato"/>
                  <a:cs typeface="Lato"/>
                  <a:sym typeface="Lato"/>
                </a:rPr>
                <a:t>computer, the Operating System resides in a part of the </a:t>
              </a:r>
              <a:r>
                <a:rPr b="1" lang="en-US" sz="3000">
                  <a:solidFill>
                    <a:srgbClr val="CBFFFF"/>
                  </a:solidFill>
                  <a:latin typeface="Lato"/>
                  <a:ea typeface="Lato"/>
                  <a:cs typeface="Lato"/>
                  <a:sym typeface="Lato"/>
                </a:rPr>
                <a:t>main memory</a:t>
              </a:r>
              <a:r>
                <a:rPr b="1" lang="en-US" sz="3000">
                  <a:solidFill>
                    <a:schemeClr val="lt1"/>
                  </a:solidFill>
                  <a:latin typeface="Lato"/>
                  <a:ea typeface="Lato"/>
                  <a:cs typeface="Lato"/>
                  <a:sym typeface="Lato"/>
                </a:rPr>
                <a:t>, and the rest is used by multiple processes. The </a:t>
              </a:r>
              <a:r>
                <a:rPr b="1" lang="en-US" sz="3000">
                  <a:solidFill>
                    <a:srgbClr val="CBFFFF"/>
                  </a:solidFill>
                  <a:latin typeface="Lato"/>
                  <a:ea typeface="Lato"/>
                  <a:cs typeface="Lato"/>
                  <a:sym typeface="Lato"/>
                </a:rPr>
                <a:t>task of subdividing</a:t>
              </a:r>
              <a:r>
                <a:rPr b="1" lang="en-US" sz="3000">
                  <a:solidFill>
                    <a:schemeClr val="lt1"/>
                  </a:solidFill>
                  <a:latin typeface="Lato"/>
                  <a:ea typeface="Lato"/>
                  <a:cs typeface="Lato"/>
                  <a:sym typeface="Lato"/>
                </a:rPr>
                <a:t> the memory among different processes is </a:t>
              </a:r>
              <a:r>
                <a:rPr b="1" lang="en-US" sz="3000">
                  <a:solidFill>
                    <a:srgbClr val="CBFFFF"/>
                  </a:solidFill>
                  <a:latin typeface="Lato"/>
                  <a:ea typeface="Lato"/>
                  <a:cs typeface="Lato"/>
                  <a:sym typeface="Lato"/>
                </a:rPr>
                <a:t>called Memory Management</a:t>
              </a:r>
              <a:r>
                <a:rPr b="1" lang="en-US" sz="3000">
                  <a:solidFill>
                    <a:schemeClr val="lt1"/>
                  </a:solidFill>
                  <a:latin typeface="Lato"/>
                  <a:ea typeface="Lato"/>
                  <a:cs typeface="Lato"/>
                  <a:sym typeface="Lato"/>
                </a:rPr>
                <a:t>. Memory management is a method in the operating system to manage operations between </a:t>
              </a:r>
              <a:r>
                <a:rPr b="1" lang="en-US" sz="3000">
                  <a:solidFill>
                    <a:srgbClr val="CBFFFF"/>
                  </a:solidFill>
                  <a:latin typeface="Lato"/>
                  <a:ea typeface="Lato"/>
                  <a:cs typeface="Lato"/>
                  <a:sym typeface="Lato"/>
                </a:rPr>
                <a:t>main memory </a:t>
              </a:r>
              <a:r>
                <a:rPr b="1" lang="en-US" sz="3000">
                  <a:solidFill>
                    <a:schemeClr val="lt1"/>
                  </a:solidFill>
                  <a:latin typeface="Lato"/>
                  <a:ea typeface="Lato"/>
                  <a:cs typeface="Lato"/>
                  <a:sym typeface="Lato"/>
                </a:rPr>
                <a:t>and </a:t>
              </a:r>
              <a:r>
                <a:rPr b="1" lang="en-US" sz="3000">
                  <a:solidFill>
                    <a:srgbClr val="CBFFFF"/>
                  </a:solidFill>
                  <a:latin typeface="Lato"/>
                  <a:ea typeface="Lato"/>
                  <a:cs typeface="Lato"/>
                  <a:sym typeface="Lato"/>
                </a:rPr>
                <a:t>disk during</a:t>
              </a:r>
              <a:r>
                <a:rPr b="1" lang="en-US" sz="3000">
                  <a:solidFill>
                    <a:schemeClr val="lt1"/>
                  </a:solidFill>
                  <a:latin typeface="Lato"/>
                  <a:ea typeface="Lato"/>
                  <a:cs typeface="Lato"/>
                  <a:sym typeface="Lato"/>
                </a:rPr>
                <a:t> process execution. The main aim of memory management is to achieve efficient utilization of memory.  </a:t>
              </a:r>
              <a:endParaRPr b="1" sz="3000">
                <a:solidFill>
                  <a:schemeClr val="lt1"/>
                </a:solidFill>
                <a:latin typeface="Lato"/>
                <a:ea typeface="Lato"/>
                <a:cs typeface="Lato"/>
                <a:sym typeface="La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mt="44999"/>
            </a:blip>
            <a:stretch>
              <a:fillRect b="0" l="0" r="0" t="0"/>
            </a:stretch>
          </a:blipFill>
          <a:ln>
            <a:noFill/>
          </a:ln>
        </p:spPr>
      </p:sp>
      <p:sp>
        <p:nvSpPr>
          <p:cNvPr id="320" name="Google Shape;320;p5"/>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3">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321" name="Google Shape;321;p5"/>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3">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322" name="Google Shape;322;p5"/>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3">
              <a:alphaModFix amt="44999"/>
            </a:blip>
            <a:stretch>
              <a:fillRect b="0" l="0" r="0" t="0"/>
            </a:stretch>
          </a:blipFill>
          <a:ln>
            <a:noFill/>
          </a:ln>
        </p:spPr>
      </p:sp>
      <p:sp>
        <p:nvSpPr>
          <p:cNvPr id="323" name="Google Shape;323;p5"/>
          <p:cNvSpPr txBox="1"/>
          <p:nvPr/>
        </p:nvSpPr>
        <p:spPr>
          <a:xfrm>
            <a:off x="558165" y="685800"/>
            <a:ext cx="8586470" cy="9181465"/>
          </a:xfrm>
          <a:prstGeom prst="rect">
            <a:avLst/>
          </a:prstGeom>
          <a:noFill/>
          <a:ln>
            <a:noFill/>
          </a:ln>
        </p:spPr>
        <p:txBody>
          <a:bodyPr anchorCtr="0" anchor="t" bIns="0" lIns="0" spcFirstLastPara="1" rIns="0" wrap="square" tIns="0">
            <a:normAutofit/>
          </a:bodyPr>
          <a:lstStyle/>
          <a:p>
            <a:pPr indent="0" lvl="0" marL="0" marR="0" rtl="0" algn="just">
              <a:lnSpc>
                <a:spcPct val="140000"/>
              </a:lnSpc>
              <a:spcBef>
                <a:spcPts val="0"/>
              </a:spcBef>
              <a:spcAft>
                <a:spcPts val="0"/>
              </a:spcAft>
              <a:buNone/>
            </a:pPr>
            <a:r>
              <a:rPr b="1" lang="en-US" sz="3000">
                <a:solidFill>
                  <a:schemeClr val="accent1"/>
                </a:solidFill>
                <a:latin typeface="Lato"/>
                <a:ea typeface="Lato"/>
                <a:cs typeface="Lato"/>
                <a:sym typeface="Lato"/>
              </a:rPr>
              <a:t>Main Memory:</a:t>
            </a:r>
            <a:endParaRPr b="1" sz="3000">
              <a:solidFill>
                <a:schemeClr val="accent1"/>
              </a:solidFill>
              <a:latin typeface="Lato"/>
              <a:ea typeface="Lato"/>
              <a:cs typeface="Lato"/>
              <a:sym typeface="Lato"/>
            </a:endParaRPr>
          </a:p>
          <a:p>
            <a:pPr indent="0" lvl="0" marL="0" marR="0" rtl="0" algn="just">
              <a:lnSpc>
                <a:spcPct val="140000"/>
              </a:lnSpc>
              <a:spcBef>
                <a:spcPts val="0"/>
              </a:spcBef>
              <a:spcAft>
                <a:spcPts val="0"/>
              </a:spcAft>
              <a:buNone/>
            </a:pPr>
            <a:r>
              <a:rPr b="1" lang="en-US" sz="3000">
                <a:solidFill>
                  <a:schemeClr val="lt1"/>
                </a:solidFill>
                <a:latin typeface="Lato"/>
                <a:ea typeface="Lato"/>
                <a:cs typeface="Lato"/>
                <a:sym typeface="Lato"/>
              </a:rPr>
              <a:t>The main memory is central to the operation of a Modern Computer. Main Memory is a large array of words or bytes, ranging in size from hundreds of thousands to billions. Main memory is a repository of rapidly available information shared by the CPU and I/O devices. Main memory is the place where programs and information are kept when the processor is effectively utilizing them.  Main memory is associated with the processor, so moving instructions and information into and out of the processor is extremely fast.  Main memory is also known as RAM (Random Access Memory). This memory is volatile. RAM loses its data when a power interruption occurs.</a:t>
            </a:r>
            <a:endParaRPr b="1" sz="3000">
              <a:solidFill>
                <a:schemeClr val="lt1"/>
              </a:solidFill>
              <a:latin typeface="Lato"/>
              <a:ea typeface="Lato"/>
              <a:cs typeface="Lato"/>
              <a:sym typeface="Lato"/>
            </a:endParaRPr>
          </a:p>
        </p:txBody>
      </p:sp>
      <p:pic>
        <p:nvPicPr>
          <p:cNvPr descr="1white-660x453" id="324" name="Google Shape;324;p5"/>
          <p:cNvPicPr preferRelativeResize="0"/>
          <p:nvPr/>
        </p:nvPicPr>
        <p:blipFill rotWithShape="1">
          <a:blip r:embed="rId4">
            <a:alphaModFix/>
          </a:blip>
          <a:srcRect b="0" l="0" r="0" t="0"/>
          <a:stretch/>
        </p:blipFill>
        <p:spPr>
          <a:xfrm>
            <a:off x="9601200" y="2393950"/>
            <a:ext cx="8398510" cy="57651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6"/>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mt="44999"/>
            </a:blip>
            <a:stretch>
              <a:fillRect b="0" l="0" r="0" t="0"/>
            </a:stretch>
          </a:blipFill>
          <a:ln>
            <a:noFill/>
          </a:ln>
        </p:spPr>
      </p:sp>
      <p:sp>
        <p:nvSpPr>
          <p:cNvPr id="330" name="Google Shape;330;p6"/>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3">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331" name="Google Shape;331;p6"/>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3">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332" name="Google Shape;332;p6"/>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3">
              <a:alphaModFix amt="44999"/>
            </a:blip>
            <a:stretch>
              <a:fillRect b="0" l="0" r="0" t="0"/>
            </a:stretch>
          </a:blipFill>
          <a:ln>
            <a:noFill/>
          </a:ln>
        </p:spPr>
      </p:sp>
      <p:sp>
        <p:nvSpPr>
          <p:cNvPr id="333" name="Google Shape;333;p6"/>
          <p:cNvSpPr txBox="1"/>
          <p:nvPr/>
        </p:nvSpPr>
        <p:spPr>
          <a:xfrm>
            <a:off x="558165" y="495300"/>
            <a:ext cx="9335770" cy="9341485"/>
          </a:xfrm>
          <a:prstGeom prst="rect">
            <a:avLst/>
          </a:prstGeom>
          <a:noFill/>
          <a:ln>
            <a:noFill/>
          </a:ln>
        </p:spPr>
        <p:txBody>
          <a:bodyPr anchorCtr="0" anchor="t" bIns="0" lIns="0" spcFirstLastPara="1" rIns="0" wrap="square" tIns="0">
            <a:noAutofit/>
          </a:bodyPr>
          <a:lstStyle/>
          <a:p>
            <a:pPr indent="0" lvl="0" marL="0" marR="0" rtl="0" algn="just">
              <a:lnSpc>
                <a:spcPct val="144827"/>
              </a:lnSpc>
              <a:spcBef>
                <a:spcPts val="0"/>
              </a:spcBef>
              <a:spcAft>
                <a:spcPts val="0"/>
              </a:spcAft>
              <a:buClr>
                <a:schemeClr val="accent1"/>
              </a:buClr>
              <a:buSzPts val="2900"/>
              <a:buFont typeface="Lato"/>
              <a:buNone/>
            </a:pPr>
            <a:r>
              <a:rPr b="1" lang="en-US" sz="2900">
                <a:solidFill>
                  <a:schemeClr val="accent1"/>
                </a:solidFill>
                <a:latin typeface="Lato"/>
                <a:ea typeface="Lato"/>
                <a:cs typeface="Lato"/>
                <a:sym typeface="Lato"/>
              </a:rPr>
              <a:t>Logical and Physical Address Space:</a:t>
            </a:r>
            <a:endParaRPr b="1" sz="2900">
              <a:solidFill>
                <a:schemeClr val="lt1"/>
              </a:solidFill>
              <a:latin typeface="Lato"/>
              <a:ea typeface="Lato"/>
              <a:cs typeface="Lato"/>
              <a:sym typeface="Lato"/>
            </a:endParaRPr>
          </a:p>
          <a:p>
            <a:pPr indent="0" lvl="0" marL="0" marR="0" rtl="0" algn="just">
              <a:lnSpc>
                <a:spcPct val="144827"/>
              </a:lnSpc>
              <a:spcBef>
                <a:spcPts val="0"/>
              </a:spcBef>
              <a:spcAft>
                <a:spcPts val="0"/>
              </a:spcAft>
              <a:buClr>
                <a:schemeClr val="lt1"/>
              </a:buClr>
              <a:buSzPts val="2900"/>
              <a:buFont typeface="Arial"/>
              <a:buNone/>
            </a:pPr>
            <a:r>
              <a:rPr b="1" lang="en-US" sz="2900">
                <a:solidFill>
                  <a:schemeClr val="lt1"/>
                </a:solidFill>
                <a:latin typeface="Lato"/>
                <a:ea typeface="Lato"/>
                <a:cs typeface="Lato"/>
                <a:sym typeface="Lato"/>
              </a:rPr>
              <a:t>Logical Address Space: An address generated by the CPU is known as a “Logical Address”. It is also known as a Virtual address. Logical address space can be defined as the size of the process. A logical address can be changed.</a:t>
            </a:r>
            <a:endParaRPr b="1" sz="2900">
              <a:solidFill>
                <a:schemeClr val="lt1"/>
              </a:solidFill>
              <a:latin typeface="Lato"/>
              <a:ea typeface="Lato"/>
              <a:cs typeface="Lato"/>
              <a:sym typeface="Lato"/>
            </a:endParaRPr>
          </a:p>
          <a:p>
            <a:pPr indent="0" lvl="0" marL="0" marR="0" rtl="0" algn="just">
              <a:lnSpc>
                <a:spcPct val="144827"/>
              </a:lnSpc>
              <a:spcBef>
                <a:spcPts val="0"/>
              </a:spcBef>
              <a:spcAft>
                <a:spcPts val="0"/>
              </a:spcAft>
              <a:buClr>
                <a:schemeClr val="lt1"/>
              </a:buClr>
              <a:buSzPts val="2900"/>
              <a:buFont typeface="Arial"/>
              <a:buNone/>
            </a:pPr>
            <a:r>
              <a:rPr b="1" lang="en-US" sz="2900">
                <a:solidFill>
                  <a:schemeClr val="lt1"/>
                </a:solidFill>
                <a:latin typeface="Lato"/>
                <a:ea typeface="Lato"/>
                <a:cs typeface="Lato"/>
                <a:sym typeface="Lato"/>
              </a:rPr>
              <a:t>Physical Address Space: An address seen by the memory unit (i.e. the one loaded into the memory address register of the memory) is commonly known as a “Physical Address”. A Physical address is also known as a Real address. The set of all physical addresses corresponding to these logical addresses is known as Physical address space. A physical address is computed by MMU. The run-time mapping from virtual to physical addresses is done by a hardware device Memory Management Unit(MMU). The physical address always remains constant.</a:t>
            </a:r>
            <a:endParaRPr b="1" sz="2900">
              <a:solidFill>
                <a:schemeClr val="lt1"/>
              </a:solidFill>
              <a:latin typeface="Lato"/>
              <a:ea typeface="Lato"/>
              <a:cs typeface="Lato"/>
              <a:sym typeface="Lato"/>
            </a:endParaRPr>
          </a:p>
        </p:txBody>
      </p:sp>
      <p:pic>
        <p:nvPicPr>
          <p:cNvPr descr="operating_system" id="334" name="Google Shape;334;p6"/>
          <p:cNvPicPr preferRelativeResize="0"/>
          <p:nvPr/>
        </p:nvPicPr>
        <p:blipFill rotWithShape="1">
          <a:blip r:embed="rId4">
            <a:alphaModFix/>
          </a:blip>
          <a:srcRect b="0" l="0" r="0" t="0"/>
          <a:stretch/>
        </p:blipFill>
        <p:spPr>
          <a:xfrm>
            <a:off x="10153015" y="2785110"/>
            <a:ext cx="7790815" cy="471678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7"/>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mt="44999"/>
            </a:blip>
            <a:stretch>
              <a:fillRect b="0" l="0" r="0" t="0"/>
            </a:stretch>
          </a:blipFill>
          <a:ln>
            <a:noFill/>
          </a:ln>
        </p:spPr>
      </p:sp>
      <p:sp>
        <p:nvSpPr>
          <p:cNvPr id="340" name="Google Shape;340;p7"/>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3">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341" name="Google Shape;341;p7"/>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3">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342" name="Google Shape;342;p7"/>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3">
              <a:alphaModFix amt="44999"/>
            </a:blip>
            <a:stretch>
              <a:fillRect b="0" l="0" r="0" t="0"/>
            </a:stretch>
          </a:blipFill>
          <a:ln>
            <a:noFill/>
          </a:ln>
        </p:spPr>
      </p:sp>
      <p:sp>
        <p:nvSpPr>
          <p:cNvPr id="343" name="Google Shape;343;p7"/>
          <p:cNvSpPr txBox="1"/>
          <p:nvPr/>
        </p:nvSpPr>
        <p:spPr>
          <a:xfrm>
            <a:off x="558165" y="572135"/>
            <a:ext cx="16959580" cy="9295130"/>
          </a:xfrm>
          <a:prstGeom prst="rect">
            <a:avLst/>
          </a:prstGeom>
          <a:noFill/>
          <a:ln>
            <a:noFill/>
          </a:ln>
        </p:spPr>
        <p:txBody>
          <a:bodyPr anchorCtr="0" anchor="t" bIns="0" lIns="0" spcFirstLastPara="1" rIns="0" wrap="square" tIns="0">
            <a:normAutofit/>
          </a:bodyPr>
          <a:lstStyle/>
          <a:p>
            <a:pPr indent="0" lvl="0" marL="0" marR="0" rtl="0" algn="just">
              <a:lnSpc>
                <a:spcPct val="140000"/>
              </a:lnSpc>
              <a:spcBef>
                <a:spcPts val="0"/>
              </a:spcBef>
              <a:spcAft>
                <a:spcPts val="0"/>
              </a:spcAft>
              <a:buClr>
                <a:schemeClr val="accent1"/>
              </a:buClr>
              <a:buSzPts val="3000"/>
              <a:buFont typeface="Lato"/>
              <a:buNone/>
            </a:pPr>
            <a:r>
              <a:rPr b="1" lang="en-US" sz="3000">
                <a:solidFill>
                  <a:schemeClr val="accent1"/>
                </a:solidFill>
                <a:latin typeface="Lato"/>
                <a:ea typeface="Lato"/>
                <a:cs typeface="Lato"/>
                <a:sym typeface="Lato"/>
              </a:rPr>
              <a:t>Static and Dynamic Loading:</a:t>
            </a:r>
            <a:endParaRPr b="1" sz="3000">
              <a:solidFill>
                <a:schemeClr val="accent1"/>
              </a:solidFill>
              <a:latin typeface="Lato"/>
              <a:ea typeface="Lato"/>
              <a:cs typeface="Lato"/>
              <a:sym typeface="Lato"/>
            </a:endParaRPr>
          </a:p>
          <a:p>
            <a:pPr indent="0" lvl="0" marL="0" marR="0" rtl="0" algn="just">
              <a:lnSpc>
                <a:spcPct val="140000"/>
              </a:lnSpc>
              <a:spcBef>
                <a:spcPts val="0"/>
              </a:spcBef>
              <a:spcAft>
                <a:spcPts val="0"/>
              </a:spcAft>
              <a:buClr>
                <a:schemeClr val="lt1"/>
              </a:buClr>
              <a:buSzPts val="3000"/>
              <a:buFont typeface="Arial"/>
              <a:buNone/>
            </a:pPr>
            <a:r>
              <a:rPr b="1" lang="en-US" sz="3000">
                <a:solidFill>
                  <a:schemeClr val="lt1"/>
                </a:solidFill>
                <a:latin typeface="Lato"/>
                <a:ea typeface="Lato"/>
                <a:cs typeface="Lato"/>
                <a:sym typeface="Lato"/>
              </a:rPr>
              <a:t>Loading a process into the main memory is done by a loader. There are two different types of loading :</a:t>
            </a:r>
            <a:endParaRPr b="1" sz="3000">
              <a:solidFill>
                <a:schemeClr val="lt1"/>
              </a:solidFill>
              <a:latin typeface="Lato"/>
              <a:ea typeface="Lato"/>
              <a:cs typeface="Lato"/>
              <a:sym typeface="Lato"/>
            </a:endParaRPr>
          </a:p>
          <a:p>
            <a:pPr indent="0" lvl="0" marL="0" marR="0" rtl="0" algn="just">
              <a:lnSpc>
                <a:spcPct val="140000"/>
              </a:lnSpc>
              <a:spcBef>
                <a:spcPts val="0"/>
              </a:spcBef>
              <a:spcAft>
                <a:spcPts val="0"/>
              </a:spcAft>
              <a:buClr>
                <a:schemeClr val="lt1"/>
              </a:buClr>
              <a:buSzPts val="3000"/>
              <a:buFont typeface="Arial"/>
              <a:buNone/>
            </a:pPr>
            <a:r>
              <a:t/>
            </a:r>
            <a:endParaRPr b="1" sz="3000">
              <a:solidFill>
                <a:schemeClr val="lt1"/>
              </a:solidFill>
              <a:latin typeface="Lato"/>
              <a:ea typeface="Lato"/>
              <a:cs typeface="Lato"/>
              <a:sym typeface="Lato"/>
            </a:endParaRPr>
          </a:p>
          <a:p>
            <a:pPr indent="0" lvl="0" marL="0" marR="0" rtl="0" algn="just">
              <a:lnSpc>
                <a:spcPct val="140000"/>
              </a:lnSpc>
              <a:spcBef>
                <a:spcPts val="0"/>
              </a:spcBef>
              <a:spcAft>
                <a:spcPts val="0"/>
              </a:spcAft>
              <a:buClr>
                <a:schemeClr val="accent1"/>
              </a:buClr>
              <a:buSzPts val="3000"/>
              <a:buFont typeface="Arial"/>
              <a:buNone/>
            </a:pPr>
            <a:r>
              <a:rPr b="1" lang="en-US" sz="3000">
                <a:solidFill>
                  <a:schemeClr val="accent1"/>
                </a:solidFill>
                <a:latin typeface="Lato"/>
                <a:ea typeface="Lato"/>
                <a:cs typeface="Lato"/>
                <a:sym typeface="Lato"/>
              </a:rPr>
              <a:t>Static Loading: </a:t>
            </a:r>
            <a:r>
              <a:rPr b="1" lang="en-US" sz="3000">
                <a:solidFill>
                  <a:schemeClr val="lt1"/>
                </a:solidFill>
                <a:latin typeface="Lato"/>
                <a:ea typeface="Lato"/>
                <a:cs typeface="Lato"/>
                <a:sym typeface="Lato"/>
              </a:rPr>
              <a:t>Static Loading is basically loading the entire program into a fixed address. It requires more memory space.</a:t>
            </a:r>
            <a:endParaRPr b="1" sz="3000">
              <a:solidFill>
                <a:schemeClr val="lt1"/>
              </a:solidFill>
              <a:latin typeface="Lato"/>
              <a:ea typeface="Lato"/>
              <a:cs typeface="Lato"/>
              <a:sym typeface="Lato"/>
            </a:endParaRPr>
          </a:p>
          <a:p>
            <a:pPr indent="0" lvl="0" marL="0" marR="0" rtl="0" algn="just">
              <a:lnSpc>
                <a:spcPct val="140000"/>
              </a:lnSpc>
              <a:spcBef>
                <a:spcPts val="0"/>
              </a:spcBef>
              <a:spcAft>
                <a:spcPts val="0"/>
              </a:spcAft>
              <a:buClr>
                <a:schemeClr val="lt1"/>
              </a:buClr>
              <a:buSzPts val="3000"/>
              <a:buFont typeface="Arial"/>
              <a:buNone/>
            </a:pPr>
            <a:r>
              <a:t/>
            </a:r>
            <a:endParaRPr b="1" sz="3000">
              <a:solidFill>
                <a:schemeClr val="lt1"/>
              </a:solidFill>
              <a:latin typeface="Lato"/>
              <a:ea typeface="Lato"/>
              <a:cs typeface="Lato"/>
              <a:sym typeface="Lato"/>
            </a:endParaRPr>
          </a:p>
          <a:p>
            <a:pPr indent="0" lvl="0" marL="0" marR="0" rtl="0" algn="just">
              <a:lnSpc>
                <a:spcPct val="140000"/>
              </a:lnSpc>
              <a:spcBef>
                <a:spcPts val="0"/>
              </a:spcBef>
              <a:spcAft>
                <a:spcPts val="0"/>
              </a:spcAft>
              <a:buClr>
                <a:schemeClr val="accent1"/>
              </a:buClr>
              <a:buSzPts val="3000"/>
              <a:buFont typeface="Arial"/>
              <a:buNone/>
            </a:pPr>
            <a:r>
              <a:rPr b="1" lang="en-US" sz="3000">
                <a:solidFill>
                  <a:schemeClr val="accent1"/>
                </a:solidFill>
                <a:latin typeface="Lato"/>
                <a:ea typeface="Lato"/>
                <a:cs typeface="Lato"/>
                <a:sym typeface="Lato"/>
              </a:rPr>
              <a:t>Dynamic Loading: </a:t>
            </a:r>
            <a:r>
              <a:rPr b="1" lang="en-US" sz="3000">
                <a:solidFill>
                  <a:schemeClr val="lt1"/>
                </a:solidFill>
                <a:latin typeface="Lato"/>
                <a:ea typeface="Lato"/>
                <a:cs typeface="Lato"/>
                <a:sym typeface="Lato"/>
              </a:rPr>
              <a:t>The entire program and all data of a process must be in physical memory for the process to execute. So, the size of a process is limited to the size of physical memory. To gain proper memory utilization, dynamic loading is used. In dynamic loading, a routine is not loaded until it is called. All routines are residing on disk in a relocatable load format. One of the advantages of dynamic loading is that the unused routine is never loaded. This loading is useful when a large amount of code is needed to handle it efficiently.</a:t>
            </a:r>
            <a:endParaRPr b="1" sz="3000">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mt="44999"/>
            </a:blip>
            <a:stretch>
              <a:fillRect b="0" l="0" r="0" t="0"/>
            </a:stretch>
          </a:blipFill>
          <a:ln>
            <a:noFill/>
          </a:ln>
        </p:spPr>
      </p:sp>
      <p:sp>
        <p:nvSpPr>
          <p:cNvPr id="349" name="Google Shape;349;p8"/>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3">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350" name="Google Shape;350;p8"/>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3">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351" name="Google Shape;351;p8"/>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3">
              <a:alphaModFix amt="44999"/>
            </a:blip>
            <a:stretch>
              <a:fillRect b="0" l="0" r="0" t="0"/>
            </a:stretch>
          </a:blipFill>
          <a:ln>
            <a:noFill/>
          </a:ln>
        </p:spPr>
      </p:sp>
      <p:sp>
        <p:nvSpPr>
          <p:cNvPr id="352" name="Google Shape;352;p8"/>
          <p:cNvSpPr txBox="1"/>
          <p:nvPr/>
        </p:nvSpPr>
        <p:spPr>
          <a:xfrm>
            <a:off x="558165" y="572135"/>
            <a:ext cx="16959580" cy="9295130"/>
          </a:xfrm>
          <a:prstGeom prst="rect">
            <a:avLst/>
          </a:prstGeom>
          <a:noFill/>
          <a:ln>
            <a:noFill/>
          </a:ln>
        </p:spPr>
        <p:txBody>
          <a:bodyPr anchorCtr="0" anchor="t" bIns="0" lIns="0" spcFirstLastPara="1" rIns="0" wrap="square" tIns="0">
            <a:normAutofit/>
          </a:bodyPr>
          <a:lstStyle/>
          <a:p>
            <a:pPr indent="0" lvl="0" marL="0" marR="0" rtl="0" algn="just">
              <a:lnSpc>
                <a:spcPct val="140000"/>
              </a:lnSpc>
              <a:spcBef>
                <a:spcPts val="0"/>
              </a:spcBef>
              <a:spcAft>
                <a:spcPts val="0"/>
              </a:spcAft>
              <a:buClr>
                <a:schemeClr val="accent1"/>
              </a:buClr>
              <a:buSzPts val="3000"/>
              <a:buFont typeface="Lato"/>
              <a:buNone/>
            </a:pPr>
            <a:r>
              <a:rPr b="1" lang="en-US" sz="3000">
                <a:solidFill>
                  <a:schemeClr val="accent1"/>
                </a:solidFill>
                <a:latin typeface="Lato"/>
                <a:ea typeface="Lato"/>
                <a:cs typeface="Lato"/>
                <a:sym typeface="Lato"/>
              </a:rPr>
              <a:t>Static and Dynamic Linking:</a:t>
            </a:r>
            <a:endParaRPr b="1" sz="3000">
              <a:solidFill>
                <a:schemeClr val="accent1"/>
              </a:solidFill>
              <a:latin typeface="Lato"/>
              <a:ea typeface="Lato"/>
              <a:cs typeface="Lato"/>
              <a:sym typeface="Lato"/>
            </a:endParaRPr>
          </a:p>
          <a:p>
            <a:pPr indent="0" lvl="0" marL="0" marR="0" rtl="0" algn="just">
              <a:lnSpc>
                <a:spcPct val="140000"/>
              </a:lnSpc>
              <a:spcBef>
                <a:spcPts val="0"/>
              </a:spcBef>
              <a:spcAft>
                <a:spcPts val="0"/>
              </a:spcAft>
              <a:buClr>
                <a:schemeClr val="lt1"/>
              </a:buClr>
              <a:buSzPts val="3000"/>
              <a:buFont typeface="Arial"/>
              <a:buNone/>
            </a:pPr>
            <a:r>
              <a:rPr b="1" lang="en-US" sz="3000">
                <a:solidFill>
                  <a:schemeClr val="lt1"/>
                </a:solidFill>
                <a:latin typeface="Lato"/>
                <a:ea typeface="Lato"/>
                <a:cs typeface="Lato"/>
                <a:sym typeface="Lato"/>
              </a:rPr>
              <a:t>To perform a linking task a linker is used. A linker is a program that takes one or more object files generated by a compiler and combines them into a single executable file. </a:t>
            </a:r>
            <a:endParaRPr b="1" sz="3000">
              <a:solidFill>
                <a:schemeClr val="lt1"/>
              </a:solidFill>
              <a:latin typeface="Lato"/>
              <a:ea typeface="Lato"/>
              <a:cs typeface="Lato"/>
              <a:sym typeface="Lato"/>
            </a:endParaRPr>
          </a:p>
          <a:p>
            <a:pPr indent="0" lvl="0" marL="0" marR="0" rtl="0" algn="just">
              <a:lnSpc>
                <a:spcPct val="140000"/>
              </a:lnSpc>
              <a:spcBef>
                <a:spcPts val="0"/>
              </a:spcBef>
              <a:spcAft>
                <a:spcPts val="0"/>
              </a:spcAft>
              <a:buClr>
                <a:schemeClr val="lt1"/>
              </a:buClr>
              <a:buSzPts val="3000"/>
              <a:buFont typeface="Arial"/>
              <a:buNone/>
            </a:pPr>
            <a:r>
              <a:t/>
            </a:r>
            <a:endParaRPr b="1" sz="3000">
              <a:solidFill>
                <a:schemeClr val="lt1"/>
              </a:solidFill>
              <a:latin typeface="Lato"/>
              <a:ea typeface="Lato"/>
              <a:cs typeface="Lato"/>
              <a:sym typeface="Lato"/>
            </a:endParaRPr>
          </a:p>
          <a:p>
            <a:pPr indent="0" lvl="0" marL="0" marR="0" rtl="0" algn="just">
              <a:lnSpc>
                <a:spcPct val="140000"/>
              </a:lnSpc>
              <a:spcBef>
                <a:spcPts val="0"/>
              </a:spcBef>
              <a:spcAft>
                <a:spcPts val="0"/>
              </a:spcAft>
              <a:buClr>
                <a:schemeClr val="accent1"/>
              </a:buClr>
              <a:buSzPts val="3000"/>
              <a:buFont typeface="Arial"/>
              <a:buNone/>
            </a:pPr>
            <a:r>
              <a:rPr b="1" lang="en-US" sz="3000">
                <a:solidFill>
                  <a:schemeClr val="accent1"/>
                </a:solidFill>
                <a:latin typeface="Lato"/>
                <a:ea typeface="Lato"/>
                <a:cs typeface="Lato"/>
                <a:sym typeface="Lato"/>
              </a:rPr>
              <a:t>Static Linking: </a:t>
            </a:r>
            <a:r>
              <a:rPr b="1" lang="en-US" sz="3000">
                <a:solidFill>
                  <a:schemeClr val="lt1"/>
                </a:solidFill>
                <a:latin typeface="Lato"/>
                <a:ea typeface="Lato"/>
                <a:cs typeface="Lato"/>
                <a:sym typeface="Lato"/>
              </a:rPr>
              <a:t>In static linking, the linker combines all necessary program modules into a single executable program. So there is no runtime dependency. Some operating systems support only static linking, in which system language libraries are treated like any other object module.</a:t>
            </a:r>
            <a:endParaRPr b="1" sz="3000">
              <a:solidFill>
                <a:schemeClr val="lt1"/>
              </a:solidFill>
              <a:latin typeface="Lato"/>
              <a:ea typeface="Lato"/>
              <a:cs typeface="Lato"/>
              <a:sym typeface="Lato"/>
            </a:endParaRPr>
          </a:p>
          <a:p>
            <a:pPr indent="0" lvl="0" marL="0" marR="0" rtl="0" algn="just">
              <a:lnSpc>
                <a:spcPct val="140000"/>
              </a:lnSpc>
              <a:spcBef>
                <a:spcPts val="0"/>
              </a:spcBef>
              <a:spcAft>
                <a:spcPts val="0"/>
              </a:spcAft>
              <a:buClr>
                <a:schemeClr val="lt1"/>
              </a:buClr>
              <a:buSzPts val="3000"/>
              <a:buFont typeface="Arial"/>
              <a:buNone/>
            </a:pPr>
            <a:r>
              <a:t/>
            </a:r>
            <a:endParaRPr b="1" sz="3000">
              <a:solidFill>
                <a:schemeClr val="lt1"/>
              </a:solidFill>
              <a:latin typeface="Lato"/>
              <a:ea typeface="Lato"/>
              <a:cs typeface="Lato"/>
              <a:sym typeface="Lato"/>
            </a:endParaRPr>
          </a:p>
          <a:p>
            <a:pPr indent="0" lvl="0" marL="0" marR="0" rtl="0" algn="just">
              <a:lnSpc>
                <a:spcPct val="140000"/>
              </a:lnSpc>
              <a:spcBef>
                <a:spcPts val="0"/>
              </a:spcBef>
              <a:spcAft>
                <a:spcPts val="0"/>
              </a:spcAft>
              <a:buClr>
                <a:schemeClr val="accent1"/>
              </a:buClr>
              <a:buSzPts val="3000"/>
              <a:buFont typeface="Arial"/>
              <a:buNone/>
            </a:pPr>
            <a:r>
              <a:rPr b="1" lang="en-US" sz="3000">
                <a:solidFill>
                  <a:schemeClr val="accent1"/>
                </a:solidFill>
                <a:latin typeface="Lato"/>
                <a:ea typeface="Lato"/>
                <a:cs typeface="Lato"/>
                <a:sym typeface="Lato"/>
              </a:rPr>
              <a:t>Dynamic Linking: </a:t>
            </a:r>
            <a:r>
              <a:rPr b="1" lang="en-US" sz="3000">
                <a:solidFill>
                  <a:schemeClr val="lt1"/>
                </a:solidFill>
                <a:latin typeface="Lato"/>
                <a:ea typeface="Lato"/>
                <a:cs typeface="Lato"/>
                <a:sym typeface="Lato"/>
              </a:rPr>
              <a:t>The basic concept of dynamic linking is similar to dynamic loading. In dynamic linking, "Stub" is included for each appropriate library routine reference. A stub is a small piece of code. When the stub is executed, it checks whether the needed routine is already in memory or not. If not available then the program loads the routine into memory.</a:t>
            </a:r>
            <a:endParaRPr b="1" sz="3000">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9"/>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mt="44999"/>
            </a:blip>
            <a:stretch>
              <a:fillRect b="0" l="0" r="0" t="0"/>
            </a:stretch>
          </a:blipFill>
          <a:ln>
            <a:noFill/>
          </a:ln>
        </p:spPr>
      </p:sp>
      <p:sp>
        <p:nvSpPr>
          <p:cNvPr id="358" name="Google Shape;358;p9"/>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3">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359" name="Google Shape;359;p9"/>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3">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ato"/>
              <a:ea typeface="Lato"/>
              <a:cs typeface="Lato"/>
              <a:sym typeface="Lato"/>
            </a:endParaRPr>
          </a:p>
        </p:txBody>
      </p:sp>
      <p:sp>
        <p:nvSpPr>
          <p:cNvPr id="360" name="Google Shape;360;p9"/>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3">
              <a:alphaModFix amt="44999"/>
            </a:blip>
            <a:stretch>
              <a:fillRect b="0" l="0" r="0" t="0"/>
            </a:stretch>
          </a:blipFill>
          <a:ln>
            <a:noFill/>
          </a:ln>
        </p:spPr>
      </p:sp>
      <p:sp>
        <p:nvSpPr>
          <p:cNvPr id="361" name="Google Shape;361;p9"/>
          <p:cNvSpPr txBox="1"/>
          <p:nvPr/>
        </p:nvSpPr>
        <p:spPr>
          <a:xfrm>
            <a:off x="457200" y="419100"/>
            <a:ext cx="9561195" cy="847852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chemeClr val="accent1"/>
              </a:buClr>
              <a:buSzPts val="3000"/>
              <a:buFont typeface="Lato"/>
              <a:buNone/>
            </a:pPr>
            <a:r>
              <a:rPr b="1" lang="en-US" sz="3000">
                <a:solidFill>
                  <a:schemeClr val="accent1"/>
                </a:solidFill>
                <a:latin typeface="Lato"/>
                <a:ea typeface="Lato"/>
                <a:cs typeface="Lato"/>
                <a:sym typeface="Lato"/>
              </a:rPr>
              <a:t>Swapping:</a:t>
            </a:r>
            <a:endParaRPr b="1" sz="3000">
              <a:solidFill>
                <a:schemeClr val="accent1"/>
              </a:solidFill>
              <a:latin typeface="Lato"/>
              <a:ea typeface="Lato"/>
              <a:cs typeface="Lato"/>
              <a:sym typeface="Lato"/>
            </a:endParaRPr>
          </a:p>
          <a:p>
            <a:pPr indent="0" lvl="0" marL="0" marR="0" rtl="0" algn="just">
              <a:lnSpc>
                <a:spcPct val="140000"/>
              </a:lnSpc>
              <a:spcBef>
                <a:spcPts val="0"/>
              </a:spcBef>
              <a:spcAft>
                <a:spcPts val="0"/>
              </a:spcAft>
              <a:buClr>
                <a:schemeClr val="lt1"/>
              </a:buClr>
              <a:buSzPts val="3000"/>
              <a:buFont typeface="Arial"/>
              <a:buNone/>
            </a:pPr>
            <a:r>
              <a:rPr b="1" lang="en-US" sz="3000">
                <a:solidFill>
                  <a:schemeClr val="lt1"/>
                </a:solidFill>
                <a:latin typeface="Lato"/>
                <a:ea typeface="Lato"/>
                <a:cs typeface="Lato"/>
                <a:sym typeface="Lato"/>
              </a:rPr>
              <a:t>When a process is executed it must have resided in memory. Swapping is a process of swapping a process temporarily into a secondary memory from the main memory, which is fast compared to secondary memory. A swapping allows more processes to be run and can be fit into memory at one time. The main part of swapping is transferred time and the total time is directly proportional to the amount of memory swapped. Swapping is also known as roll-out, or roll because if a higher priority process arrives and wants service, the memory manager can swap out the lower priority process and then load and execute the higher priority process. After finishing higher priority work, the lower priority process swapped back in memory and continued to the execution process.  </a:t>
            </a:r>
            <a:endParaRPr b="1" sz="3000">
              <a:solidFill>
                <a:schemeClr val="lt1"/>
              </a:solidFill>
              <a:latin typeface="Lato"/>
              <a:ea typeface="Lato"/>
              <a:cs typeface="Lato"/>
              <a:sym typeface="Lato"/>
            </a:endParaRPr>
          </a:p>
        </p:txBody>
      </p:sp>
      <p:pic>
        <p:nvPicPr>
          <p:cNvPr descr="2white-660x441" id="362" name="Google Shape;362;p9"/>
          <p:cNvPicPr preferRelativeResize="0"/>
          <p:nvPr/>
        </p:nvPicPr>
        <p:blipFill rotWithShape="1">
          <a:blip r:embed="rId4">
            <a:alphaModFix/>
          </a:blip>
          <a:srcRect b="0" l="0" r="0" t="0"/>
          <a:stretch/>
        </p:blipFill>
        <p:spPr>
          <a:xfrm>
            <a:off x="10287000" y="2628900"/>
            <a:ext cx="7693660" cy="51409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0"/>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mt="44999"/>
            </a:blip>
            <a:stretch>
              <a:fillRect b="0" l="0" r="0" t="0"/>
            </a:stretch>
          </a:blipFill>
          <a:ln>
            <a:noFill/>
          </a:ln>
        </p:spPr>
      </p:sp>
      <p:sp>
        <p:nvSpPr>
          <p:cNvPr id="368" name="Google Shape;368;p10"/>
          <p:cNvSpPr txBox="1"/>
          <p:nvPr/>
        </p:nvSpPr>
        <p:spPr>
          <a:xfrm>
            <a:off x="381000" y="571500"/>
            <a:ext cx="17310735" cy="3733165"/>
          </a:xfrm>
          <a:prstGeom prst="rect">
            <a:avLst/>
          </a:prstGeom>
          <a:noFill/>
          <a:ln>
            <a:noFill/>
          </a:ln>
        </p:spPr>
        <p:txBody>
          <a:bodyPr anchorCtr="0" anchor="t" bIns="0" lIns="0" spcFirstLastPara="1" rIns="0" wrap="square" tIns="0">
            <a:normAutofit/>
          </a:bodyPr>
          <a:lstStyle/>
          <a:p>
            <a:pPr indent="0" lvl="0" marL="0" marR="0" rtl="0" algn="just">
              <a:lnSpc>
                <a:spcPct val="140000"/>
              </a:lnSpc>
              <a:spcBef>
                <a:spcPts val="0"/>
              </a:spcBef>
              <a:spcAft>
                <a:spcPts val="0"/>
              </a:spcAft>
              <a:buNone/>
            </a:pPr>
            <a:r>
              <a:rPr b="1" lang="en-US" sz="3000">
                <a:solidFill>
                  <a:schemeClr val="accent1"/>
                </a:solidFill>
                <a:latin typeface="Lato"/>
                <a:ea typeface="Lato"/>
                <a:cs typeface="Lato"/>
                <a:sym typeface="Lato"/>
              </a:rPr>
              <a:t>Memory Management Techniques:</a:t>
            </a:r>
            <a:endParaRPr b="1" sz="3000">
              <a:solidFill>
                <a:schemeClr val="accent1"/>
              </a:solidFill>
              <a:latin typeface="Lato"/>
              <a:ea typeface="Lato"/>
              <a:cs typeface="Lato"/>
              <a:sym typeface="Lato"/>
            </a:endParaRPr>
          </a:p>
          <a:p>
            <a:pPr indent="0" lvl="0" marL="0" marR="0" rtl="0" algn="just">
              <a:lnSpc>
                <a:spcPct val="140000"/>
              </a:lnSpc>
              <a:spcBef>
                <a:spcPts val="0"/>
              </a:spcBef>
              <a:spcAft>
                <a:spcPts val="0"/>
              </a:spcAft>
              <a:buNone/>
            </a:pPr>
            <a:r>
              <a:rPr b="1" lang="en-US" sz="3000">
                <a:solidFill>
                  <a:schemeClr val="lt1"/>
                </a:solidFill>
                <a:latin typeface="Lato"/>
                <a:ea typeface="Lato"/>
                <a:cs typeface="Lato"/>
                <a:sym typeface="Lato"/>
              </a:rPr>
              <a:t>Memory management techniques are methods used by an operating system to efficiently allocate, utilize, and manage memory resources for processes. These techniques ensure smooth execution of programs and optimal use of system memory</a:t>
            </a:r>
            <a:endParaRPr b="1" sz="3000">
              <a:solidFill>
                <a:schemeClr val="lt1"/>
              </a:solidFill>
              <a:latin typeface="Lato"/>
              <a:ea typeface="Lato"/>
              <a:cs typeface="Lato"/>
              <a:sym typeface="Lato"/>
            </a:endParaRPr>
          </a:p>
          <a:p>
            <a:pPr indent="0" lvl="0" marL="0" marR="0" rtl="0" algn="just">
              <a:lnSpc>
                <a:spcPct val="140000"/>
              </a:lnSpc>
              <a:spcBef>
                <a:spcPts val="0"/>
              </a:spcBef>
              <a:spcAft>
                <a:spcPts val="0"/>
              </a:spcAft>
              <a:buNone/>
            </a:pPr>
            <a:r>
              <a:t/>
            </a:r>
            <a:endParaRPr b="1" sz="3000">
              <a:solidFill>
                <a:schemeClr val="lt1"/>
              </a:solidFill>
              <a:latin typeface="Lato"/>
              <a:ea typeface="Lato"/>
              <a:cs typeface="Lato"/>
              <a:sym typeface="Lato"/>
            </a:endParaRPr>
          </a:p>
          <a:p>
            <a:pPr indent="0" lvl="0" marL="0" marR="0" rtl="0" algn="just">
              <a:lnSpc>
                <a:spcPct val="140000"/>
              </a:lnSpc>
              <a:spcBef>
                <a:spcPts val="0"/>
              </a:spcBef>
              <a:spcAft>
                <a:spcPts val="0"/>
              </a:spcAft>
              <a:buNone/>
            </a:pPr>
            <a:r>
              <a:rPr b="1" lang="en-US" sz="3000">
                <a:solidFill>
                  <a:schemeClr val="lt1"/>
                </a:solidFill>
                <a:latin typeface="Lato"/>
                <a:ea typeface="Lato"/>
                <a:cs typeface="Lato"/>
                <a:sym typeface="Lato"/>
              </a:rPr>
              <a:t>Different Memory Management techniques are:</a:t>
            </a:r>
            <a:endParaRPr b="1" sz="3000">
              <a:solidFill>
                <a:schemeClr val="lt1"/>
              </a:solidFill>
              <a:latin typeface="Lato"/>
              <a:ea typeface="Lato"/>
              <a:cs typeface="Lato"/>
              <a:sym typeface="Lato"/>
            </a:endParaRPr>
          </a:p>
        </p:txBody>
      </p:sp>
      <p:pic>
        <p:nvPicPr>
          <p:cNvPr id="369" name="Google Shape;369;p10"/>
          <p:cNvPicPr preferRelativeResize="0"/>
          <p:nvPr/>
        </p:nvPicPr>
        <p:blipFill rotWithShape="1">
          <a:blip r:embed="rId4">
            <a:alphaModFix/>
          </a:blip>
          <a:srcRect b="0" l="0" r="0" t="0"/>
          <a:stretch/>
        </p:blipFill>
        <p:spPr>
          <a:xfrm>
            <a:off x="3455670" y="4048760"/>
            <a:ext cx="12273915" cy="60439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1"/>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mt="44999"/>
            </a:blip>
            <a:stretch>
              <a:fillRect b="0" l="0" r="0" t="0"/>
            </a:stretch>
          </a:blipFill>
          <a:ln>
            <a:noFill/>
          </a:ln>
        </p:spPr>
      </p:sp>
      <p:sp>
        <p:nvSpPr>
          <p:cNvPr id="375" name="Google Shape;375;p11"/>
          <p:cNvSpPr txBox="1"/>
          <p:nvPr/>
        </p:nvSpPr>
        <p:spPr>
          <a:xfrm>
            <a:off x="547370" y="647700"/>
            <a:ext cx="17268190" cy="9164320"/>
          </a:xfrm>
          <a:prstGeom prst="rect">
            <a:avLst/>
          </a:prstGeom>
          <a:noFill/>
          <a:ln>
            <a:noFill/>
          </a:ln>
        </p:spPr>
        <p:txBody>
          <a:bodyPr anchorCtr="0" anchor="t" bIns="0" lIns="0" spcFirstLastPara="1" rIns="0" wrap="square" tIns="0">
            <a:normAutofit/>
          </a:bodyPr>
          <a:lstStyle/>
          <a:p>
            <a:pPr indent="0" lvl="0" marL="0" marR="0" rtl="0" algn="just">
              <a:lnSpc>
                <a:spcPct val="140000"/>
              </a:lnSpc>
              <a:spcBef>
                <a:spcPts val="0"/>
              </a:spcBef>
              <a:spcAft>
                <a:spcPts val="0"/>
              </a:spcAft>
              <a:buClr>
                <a:schemeClr val="accent1"/>
              </a:buClr>
              <a:buSzPts val="3000"/>
              <a:buFont typeface="Arial"/>
              <a:buNone/>
            </a:pPr>
            <a:r>
              <a:rPr b="1" lang="en-US" sz="3000">
                <a:solidFill>
                  <a:schemeClr val="accent1"/>
                </a:solidFill>
                <a:latin typeface="Lato"/>
                <a:ea typeface="Lato"/>
                <a:cs typeface="Lato"/>
                <a:sym typeface="Lato"/>
              </a:rPr>
              <a:t>Uniprogramming </a:t>
            </a:r>
            <a:r>
              <a:rPr b="1" lang="en-US" sz="3000">
                <a:solidFill>
                  <a:schemeClr val="lt1"/>
                </a:solidFill>
                <a:latin typeface="Lato"/>
                <a:ea typeface="Lato"/>
                <a:cs typeface="Lato"/>
                <a:sym typeface="Lato"/>
              </a:rPr>
              <a:t>and </a:t>
            </a:r>
            <a:r>
              <a:rPr b="1" lang="en-US" sz="3000">
                <a:solidFill>
                  <a:schemeClr val="accent1"/>
                </a:solidFill>
                <a:latin typeface="Lato"/>
                <a:ea typeface="Lato"/>
                <a:cs typeface="Lato"/>
                <a:sym typeface="Lato"/>
              </a:rPr>
              <a:t>multiprogramming </a:t>
            </a:r>
            <a:r>
              <a:rPr b="1" lang="en-US" sz="3000">
                <a:solidFill>
                  <a:schemeClr val="lt1"/>
                </a:solidFill>
                <a:latin typeface="Lato"/>
                <a:ea typeface="Lato"/>
                <a:cs typeface="Lato"/>
                <a:sym typeface="Lato"/>
              </a:rPr>
              <a:t>are two different approaches to process execution in an operating system. Multiprogramming significantly improves </a:t>
            </a:r>
            <a:r>
              <a:rPr b="1" lang="en-US" sz="3000">
                <a:solidFill>
                  <a:schemeClr val="accent1"/>
                </a:solidFill>
                <a:latin typeface="Lato"/>
                <a:ea typeface="Lato"/>
                <a:cs typeface="Lato"/>
                <a:sym typeface="Lato"/>
              </a:rPr>
              <a:t>CPU utilization and system efficiency</a:t>
            </a:r>
            <a:r>
              <a:rPr b="1" lang="en-US" sz="3000">
                <a:solidFill>
                  <a:schemeClr val="lt1"/>
                </a:solidFill>
                <a:latin typeface="Lato"/>
                <a:ea typeface="Lato"/>
                <a:cs typeface="Lato"/>
                <a:sym typeface="Lato"/>
              </a:rPr>
              <a:t> compared to uniprogramming.</a:t>
            </a:r>
            <a:endParaRPr b="1" sz="3000">
              <a:solidFill>
                <a:schemeClr val="lt1"/>
              </a:solidFill>
              <a:latin typeface="Lato"/>
              <a:ea typeface="Lato"/>
              <a:cs typeface="Lato"/>
              <a:sym typeface="Lato"/>
            </a:endParaRPr>
          </a:p>
          <a:p>
            <a:pPr indent="0" lvl="0" marL="0" marR="0" rtl="0" algn="just">
              <a:lnSpc>
                <a:spcPct val="116999"/>
              </a:lnSpc>
              <a:spcBef>
                <a:spcPts val="0"/>
              </a:spcBef>
              <a:spcAft>
                <a:spcPts val="0"/>
              </a:spcAft>
              <a:buClr>
                <a:schemeClr val="lt1"/>
              </a:buClr>
              <a:buSzPts val="3000"/>
              <a:buFont typeface="Lato"/>
              <a:buNone/>
            </a:pPr>
            <a:r>
              <a:t/>
            </a:r>
            <a:endParaRPr b="1" sz="3000">
              <a:solidFill>
                <a:schemeClr val="lt1"/>
              </a:solidFill>
              <a:latin typeface="Lato"/>
              <a:ea typeface="Lato"/>
              <a:cs typeface="Lato"/>
              <a:sym typeface="Lato"/>
            </a:endParaRPr>
          </a:p>
          <a:p>
            <a:pPr indent="0" lvl="0" marL="0" marR="0" rtl="0" algn="just">
              <a:lnSpc>
                <a:spcPct val="116999"/>
              </a:lnSpc>
              <a:spcBef>
                <a:spcPts val="0"/>
              </a:spcBef>
              <a:spcAft>
                <a:spcPts val="0"/>
              </a:spcAft>
              <a:buClr>
                <a:schemeClr val="accent1"/>
              </a:buClr>
              <a:buSzPts val="3000"/>
              <a:buFont typeface="Lato"/>
              <a:buNone/>
            </a:pPr>
            <a:r>
              <a:rPr b="1" lang="en-US" sz="3000">
                <a:solidFill>
                  <a:schemeClr val="accent1"/>
                </a:solidFill>
                <a:latin typeface="Lato"/>
                <a:ea typeface="Lato"/>
                <a:cs typeface="Lato"/>
                <a:sym typeface="Lato"/>
              </a:rPr>
              <a:t>Uniprogramming</a:t>
            </a:r>
            <a:endParaRPr b="1" sz="3000">
              <a:solidFill>
                <a:schemeClr val="lt1"/>
              </a:solidFill>
              <a:latin typeface="Lato"/>
              <a:ea typeface="Lato"/>
              <a:cs typeface="Lato"/>
              <a:sym typeface="Lato"/>
            </a:endParaRPr>
          </a:p>
          <a:p>
            <a:pPr indent="-457200" lvl="0" marL="457200" marR="0" rtl="0" algn="just">
              <a:lnSpc>
                <a:spcPct val="140000"/>
              </a:lnSpc>
              <a:spcBef>
                <a:spcPts val="0"/>
              </a:spcBef>
              <a:spcAft>
                <a:spcPts val="0"/>
              </a:spcAft>
              <a:buClr>
                <a:schemeClr val="lt1"/>
              </a:buClr>
              <a:buSzPts val="3000"/>
              <a:buFont typeface="Arial"/>
              <a:buChar char="•"/>
            </a:pPr>
            <a:r>
              <a:rPr b="1" lang="en-US" sz="3000">
                <a:solidFill>
                  <a:schemeClr val="lt1"/>
                </a:solidFill>
                <a:latin typeface="Lato"/>
                <a:ea typeface="Lato"/>
                <a:cs typeface="Lato"/>
                <a:sym typeface="Lato"/>
              </a:rPr>
              <a:t>Only one program runs at a time.</a:t>
            </a:r>
            <a:endParaRPr b="1" sz="3000">
              <a:solidFill>
                <a:schemeClr val="lt1"/>
              </a:solidFill>
              <a:latin typeface="Lato"/>
              <a:ea typeface="Lato"/>
              <a:cs typeface="Lato"/>
              <a:sym typeface="Lato"/>
            </a:endParaRPr>
          </a:p>
          <a:p>
            <a:pPr indent="-457200" lvl="0" marL="457200" marR="0" rtl="0" algn="just">
              <a:lnSpc>
                <a:spcPct val="140000"/>
              </a:lnSpc>
              <a:spcBef>
                <a:spcPts val="0"/>
              </a:spcBef>
              <a:spcAft>
                <a:spcPts val="0"/>
              </a:spcAft>
              <a:buClr>
                <a:schemeClr val="lt1"/>
              </a:buClr>
              <a:buSzPts val="3000"/>
              <a:buFont typeface="Arial"/>
              <a:buChar char="•"/>
            </a:pPr>
            <a:r>
              <a:rPr b="1" lang="en-US" sz="3000">
                <a:solidFill>
                  <a:schemeClr val="lt1"/>
                </a:solidFill>
                <a:latin typeface="Lato"/>
                <a:ea typeface="Lato"/>
                <a:cs typeface="Lato"/>
                <a:sym typeface="Lato"/>
              </a:rPr>
              <a:t>The CPU remains idle when the program waits for input/output operations.</a:t>
            </a:r>
            <a:endParaRPr b="1" sz="3000">
              <a:solidFill>
                <a:schemeClr val="lt1"/>
              </a:solidFill>
              <a:latin typeface="Lato"/>
              <a:ea typeface="Lato"/>
              <a:cs typeface="Lato"/>
              <a:sym typeface="Lato"/>
            </a:endParaRPr>
          </a:p>
          <a:p>
            <a:pPr indent="-457200" lvl="0" marL="457200" marR="0" rtl="0" algn="just">
              <a:lnSpc>
                <a:spcPct val="140000"/>
              </a:lnSpc>
              <a:spcBef>
                <a:spcPts val="0"/>
              </a:spcBef>
              <a:spcAft>
                <a:spcPts val="0"/>
              </a:spcAft>
              <a:buClr>
                <a:schemeClr val="lt1"/>
              </a:buClr>
              <a:buSzPts val="3000"/>
              <a:buFont typeface="Arial"/>
              <a:buChar char="•"/>
            </a:pPr>
            <a:r>
              <a:rPr b="1" lang="en-US" sz="3000">
                <a:solidFill>
                  <a:schemeClr val="lt1"/>
                </a:solidFill>
                <a:latin typeface="Lato"/>
                <a:ea typeface="Lato"/>
                <a:cs typeface="Lato"/>
                <a:sym typeface="Lato"/>
              </a:rPr>
              <a:t>Simple memory management, as only one process occupies memory.</a:t>
            </a:r>
            <a:endParaRPr b="1" sz="3000">
              <a:solidFill>
                <a:schemeClr val="lt1"/>
              </a:solidFill>
              <a:latin typeface="Lato"/>
              <a:ea typeface="Lato"/>
              <a:cs typeface="Lato"/>
              <a:sym typeface="Lato"/>
            </a:endParaRPr>
          </a:p>
          <a:p>
            <a:pPr indent="-457200" lvl="0" marL="457200" marR="0" rtl="0" algn="just">
              <a:lnSpc>
                <a:spcPct val="140000"/>
              </a:lnSpc>
              <a:spcBef>
                <a:spcPts val="0"/>
              </a:spcBef>
              <a:spcAft>
                <a:spcPts val="0"/>
              </a:spcAft>
              <a:buClr>
                <a:schemeClr val="lt1"/>
              </a:buClr>
              <a:buSzPts val="3000"/>
              <a:buFont typeface="Arial"/>
              <a:buChar char="•"/>
            </a:pPr>
            <a:r>
              <a:rPr b="1" lang="en-US" sz="3000">
                <a:solidFill>
                  <a:schemeClr val="lt1"/>
                </a:solidFill>
                <a:latin typeface="Lato"/>
                <a:ea typeface="Lato"/>
                <a:cs typeface="Lato"/>
                <a:sym typeface="Lato"/>
              </a:rPr>
              <a:t>Used in older systems and embedded devices where multitasking isn't required.</a:t>
            </a:r>
            <a:endParaRPr b="1" sz="3000">
              <a:solidFill>
                <a:schemeClr val="lt1"/>
              </a:solidFill>
              <a:latin typeface="Lato"/>
              <a:ea typeface="Lato"/>
              <a:cs typeface="Lato"/>
              <a:sym typeface="Lato"/>
            </a:endParaRPr>
          </a:p>
          <a:p>
            <a:pPr indent="0" lvl="0" marL="0" marR="0" rtl="0" algn="just">
              <a:lnSpc>
                <a:spcPct val="116999"/>
              </a:lnSpc>
              <a:spcBef>
                <a:spcPts val="0"/>
              </a:spcBef>
              <a:spcAft>
                <a:spcPts val="0"/>
              </a:spcAft>
              <a:buClr>
                <a:schemeClr val="lt1"/>
              </a:buClr>
              <a:buSzPts val="3000"/>
              <a:buFont typeface="Lato"/>
              <a:buNone/>
            </a:pPr>
            <a:r>
              <a:t/>
            </a:r>
            <a:endParaRPr b="1" sz="3000">
              <a:solidFill>
                <a:schemeClr val="lt1"/>
              </a:solidFill>
              <a:latin typeface="Lato"/>
              <a:ea typeface="Lato"/>
              <a:cs typeface="Lato"/>
              <a:sym typeface="Lato"/>
            </a:endParaRPr>
          </a:p>
          <a:p>
            <a:pPr indent="0" lvl="0" marL="0" marR="0" rtl="0" algn="just">
              <a:lnSpc>
                <a:spcPct val="116999"/>
              </a:lnSpc>
              <a:spcBef>
                <a:spcPts val="0"/>
              </a:spcBef>
              <a:spcAft>
                <a:spcPts val="0"/>
              </a:spcAft>
              <a:buClr>
                <a:schemeClr val="accent1"/>
              </a:buClr>
              <a:buSzPts val="3000"/>
              <a:buFont typeface="Lato"/>
              <a:buNone/>
            </a:pPr>
            <a:r>
              <a:rPr b="1" lang="en-US" sz="3000">
                <a:solidFill>
                  <a:schemeClr val="accent1"/>
                </a:solidFill>
                <a:latin typeface="Lato"/>
                <a:ea typeface="Lato"/>
                <a:cs typeface="Lato"/>
                <a:sym typeface="Lato"/>
              </a:rPr>
              <a:t>Multiprogramming</a:t>
            </a:r>
            <a:endParaRPr b="1" sz="3000">
              <a:solidFill>
                <a:schemeClr val="accent1"/>
              </a:solidFill>
              <a:latin typeface="Lato"/>
              <a:ea typeface="Lato"/>
              <a:cs typeface="Lato"/>
              <a:sym typeface="Lato"/>
            </a:endParaRPr>
          </a:p>
          <a:p>
            <a:pPr indent="-457200" lvl="0" marL="457200" marR="0" rtl="0" algn="just">
              <a:lnSpc>
                <a:spcPct val="140000"/>
              </a:lnSpc>
              <a:spcBef>
                <a:spcPts val="0"/>
              </a:spcBef>
              <a:spcAft>
                <a:spcPts val="0"/>
              </a:spcAft>
              <a:buClr>
                <a:schemeClr val="lt1"/>
              </a:buClr>
              <a:buSzPts val="3000"/>
              <a:buFont typeface="Arial"/>
              <a:buChar char="•"/>
            </a:pPr>
            <a:r>
              <a:rPr b="1" lang="en-US" sz="3000">
                <a:solidFill>
                  <a:schemeClr val="lt1"/>
                </a:solidFill>
                <a:latin typeface="Lato"/>
                <a:ea typeface="Lato"/>
                <a:cs typeface="Lato"/>
                <a:sym typeface="Lato"/>
              </a:rPr>
              <a:t>Multiple programs are loaded into memory and executed concurrently.</a:t>
            </a:r>
            <a:endParaRPr b="1" sz="3000">
              <a:solidFill>
                <a:schemeClr val="lt1"/>
              </a:solidFill>
              <a:latin typeface="Lato"/>
              <a:ea typeface="Lato"/>
              <a:cs typeface="Lato"/>
              <a:sym typeface="Lato"/>
            </a:endParaRPr>
          </a:p>
          <a:p>
            <a:pPr indent="-457200" lvl="0" marL="457200" marR="0" rtl="0" algn="just">
              <a:lnSpc>
                <a:spcPct val="140000"/>
              </a:lnSpc>
              <a:spcBef>
                <a:spcPts val="0"/>
              </a:spcBef>
              <a:spcAft>
                <a:spcPts val="0"/>
              </a:spcAft>
              <a:buClr>
                <a:schemeClr val="lt1"/>
              </a:buClr>
              <a:buSzPts val="3000"/>
              <a:buFont typeface="Arial"/>
              <a:buChar char="•"/>
            </a:pPr>
            <a:r>
              <a:rPr b="1" lang="en-US" sz="3000">
                <a:solidFill>
                  <a:schemeClr val="lt1"/>
                </a:solidFill>
                <a:latin typeface="Lato"/>
                <a:ea typeface="Lato"/>
                <a:cs typeface="Lato"/>
                <a:sym typeface="Lato"/>
              </a:rPr>
              <a:t>The CPU switches between processes, utilizing idle time efficiently.</a:t>
            </a:r>
            <a:endParaRPr b="1" sz="3000">
              <a:solidFill>
                <a:schemeClr val="lt1"/>
              </a:solidFill>
              <a:latin typeface="Lato"/>
              <a:ea typeface="Lato"/>
              <a:cs typeface="Lato"/>
              <a:sym typeface="Lato"/>
            </a:endParaRPr>
          </a:p>
          <a:p>
            <a:pPr indent="-457200" lvl="0" marL="457200" marR="0" rtl="0" algn="just">
              <a:lnSpc>
                <a:spcPct val="140000"/>
              </a:lnSpc>
              <a:spcBef>
                <a:spcPts val="0"/>
              </a:spcBef>
              <a:spcAft>
                <a:spcPts val="0"/>
              </a:spcAft>
              <a:buClr>
                <a:schemeClr val="lt1"/>
              </a:buClr>
              <a:buSzPts val="3000"/>
              <a:buFont typeface="Arial"/>
              <a:buChar char="•"/>
            </a:pPr>
            <a:r>
              <a:rPr b="1" lang="en-US" sz="3000">
                <a:solidFill>
                  <a:schemeClr val="lt1"/>
                </a:solidFill>
                <a:latin typeface="Lato"/>
                <a:ea typeface="Lato"/>
                <a:cs typeface="Lato"/>
                <a:sym typeface="Lato"/>
              </a:rPr>
              <a:t>Requires complex memory management and scheduling algorithms.</a:t>
            </a:r>
            <a:endParaRPr b="1" sz="3000">
              <a:solidFill>
                <a:schemeClr val="lt1"/>
              </a:solidFill>
              <a:latin typeface="Lato"/>
              <a:ea typeface="Lato"/>
              <a:cs typeface="Lato"/>
              <a:sym typeface="Lato"/>
            </a:endParaRPr>
          </a:p>
          <a:p>
            <a:pPr indent="-457200" lvl="0" marL="457200" marR="0" rtl="0" algn="just">
              <a:lnSpc>
                <a:spcPct val="140000"/>
              </a:lnSpc>
              <a:spcBef>
                <a:spcPts val="0"/>
              </a:spcBef>
              <a:spcAft>
                <a:spcPts val="0"/>
              </a:spcAft>
              <a:buClr>
                <a:schemeClr val="lt1"/>
              </a:buClr>
              <a:buSzPts val="3000"/>
              <a:buFont typeface="Arial"/>
              <a:buChar char="•"/>
            </a:pPr>
            <a:r>
              <a:rPr b="1" lang="en-US" sz="3000">
                <a:solidFill>
                  <a:schemeClr val="lt1"/>
                </a:solidFill>
                <a:latin typeface="Lato"/>
                <a:ea typeface="Lato"/>
                <a:cs typeface="Lato"/>
                <a:sym typeface="Lato"/>
              </a:rPr>
              <a:t>Found in modern operating systems like Windows, Linux, and macOS.</a:t>
            </a:r>
            <a:endParaRPr b="1" sz="3000">
              <a:solidFill>
                <a:schemeClr val="lt1"/>
              </a:solidFill>
              <a:latin typeface="Lato"/>
              <a:ea typeface="Lato"/>
              <a:cs typeface="Lato"/>
              <a:sym typeface="Lato"/>
            </a:endParaRPr>
          </a:p>
          <a:p>
            <a:pPr indent="0" lvl="0" marL="0" marR="0" rtl="0" algn="just">
              <a:lnSpc>
                <a:spcPct val="116999"/>
              </a:lnSpc>
              <a:spcBef>
                <a:spcPts val="0"/>
              </a:spcBef>
              <a:spcAft>
                <a:spcPts val="0"/>
              </a:spcAft>
              <a:buClr>
                <a:schemeClr val="lt1"/>
              </a:buClr>
              <a:buSzPts val="3000"/>
              <a:buFont typeface="Lato"/>
              <a:buNone/>
            </a:pPr>
            <a:r>
              <a:t/>
            </a:r>
            <a:endParaRPr b="1" sz="3000">
              <a:solidFill>
                <a:schemeClr val="l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12"/>
          <p:cNvSpPr txBox="1"/>
          <p:nvPr/>
        </p:nvSpPr>
        <p:spPr>
          <a:xfrm>
            <a:off x="381000" y="1681480"/>
            <a:ext cx="17265650" cy="8023860"/>
          </a:xfrm>
          <a:prstGeom prst="rect">
            <a:avLst/>
          </a:prstGeom>
          <a:noFill/>
          <a:ln>
            <a:noFill/>
          </a:ln>
        </p:spPr>
        <p:txBody>
          <a:bodyPr anchorCtr="0" anchor="t" bIns="0" lIns="0" spcFirstLastPara="1" rIns="0" wrap="square" tIns="0">
            <a:noAutofit/>
          </a:bodyPr>
          <a:lstStyle/>
          <a:p>
            <a:pPr indent="0" lvl="0" marL="0" marR="0" rtl="0" algn="just">
              <a:lnSpc>
                <a:spcPct val="137586"/>
              </a:lnSpc>
              <a:spcBef>
                <a:spcPts val="0"/>
              </a:spcBef>
              <a:spcAft>
                <a:spcPts val="0"/>
              </a:spcAft>
              <a:buNone/>
            </a:pPr>
            <a:r>
              <a:rPr b="1" lang="en-US" sz="2900">
                <a:solidFill>
                  <a:schemeClr val="lt1"/>
                </a:solidFill>
                <a:latin typeface="Lato"/>
                <a:ea typeface="Lato"/>
                <a:cs typeface="Lato"/>
                <a:sym typeface="Lato"/>
              </a:rPr>
              <a:t>To store the data and to manage the processes, we need a large-sized memory and, at the same time, we need to access the data as fast as possible. But if we increase the size of memory, the access time will also increase and, as we know, the CPU always generates addresses for secondary memory, i.e. logical addresses. But we want to access the main memory, so we need Address translation of logical address into physical address.</a:t>
            </a:r>
            <a:endParaRPr b="1" sz="2900">
              <a:solidFill>
                <a:schemeClr val="lt1"/>
              </a:solidFill>
              <a:latin typeface="Lato"/>
              <a:ea typeface="Lato"/>
              <a:cs typeface="Lato"/>
              <a:sym typeface="Lato"/>
            </a:endParaRPr>
          </a:p>
          <a:p>
            <a:pPr indent="0" lvl="0" marL="0" marR="0" rtl="0" algn="just">
              <a:lnSpc>
                <a:spcPct val="137586"/>
              </a:lnSpc>
              <a:spcBef>
                <a:spcPts val="0"/>
              </a:spcBef>
              <a:spcAft>
                <a:spcPts val="0"/>
              </a:spcAft>
              <a:buNone/>
            </a:pPr>
            <a:r>
              <a:t/>
            </a:r>
            <a:endParaRPr b="1" sz="2900">
              <a:solidFill>
                <a:schemeClr val="lt1"/>
              </a:solidFill>
              <a:latin typeface="Lato"/>
              <a:ea typeface="Lato"/>
              <a:cs typeface="Lato"/>
              <a:sym typeface="Lato"/>
            </a:endParaRPr>
          </a:p>
          <a:p>
            <a:pPr indent="0" lvl="0" marL="0" marR="0" rtl="0" algn="just">
              <a:lnSpc>
                <a:spcPct val="137586"/>
              </a:lnSpc>
              <a:spcBef>
                <a:spcPts val="0"/>
              </a:spcBef>
              <a:spcAft>
                <a:spcPts val="0"/>
              </a:spcAft>
              <a:buNone/>
            </a:pPr>
            <a:r>
              <a:rPr b="1" lang="en-US" sz="2900">
                <a:solidFill>
                  <a:schemeClr val="lt1"/>
                </a:solidFill>
                <a:latin typeface="Lato"/>
                <a:ea typeface="Lato"/>
                <a:cs typeface="Lato"/>
                <a:sym typeface="Lato"/>
              </a:rPr>
              <a:t>The main memory interacts with both the user processes and the operating system. So we need to efficiently use the main memory. Main memory is divided into non-overlapping memory regions called partitions.</a:t>
            </a:r>
            <a:endParaRPr b="1" sz="2900">
              <a:solidFill>
                <a:schemeClr val="lt1"/>
              </a:solidFill>
              <a:latin typeface="Lato"/>
              <a:ea typeface="Lato"/>
              <a:cs typeface="Lato"/>
              <a:sym typeface="Lato"/>
            </a:endParaRPr>
          </a:p>
          <a:p>
            <a:pPr indent="0" lvl="0" marL="0" marR="0" rtl="0" algn="just">
              <a:lnSpc>
                <a:spcPct val="137586"/>
              </a:lnSpc>
              <a:spcBef>
                <a:spcPts val="0"/>
              </a:spcBef>
              <a:spcAft>
                <a:spcPts val="0"/>
              </a:spcAft>
              <a:buNone/>
            </a:pPr>
            <a:r>
              <a:t/>
            </a:r>
            <a:endParaRPr b="1" sz="2900">
              <a:solidFill>
                <a:schemeClr val="lt1"/>
              </a:solidFill>
              <a:latin typeface="Lato"/>
              <a:ea typeface="Lato"/>
              <a:cs typeface="Lato"/>
              <a:sym typeface="Lato"/>
            </a:endParaRPr>
          </a:p>
          <a:p>
            <a:pPr indent="0" lvl="0" marL="0" marR="0" rtl="0" algn="just">
              <a:lnSpc>
                <a:spcPct val="137586"/>
              </a:lnSpc>
              <a:spcBef>
                <a:spcPts val="0"/>
              </a:spcBef>
              <a:spcAft>
                <a:spcPts val="0"/>
              </a:spcAft>
              <a:buNone/>
            </a:pPr>
            <a:r>
              <a:t/>
            </a:r>
            <a:endParaRPr b="1" sz="2900">
              <a:solidFill>
                <a:schemeClr val="lt1"/>
              </a:solidFill>
              <a:latin typeface="Lato"/>
              <a:ea typeface="Lato"/>
              <a:cs typeface="Lato"/>
              <a:sym typeface="Lato"/>
            </a:endParaRPr>
          </a:p>
          <a:p>
            <a:pPr indent="0" lvl="0" marL="0" marR="0" rtl="0" algn="just">
              <a:lnSpc>
                <a:spcPct val="137586"/>
              </a:lnSpc>
              <a:spcBef>
                <a:spcPts val="0"/>
              </a:spcBef>
              <a:spcAft>
                <a:spcPts val="0"/>
              </a:spcAft>
              <a:buNone/>
            </a:pPr>
            <a:r>
              <a:rPr b="1" lang="en-US" sz="2900">
                <a:solidFill>
                  <a:schemeClr val="lt1"/>
                </a:solidFill>
                <a:latin typeface="Lato"/>
                <a:ea typeface="Lato"/>
                <a:cs typeface="Lato"/>
                <a:sym typeface="Lato"/>
              </a:rPr>
              <a:t>The main memory can be broadly allocated in two ways:</a:t>
            </a:r>
            <a:endParaRPr b="1" sz="2900">
              <a:solidFill>
                <a:schemeClr val="lt1"/>
              </a:solidFill>
              <a:latin typeface="Lato"/>
              <a:ea typeface="Lato"/>
              <a:cs typeface="Lato"/>
              <a:sym typeface="Lato"/>
            </a:endParaRPr>
          </a:p>
          <a:p>
            <a:pPr indent="-514350" lvl="0" marL="514350" marR="0" rtl="0" algn="just">
              <a:lnSpc>
                <a:spcPct val="137586"/>
              </a:lnSpc>
              <a:spcBef>
                <a:spcPts val="0"/>
              </a:spcBef>
              <a:spcAft>
                <a:spcPts val="0"/>
              </a:spcAft>
              <a:buClr>
                <a:srgbClr val="FF0000"/>
              </a:buClr>
              <a:buSzPts val="2900"/>
              <a:buFont typeface="Lato"/>
              <a:buAutoNum type="arabicPeriod"/>
            </a:pPr>
            <a:r>
              <a:rPr b="1" lang="en-US" sz="2900">
                <a:solidFill>
                  <a:srgbClr val="FF0000"/>
                </a:solidFill>
                <a:latin typeface="Lato"/>
                <a:ea typeface="Lato"/>
                <a:cs typeface="Lato"/>
                <a:sym typeface="Lato"/>
              </a:rPr>
              <a:t>Contiguous memory allocation</a:t>
            </a:r>
            <a:endParaRPr b="1" sz="2900">
              <a:solidFill>
                <a:srgbClr val="FF0000"/>
              </a:solidFill>
              <a:latin typeface="Lato"/>
              <a:ea typeface="Lato"/>
              <a:cs typeface="Lato"/>
              <a:sym typeface="Lato"/>
            </a:endParaRPr>
          </a:p>
          <a:p>
            <a:pPr indent="-514350" lvl="0" marL="514350" marR="0" rtl="0" algn="just">
              <a:lnSpc>
                <a:spcPct val="137586"/>
              </a:lnSpc>
              <a:spcBef>
                <a:spcPts val="0"/>
              </a:spcBef>
              <a:spcAft>
                <a:spcPts val="0"/>
              </a:spcAft>
              <a:buClr>
                <a:srgbClr val="FF0000"/>
              </a:buClr>
              <a:buSzPts val="2900"/>
              <a:buFont typeface="Lato"/>
              <a:buAutoNum type="arabicPeriod"/>
            </a:pPr>
            <a:r>
              <a:rPr b="1" lang="en-US" sz="2900">
                <a:solidFill>
                  <a:srgbClr val="FF0000"/>
                </a:solidFill>
                <a:latin typeface="Lato"/>
                <a:ea typeface="Lato"/>
                <a:cs typeface="Lato"/>
                <a:sym typeface="Lato"/>
              </a:rPr>
              <a:t>Non-Contiguous memory allocation </a:t>
            </a:r>
            <a:endParaRPr b="1" sz="2900">
              <a:solidFill>
                <a:srgbClr val="FF0000"/>
              </a:solidFill>
              <a:latin typeface="Lato"/>
              <a:ea typeface="Lato"/>
              <a:cs typeface="Lato"/>
              <a:sym typeface="Lato"/>
            </a:endParaRPr>
          </a:p>
        </p:txBody>
      </p:sp>
      <p:sp>
        <p:nvSpPr>
          <p:cNvPr id="381" name="Google Shape;381;p12"/>
          <p:cNvSpPr/>
          <p:nvPr/>
        </p:nvSpPr>
        <p:spPr>
          <a:xfrm>
            <a:off x="609600" y="190500"/>
            <a:ext cx="16940530" cy="1358900"/>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Clr>
                <a:schemeClr val="accent1"/>
              </a:buClr>
              <a:buSzPts val="8000"/>
              <a:buFont typeface="Manrope ExtraBold"/>
              <a:buNone/>
            </a:pPr>
            <a:r>
              <a:rPr b="1" i="0" lang="en-US" sz="8000" u="none" cap="none" strike="noStrike">
                <a:solidFill>
                  <a:schemeClr val="accent1"/>
                </a:solidFill>
                <a:latin typeface="Manrope ExtraBold"/>
                <a:ea typeface="Manrope ExtraBold"/>
                <a:cs typeface="Manrope ExtraBold"/>
                <a:sym typeface="Manrope ExtraBold"/>
              </a:rPr>
              <a:t>Memory Allocation Techniques</a:t>
            </a:r>
            <a:endParaRPr b="1" i="0" sz="8000" u="none" cap="none" strike="noStrike">
              <a:solidFill>
                <a:schemeClr val="accent1"/>
              </a:solidFill>
              <a:latin typeface="Manrope ExtraBold"/>
              <a:ea typeface="Manrope ExtraBold"/>
              <a:cs typeface="Manrope ExtraBold"/>
              <a:sym typeface="Manrope Ex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13"/>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mt="44999"/>
            </a:blip>
            <a:stretch>
              <a:fillRect b="0" l="0" r="0" t="0"/>
            </a:stretch>
          </a:blipFill>
          <a:ln>
            <a:noFill/>
          </a:ln>
        </p:spPr>
      </p:sp>
      <p:sp>
        <p:nvSpPr>
          <p:cNvPr id="387" name="Google Shape;387;p13"/>
          <p:cNvSpPr txBox="1"/>
          <p:nvPr/>
        </p:nvSpPr>
        <p:spPr>
          <a:xfrm>
            <a:off x="438785" y="495300"/>
            <a:ext cx="17190720" cy="3762375"/>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None/>
            </a:pPr>
            <a:r>
              <a:rPr b="1" lang="en-US" sz="3000">
                <a:solidFill>
                  <a:schemeClr val="accent1"/>
                </a:solidFill>
                <a:latin typeface="Lato"/>
                <a:ea typeface="Lato"/>
                <a:cs typeface="Lato"/>
                <a:sym typeface="Lato"/>
              </a:rPr>
              <a:t>Contiguous Memory Allocation: </a:t>
            </a:r>
            <a:endParaRPr b="1" sz="3000">
              <a:solidFill>
                <a:schemeClr val="accent1"/>
              </a:solidFill>
              <a:latin typeface="Lato"/>
              <a:ea typeface="Lato"/>
              <a:cs typeface="Lato"/>
              <a:sym typeface="Lato"/>
            </a:endParaRPr>
          </a:p>
          <a:p>
            <a:pPr indent="0" lvl="0" marL="0" marR="0" rtl="0" algn="just">
              <a:lnSpc>
                <a:spcPct val="133000"/>
              </a:lnSpc>
              <a:spcBef>
                <a:spcPts val="0"/>
              </a:spcBef>
              <a:spcAft>
                <a:spcPts val="0"/>
              </a:spcAft>
              <a:buNone/>
            </a:pPr>
            <a:r>
              <a:rPr b="1" lang="en-US" sz="3000">
                <a:solidFill>
                  <a:schemeClr val="lt1"/>
                </a:solidFill>
                <a:latin typeface="Lato"/>
                <a:ea typeface="Lato"/>
                <a:cs typeface="Lato"/>
                <a:sym typeface="Lato"/>
              </a:rPr>
              <a:t>Contiguous memory allocation is a memory management method where each process is given a single, continuous block of memory. This means all the data for a process is stored in adjacent memory locations. Contiguous Memory Management has two types:</a:t>
            </a:r>
            <a:endParaRPr b="1" sz="3000">
              <a:solidFill>
                <a:schemeClr val="lt1"/>
              </a:solidFill>
              <a:latin typeface="Lato"/>
              <a:ea typeface="Lato"/>
              <a:cs typeface="Lato"/>
              <a:sym typeface="Lato"/>
            </a:endParaRPr>
          </a:p>
          <a:p>
            <a:pPr indent="0" lvl="0" marL="0" marR="0" rtl="0" algn="just">
              <a:lnSpc>
                <a:spcPct val="133000"/>
              </a:lnSpc>
              <a:spcBef>
                <a:spcPts val="0"/>
              </a:spcBef>
              <a:spcAft>
                <a:spcPts val="0"/>
              </a:spcAft>
              <a:buNone/>
            </a:pPr>
            <a:r>
              <a:t/>
            </a:r>
            <a:endParaRPr b="1" sz="3000">
              <a:solidFill>
                <a:schemeClr val="lt1"/>
              </a:solidFill>
              <a:latin typeface="Lato"/>
              <a:ea typeface="Lato"/>
              <a:cs typeface="Lato"/>
              <a:sym typeface="Lato"/>
            </a:endParaRPr>
          </a:p>
          <a:p>
            <a:pPr indent="-514350" lvl="0" marL="514350" marR="0" rtl="0" algn="just">
              <a:lnSpc>
                <a:spcPct val="133000"/>
              </a:lnSpc>
              <a:spcBef>
                <a:spcPts val="0"/>
              </a:spcBef>
              <a:spcAft>
                <a:spcPts val="0"/>
              </a:spcAft>
              <a:buClr>
                <a:srgbClr val="FF0000"/>
              </a:buClr>
              <a:buSzPts val="3000"/>
              <a:buFont typeface="Lato"/>
              <a:buAutoNum type="arabicPeriod"/>
            </a:pPr>
            <a:r>
              <a:rPr b="1" lang="en-US" sz="3000">
                <a:solidFill>
                  <a:srgbClr val="FF0000"/>
                </a:solidFill>
                <a:latin typeface="Lato"/>
                <a:ea typeface="Lato"/>
                <a:cs typeface="Lato"/>
                <a:sym typeface="Lato"/>
              </a:rPr>
              <a:t>Fixed (or Static) Partition Allocation</a:t>
            </a:r>
            <a:endParaRPr b="1" sz="3000">
              <a:solidFill>
                <a:srgbClr val="FF0000"/>
              </a:solidFill>
              <a:latin typeface="Lato"/>
              <a:ea typeface="Lato"/>
              <a:cs typeface="Lato"/>
              <a:sym typeface="Lato"/>
            </a:endParaRPr>
          </a:p>
          <a:p>
            <a:pPr indent="-514350" lvl="0" marL="514350" marR="0" rtl="0" algn="just">
              <a:lnSpc>
                <a:spcPct val="133000"/>
              </a:lnSpc>
              <a:spcBef>
                <a:spcPts val="0"/>
              </a:spcBef>
              <a:spcAft>
                <a:spcPts val="0"/>
              </a:spcAft>
              <a:buClr>
                <a:srgbClr val="FF0000"/>
              </a:buClr>
              <a:buSzPts val="3000"/>
              <a:buFont typeface="Lato"/>
              <a:buAutoNum type="arabicPeriod"/>
            </a:pPr>
            <a:r>
              <a:rPr b="1" lang="en-US" sz="3000">
                <a:solidFill>
                  <a:srgbClr val="FF0000"/>
                </a:solidFill>
                <a:latin typeface="Lato"/>
                <a:ea typeface="Lato"/>
                <a:cs typeface="Lato"/>
                <a:sym typeface="Lato"/>
              </a:rPr>
              <a:t>Variable (or Dynamic) Partitioning Allocation</a:t>
            </a:r>
            <a:endParaRPr b="1" sz="3000">
              <a:solidFill>
                <a:srgbClr val="FF0000"/>
              </a:solidFill>
              <a:latin typeface="Lato"/>
              <a:ea typeface="Lato"/>
              <a:cs typeface="Lato"/>
              <a:sym typeface="Lato"/>
            </a:endParaRPr>
          </a:p>
        </p:txBody>
      </p:sp>
      <p:sp>
        <p:nvSpPr>
          <p:cNvPr id="388" name="Google Shape;388;p13"/>
          <p:cNvSpPr/>
          <p:nvPr/>
        </p:nvSpPr>
        <p:spPr>
          <a:xfrm>
            <a:off x="2051685" y="4446270"/>
            <a:ext cx="14378940" cy="5444490"/>
          </a:xfrm>
          <a:prstGeom prst="rect">
            <a:avLst/>
          </a:prstGeom>
          <a:no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14"/>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mt="44999"/>
            </a:blip>
            <a:stretch>
              <a:fillRect b="0" l="0" r="0" t="0"/>
            </a:stretch>
          </a:blipFill>
          <a:ln>
            <a:noFill/>
          </a:ln>
        </p:spPr>
      </p:sp>
      <p:sp>
        <p:nvSpPr>
          <p:cNvPr id="394" name="Google Shape;394;p14"/>
          <p:cNvSpPr txBox="1"/>
          <p:nvPr/>
        </p:nvSpPr>
        <p:spPr>
          <a:xfrm>
            <a:off x="438785" y="495300"/>
            <a:ext cx="17299940" cy="2991485"/>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None/>
            </a:pPr>
            <a:r>
              <a:rPr b="1" lang="en-US" sz="3000">
                <a:solidFill>
                  <a:schemeClr val="accent1"/>
                </a:solidFill>
                <a:latin typeface="Lato"/>
                <a:ea typeface="Lato"/>
                <a:cs typeface="Lato"/>
                <a:sym typeface="Lato"/>
              </a:rPr>
              <a:t>Partition Allocation Methods:</a:t>
            </a:r>
            <a:endParaRPr b="1" sz="3000">
              <a:solidFill>
                <a:schemeClr val="accent1"/>
              </a:solidFill>
              <a:latin typeface="Lato"/>
              <a:ea typeface="Lato"/>
              <a:cs typeface="Lato"/>
              <a:sym typeface="Lato"/>
            </a:endParaRPr>
          </a:p>
          <a:p>
            <a:pPr indent="0" lvl="0" marL="0" marR="0" rtl="0" algn="just">
              <a:lnSpc>
                <a:spcPct val="133000"/>
              </a:lnSpc>
              <a:spcBef>
                <a:spcPts val="0"/>
              </a:spcBef>
              <a:spcAft>
                <a:spcPts val="0"/>
              </a:spcAft>
              <a:buNone/>
            </a:pPr>
            <a:r>
              <a:rPr b="1" lang="en-US" sz="3000">
                <a:solidFill>
                  <a:schemeClr val="lt1"/>
                </a:solidFill>
                <a:latin typeface="Lato"/>
                <a:ea typeface="Lato"/>
                <a:cs typeface="Lato"/>
                <a:sym typeface="Lato"/>
              </a:rPr>
              <a:t>To gain proper memory utilization, memory allocation must be allocated efficient manner. One of the simplest methods for allocating memory is to divide memory into several fixed-sized partitions and each partition contains exactly one process. Thus, the degree of multiprogramming is obtained by the number of partitions. </a:t>
            </a:r>
            <a:endParaRPr b="1" sz="3000">
              <a:solidFill>
                <a:schemeClr val="lt1"/>
              </a:solidFill>
              <a:latin typeface="Lato"/>
              <a:ea typeface="Lato"/>
              <a:cs typeface="Lato"/>
              <a:sym typeface="Lato"/>
            </a:endParaRPr>
          </a:p>
          <a:p>
            <a:pPr indent="0" lvl="0" marL="0" marR="0" rtl="0" algn="just">
              <a:lnSpc>
                <a:spcPct val="133000"/>
              </a:lnSpc>
              <a:spcBef>
                <a:spcPts val="0"/>
              </a:spcBef>
              <a:spcAft>
                <a:spcPts val="0"/>
              </a:spcAft>
              <a:buNone/>
            </a:pPr>
            <a:r>
              <a:t/>
            </a:r>
            <a:endParaRPr b="1" sz="3000">
              <a:solidFill>
                <a:schemeClr val="lt1"/>
              </a:solidFill>
              <a:latin typeface="Lato"/>
              <a:ea typeface="Lato"/>
              <a:cs typeface="Lato"/>
              <a:sym typeface="Lato"/>
            </a:endParaRPr>
          </a:p>
        </p:txBody>
      </p:sp>
      <p:pic>
        <p:nvPicPr>
          <p:cNvPr id="395" name="Google Shape;395;p14"/>
          <p:cNvPicPr preferRelativeResize="0"/>
          <p:nvPr/>
        </p:nvPicPr>
        <p:blipFill rotWithShape="1">
          <a:blip r:embed="rId4">
            <a:alphaModFix/>
          </a:blip>
          <a:srcRect b="0" l="0" r="0" t="0"/>
          <a:stretch/>
        </p:blipFill>
        <p:spPr>
          <a:xfrm>
            <a:off x="9864090" y="3771900"/>
            <a:ext cx="7971790" cy="5520690"/>
          </a:xfrm>
          <a:prstGeom prst="rect">
            <a:avLst/>
          </a:prstGeom>
          <a:noFill/>
          <a:ln>
            <a:noFill/>
          </a:ln>
        </p:spPr>
      </p:pic>
      <p:sp>
        <p:nvSpPr>
          <p:cNvPr id="396" name="Google Shape;396;p14"/>
          <p:cNvSpPr txBox="1"/>
          <p:nvPr/>
        </p:nvSpPr>
        <p:spPr>
          <a:xfrm>
            <a:off x="439420" y="3739515"/>
            <a:ext cx="9163685" cy="595757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chemeClr val="accent1"/>
                </a:solidFill>
                <a:latin typeface="Lato"/>
                <a:ea typeface="Lato"/>
                <a:cs typeface="Lato"/>
                <a:sym typeface="Lato"/>
              </a:rPr>
              <a:t>Fixed (or Static) Partition Allocation: </a:t>
            </a:r>
            <a:r>
              <a:rPr b="1" lang="en-US" sz="3000">
                <a:solidFill>
                  <a:schemeClr val="lt1"/>
                </a:solidFill>
                <a:latin typeface="Lato"/>
                <a:ea typeface="Lato"/>
                <a:cs typeface="Lato"/>
                <a:sym typeface="Lato"/>
              </a:rPr>
              <a:t>Memory is divided into fixed-sized partitions during system initialization. Each partition can hold only one process.</a:t>
            </a:r>
            <a:endParaRPr b="1" sz="3000">
              <a:solidFill>
                <a:schemeClr val="lt1"/>
              </a:solidFill>
              <a:latin typeface="Lato"/>
              <a:ea typeface="Lato"/>
              <a:cs typeface="Lato"/>
              <a:sym typeface="Lato"/>
            </a:endParaRPr>
          </a:p>
          <a:p>
            <a:pPr indent="0" lvl="0" marL="0" marR="0" rtl="0" algn="just">
              <a:lnSpc>
                <a:spcPct val="133000"/>
              </a:lnSpc>
              <a:spcBef>
                <a:spcPts val="0"/>
              </a:spcBef>
              <a:spcAft>
                <a:spcPts val="0"/>
              </a:spcAft>
              <a:buNone/>
            </a:pPr>
            <a:r>
              <a:t/>
            </a:r>
            <a:endParaRPr b="1" sz="3000">
              <a:solidFill>
                <a:schemeClr val="lt1"/>
              </a:solidFill>
              <a:latin typeface="Lato"/>
              <a:ea typeface="Lato"/>
              <a:cs typeface="Lato"/>
              <a:sym typeface="Lato"/>
            </a:endParaRPr>
          </a:p>
          <a:p>
            <a:pPr indent="0" lvl="0" marL="0" marR="0" rtl="0" algn="just">
              <a:lnSpc>
                <a:spcPct val="133000"/>
              </a:lnSpc>
              <a:spcBef>
                <a:spcPts val="0"/>
              </a:spcBef>
              <a:spcAft>
                <a:spcPts val="0"/>
              </a:spcAft>
              <a:buNone/>
            </a:pPr>
            <a:r>
              <a:rPr b="1" lang="en-US" sz="3000">
                <a:solidFill>
                  <a:schemeClr val="accent1"/>
                </a:solidFill>
                <a:latin typeface="Lato"/>
                <a:ea typeface="Lato"/>
                <a:cs typeface="Lato"/>
                <a:sym typeface="Lato"/>
              </a:rPr>
              <a:t>Variable (or Dynamic) Partitioning Allocation:</a:t>
            </a:r>
            <a:endParaRPr b="1" sz="3000">
              <a:solidFill>
                <a:schemeClr val="accent1"/>
              </a:solidFill>
              <a:latin typeface="Lato"/>
              <a:ea typeface="Lato"/>
              <a:cs typeface="Lato"/>
              <a:sym typeface="Lato"/>
            </a:endParaRPr>
          </a:p>
          <a:p>
            <a:pPr indent="0" lvl="0" marL="0" marR="0" rtl="0" algn="just">
              <a:lnSpc>
                <a:spcPct val="133000"/>
              </a:lnSpc>
              <a:spcBef>
                <a:spcPts val="0"/>
              </a:spcBef>
              <a:spcAft>
                <a:spcPts val="0"/>
              </a:spcAft>
              <a:buNone/>
            </a:pPr>
            <a:r>
              <a:rPr b="1" lang="en-US" sz="3000">
                <a:solidFill>
                  <a:schemeClr val="lt1"/>
                </a:solidFill>
                <a:latin typeface="Lato"/>
                <a:ea typeface="Lato"/>
                <a:cs typeface="Lato"/>
                <a:sym typeface="Lato"/>
              </a:rPr>
              <a:t> In this allocation strategy, Memory is divided into variable-sized partitions based on the size of the processes.</a:t>
            </a:r>
            <a:endParaRPr b="1" sz="3000">
              <a:solidFill>
                <a:schemeClr val="lt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5"/>
          <p:cNvSpPr txBox="1"/>
          <p:nvPr/>
        </p:nvSpPr>
        <p:spPr>
          <a:xfrm>
            <a:off x="381000" y="436245"/>
            <a:ext cx="17299940" cy="3573145"/>
          </a:xfrm>
          <a:prstGeom prst="rect">
            <a:avLst/>
          </a:prstGeom>
          <a:noFill/>
          <a:ln>
            <a:noFill/>
          </a:ln>
        </p:spPr>
        <p:txBody>
          <a:bodyPr anchorCtr="0" anchor="t" bIns="0" lIns="0" spcFirstLastPara="1" rIns="0" wrap="square" tIns="0">
            <a:normAutofit/>
          </a:bodyPr>
          <a:lstStyle/>
          <a:p>
            <a:pPr indent="0" lvl="0" marL="0" marR="0" rtl="0" algn="just">
              <a:lnSpc>
                <a:spcPct val="140000"/>
              </a:lnSpc>
              <a:spcBef>
                <a:spcPts val="0"/>
              </a:spcBef>
              <a:spcAft>
                <a:spcPts val="0"/>
              </a:spcAft>
              <a:buClr>
                <a:schemeClr val="accent1"/>
              </a:buClr>
              <a:buSzPts val="3000"/>
              <a:buFont typeface="Lato"/>
              <a:buNone/>
            </a:pPr>
            <a:r>
              <a:rPr b="1" lang="en-US" sz="3000">
                <a:solidFill>
                  <a:schemeClr val="accent1"/>
                </a:solidFill>
                <a:latin typeface="Lato"/>
                <a:ea typeface="Lato"/>
                <a:cs typeface="Lato"/>
                <a:sym typeface="Lato"/>
              </a:rPr>
              <a:t>Non-Contiguous memory allocation:</a:t>
            </a:r>
            <a:endParaRPr b="1" sz="3000">
              <a:solidFill>
                <a:schemeClr val="accent1"/>
              </a:solidFill>
              <a:latin typeface="Lato"/>
              <a:ea typeface="Lato"/>
              <a:cs typeface="Lato"/>
              <a:sym typeface="Lato"/>
            </a:endParaRPr>
          </a:p>
          <a:p>
            <a:pPr indent="0" lvl="0" marL="0" marR="0" rtl="0" algn="just">
              <a:lnSpc>
                <a:spcPct val="133000"/>
              </a:lnSpc>
              <a:spcBef>
                <a:spcPts val="0"/>
              </a:spcBef>
              <a:spcAft>
                <a:spcPts val="0"/>
              </a:spcAft>
              <a:buClr>
                <a:schemeClr val="lt1"/>
              </a:buClr>
              <a:buSzPts val="3000"/>
              <a:buFont typeface="Arial"/>
              <a:buNone/>
            </a:pPr>
            <a:r>
              <a:rPr b="1" lang="en-US" sz="3000">
                <a:solidFill>
                  <a:schemeClr val="lt1"/>
                </a:solidFill>
                <a:latin typeface="Lato"/>
                <a:ea typeface="Lato"/>
                <a:cs typeface="Lato"/>
                <a:sym typeface="Lato"/>
              </a:rPr>
              <a:t>Non-contiguous allocation, also known as </a:t>
            </a:r>
            <a:r>
              <a:rPr b="1" lang="en-US" sz="3000">
                <a:solidFill>
                  <a:schemeClr val="accent1"/>
                </a:solidFill>
                <a:latin typeface="Lato"/>
                <a:ea typeface="Lato"/>
                <a:cs typeface="Lato"/>
                <a:sym typeface="Lato"/>
              </a:rPr>
              <a:t>dynamic or linked allocation</a:t>
            </a:r>
            <a:r>
              <a:rPr b="1" lang="en-US" sz="3000">
                <a:solidFill>
                  <a:schemeClr val="lt1"/>
                </a:solidFill>
                <a:latin typeface="Lato"/>
                <a:ea typeface="Lato"/>
                <a:cs typeface="Lato"/>
                <a:sym typeface="Lato"/>
              </a:rPr>
              <a:t>, is a memory allocation technique used in operating systems to allocate memory to processes that do not require a </a:t>
            </a:r>
            <a:r>
              <a:rPr b="1" lang="en-US" sz="3000">
                <a:solidFill>
                  <a:schemeClr val="accent1"/>
                </a:solidFill>
                <a:latin typeface="Lato"/>
                <a:ea typeface="Lato"/>
                <a:cs typeface="Lato"/>
                <a:sym typeface="Lato"/>
              </a:rPr>
              <a:t>contiguous block of memory</a:t>
            </a:r>
            <a:r>
              <a:rPr b="1" lang="en-US" sz="3000">
                <a:solidFill>
                  <a:schemeClr val="lt1"/>
                </a:solidFill>
                <a:latin typeface="Lato"/>
                <a:ea typeface="Lato"/>
                <a:cs typeface="Lato"/>
                <a:sym typeface="Lato"/>
              </a:rPr>
              <a:t>. In this technique, each process is allocated a series of </a:t>
            </a:r>
            <a:r>
              <a:rPr b="1" lang="en-US" sz="3000">
                <a:solidFill>
                  <a:schemeClr val="accent1"/>
                </a:solidFill>
                <a:latin typeface="Lato"/>
                <a:ea typeface="Lato"/>
                <a:cs typeface="Lato"/>
                <a:sym typeface="Lato"/>
              </a:rPr>
              <a:t>non-contiguous blocks</a:t>
            </a:r>
            <a:r>
              <a:rPr b="1" lang="en-US" sz="3000">
                <a:solidFill>
                  <a:schemeClr val="lt1"/>
                </a:solidFill>
                <a:latin typeface="Lato"/>
                <a:ea typeface="Lato"/>
                <a:cs typeface="Lato"/>
                <a:sym typeface="Lato"/>
              </a:rPr>
              <a:t> of memory that can be located anywhere in the physical memory.</a:t>
            </a:r>
            <a:endParaRPr b="1" sz="3000">
              <a:solidFill>
                <a:schemeClr val="lt1"/>
              </a:solidFill>
              <a:latin typeface="Lato"/>
              <a:ea typeface="Lato"/>
              <a:cs typeface="Lato"/>
              <a:sym typeface="Lato"/>
            </a:endParaRPr>
          </a:p>
          <a:p>
            <a:pPr indent="0" lvl="0" marL="0" marR="0" rtl="0" algn="just">
              <a:lnSpc>
                <a:spcPct val="133000"/>
              </a:lnSpc>
              <a:spcBef>
                <a:spcPts val="0"/>
              </a:spcBef>
              <a:spcAft>
                <a:spcPts val="0"/>
              </a:spcAft>
              <a:buClr>
                <a:schemeClr val="lt1"/>
              </a:buClr>
              <a:buSzPts val="3000"/>
              <a:buFont typeface="Arial"/>
              <a:buNone/>
            </a:pPr>
            <a:r>
              <a:t/>
            </a:r>
            <a:endParaRPr b="1" sz="3000">
              <a:solidFill>
                <a:schemeClr val="lt1"/>
              </a:solidFill>
              <a:latin typeface="Lato"/>
              <a:ea typeface="Lato"/>
              <a:cs typeface="Lato"/>
              <a:sym typeface="Lato"/>
            </a:endParaRPr>
          </a:p>
        </p:txBody>
      </p:sp>
      <p:pic>
        <p:nvPicPr>
          <p:cNvPr descr="non-contiguous-memory-allocation-in-os-0-1643022148" id="402" name="Google Shape;402;p15"/>
          <p:cNvPicPr preferRelativeResize="0"/>
          <p:nvPr/>
        </p:nvPicPr>
        <p:blipFill rotWithShape="1">
          <a:blip r:embed="rId3">
            <a:alphaModFix/>
          </a:blip>
          <a:srcRect b="0" l="0" r="0" t="0"/>
          <a:stretch/>
        </p:blipFill>
        <p:spPr>
          <a:xfrm>
            <a:off x="8686800" y="3924300"/>
            <a:ext cx="9059545" cy="5156835"/>
          </a:xfrm>
          <a:prstGeom prst="rect">
            <a:avLst/>
          </a:prstGeom>
          <a:noFill/>
          <a:ln>
            <a:noFill/>
          </a:ln>
        </p:spPr>
      </p:pic>
      <p:sp>
        <p:nvSpPr>
          <p:cNvPr id="403" name="Google Shape;403;p15"/>
          <p:cNvSpPr txBox="1"/>
          <p:nvPr/>
        </p:nvSpPr>
        <p:spPr>
          <a:xfrm>
            <a:off x="381000" y="3390900"/>
            <a:ext cx="7908290" cy="5509260"/>
          </a:xfrm>
          <a:prstGeom prst="rect">
            <a:avLst/>
          </a:prstGeom>
          <a:noFill/>
          <a:ln>
            <a:noFill/>
          </a:ln>
        </p:spPr>
        <p:txBody>
          <a:bodyPr anchorCtr="0" anchor="t" bIns="0" lIns="0" spcFirstLastPara="1" rIns="0" wrap="square" tIns="0">
            <a:normAutofit/>
          </a:bodyPr>
          <a:lstStyle/>
          <a:p>
            <a:pPr indent="0" lvl="0" marL="0" marR="0" rtl="0" algn="just">
              <a:lnSpc>
                <a:spcPct val="133000"/>
              </a:lnSpc>
              <a:spcBef>
                <a:spcPts val="0"/>
              </a:spcBef>
              <a:spcAft>
                <a:spcPts val="0"/>
              </a:spcAft>
              <a:buClr>
                <a:schemeClr val="lt1"/>
              </a:buClr>
              <a:buSzPts val="3000"/>
              <a:buFont typeface="Arial"/>
              <a:buNone/>
            </a:pPr>
            <a:r>
              <a:t/>
            </a:r>
            <a:endParaRPr b="1" sz="3000">
              <a:solidFill>
                <a:schemeClr val="lt1"/>
              </a:solidFill>
              <a:latin typeface="Lato"/>
              <a:ea typeface="Lato"/>
              <a:cs typeface="Lato"/>
              <a:sym typeface="Lato"/>
            </a:endParaRPr>
          </a:p>
          <a:p>
            <a:pPr indent="0" lvl="0" marL="0" marR="0" rtl="0" algn="just">
              <a:lnSpc>
                <a:spcPct val="133000"/>
              </a:lnSpc>
              <a:spcBef>
                <a:spcPts val="0"/>
              </a:spcBef>
              <a:spcAft>
                <a:spcPts val="0"/>
              </a:spcAft>
              <a:buClr>
                <a:schemeClr val="lt1"/>
              </a:buClr>
              <a:buSzPts val="3000"/>
              <a:buFont typeface="Arial"/>
              <a:buNone/>
            </a:pPr>
            <a:r>
              <a:rPr b="1" lang="en-US" sz="3000">
                <a:solidFill>
                  <a:schemeClr val="lt1"/>
                </a:solidFill>
                <a:latin typeface="Lato"/>
                <a:ea typeface="Lato"/>
                <a:cs typeface="Lato"/>
                <a:sym typeface="Lato"/>
              </a:rPr>
              <a:t>Non-contiguous allocation involves the use of </a:t>
            </a:r>
            <a:r>
              <a:rPr b="1" lang="en-US" sz="3000">
                <a:solidFill>
                  <a:schemeClr val="accent1"/>
                </a:solidFill>
                <a:latin typeface="Lato"/>
                <a:ea typeface="Lato"/>
                <a:cs typeface="Lato"/>
                <a:sym typeface="Lato"/>
              </a:rPr>
              <a:t>pointers </a:t>
            </a:r>
            <a:r>
              <a:rPr b="1" lang="en-US" sz="3000">
                <a:solidFill>
                  <a:schemeClr val="lt1"/>
                </a:solidFill>
                <a:latin typeface="Lato"/>
                <a:ea typeface="Lato"/>
                <a:cs typeface="Lato"/>
                <a:sym typeface="Lato"/>
              </a:rPr>
              <a:t>to </a:t>
            </a:r>
            <a:r>
              <a:rPr b="1" lang="en-US" sz="3000">
                <a:solidFill>
                  <a:schemeClr val="accent1"/>
                </a:solidFill>
                <a:latin typeface="Lato"/>
                <a:ea typeface="Lato"/>
                <a:cs typeface="Lato"/>
                <a:sym typeface="Lato"/>
              </a:rPr>
              <a:t>link the non-contiguous memory blocks</a:t>
            </a:r>
            <a:r>
              <a:rPr b="1" lang="en-US" sz="3000">
                <a:solidFill>
                  <a:schemeClr val="lt1"/>
                </a:solidFill>
                <a:latin typeface="Lato"/>
                <a:ea typeface="Lato"/>
                <a:cs typeface="Lato"/>
                <a:sym typeface="Lato"/>
              </a:rPr>
              <a:t> allocated to a process. These pointers are used by the operating system to keep track of the memory blocks allocated to the process and to locate them during the execution of the process.</a:t>
            </a:r>
            <a:endParaRPr b="1" sz="3000">
              <a:solidFill>
                <a:schemeClr val="lt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16"/>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mt="44999"/>
            </a:blip>
            <a:stretch>
              <a:fillRect b="0" l="0" r="0" t="0"/>
            </a:stretch>
          </a:blipFill>
          <a:ln>
            <a:noFill/>
          </a:ln>
        </p:spPr>
      </p:sp>
      <p:sp>
        <p:nvSpPr>
          <p:cNvPr id="409" name="Google Shape;409;p16"/>
          <p:cNvSpPr txBox="1"/>
          <p:nvPr/>
        </p:nvSpPr>
        <p:spPr>
          <a:xfrm>
            <a:off x="381000" y="3467100"/>
            <a:ext cx="10213340" cy="618172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chemeClr val="accent1"/>
                </a:solidFill>
                <a:latin typeface="Lato"/>
                <a:ea typeface="Lato"/>
                <a:cs typeface="Lato"/>
                <a:sym typeface="Lato"/>
              </a:rPr>
              <a:t>Paging:</a:t>
            </a:r>
            <a:r>
              <a:rPr b="1" lang="en-US" sz="3000">
                <a:solidFill>
                  <a:schemeClr val="lt1"/>
                </a:solidFill>
                <a:latin typeface="Lato"/>
                <a:ea typeface="Lato"/>
                <a:cs typeface="Lato"/>
                <a:sym typeface="Lato"/>
              </a:rPr>
              <a:t> Paging is the process of moving parts of a program, called pages, from secondary storage (like a hard drive) into the main memory (RAM). The main idea behind paging is to break a program into smaller fixed-size blocks called pages. To keep track of where each page is stored in memory, the operating system uses a page table. This table shows the connection between the logical page numbers (used by the program) and the physical page frames (actual locations in RAM). The memory management unit uses the page table to convert logical addresses into physical addresses, so the program can access the correct data in memory. </a:t>
            </a:r>
            <a:endParaRPr b="1" sz="3000">
              <a:solidFill>
                <a:schemeClr val="lt1"/>
              </a:solidFill>
              <a:latin typeface="Lato"/>
              <a:ea typeface="Lato"/>
              <a:cs typeface="Lato"/>
              <a:sym typeface="Lato"/>
            </a:endParaRPr>
          </a:p>
          <a:p>
            <a:pPr indent="-266700" lvl="0" marL="457200" marR="0" rtl="0" algn="just">
              <a:lnSpc>
                <a:spcPct val="133000"/>
              </a:lnSpc>
              <a:spcBef>
                <a:spcPts val="0"/>
              </a:spcBef>
              <a:spcAft>
                <a:spcPts val="0"/>
              </a:spcAft>
              <a:buClr>
                <a:schemeClr val="lt1"/>
              </a:buClr>
              <a:buSzPts val="3000"/>
              <a:buFont typeface="Arial"/>
              <a:buNone/>
            </a:pPr>
            <a:r>
              <a:t/>
            </a:r>
            <a:endParaRPr b="1" sz="3000">
              <a:solidFill>
                <a:schemeClr val="lt1"/>
              </a:solidFill>
              <a:latin typeface="Lato"/>
              <a:ea typeface="Lato"/>
              <a:cs typeface="Lato"/>
              <a:sym typeface="Lato"/>
            </a:endParaRPr>
          </a:p>
          <a:p>
            <a:pPr indent="-292100" lvl="0" marL="457200" marR="0" rtl="0" algn="just">
              <a:lnSpc>
                <a:spcPct val="153461"/>
              </a:lnSpc>
              <a:spcBef>
                <a:spcPts val="0"/>
              </a:spcBef>
              <a:spcAft>
                <a:spcPts val="0"/>
              </a:spcAft>
              <a:buClr>
                <a:schemeClr val="lt1"/>
              </a:buClr>
              <a:buSzPts val="2600"/>
              <a:buFont typeface="Arial"/>
              <a:buNone/>
            </a:pPr>
            <a:r>
              <a:t/>
            </a:r>
            <a:endParaRPr b="1" sz="2600">
              <a:solidFill>
                <a:schemeClr val="lt1"/>
              </a:solidFill>
              <a:latin typeface="Lato"/>
              <a:ea typeface="Lato"/>
              <a:cs typeface="Lato"/>
              <a:sym typeface="Lato"/>
            </a:endParaRPr>
          </a:p>
        </p:txBody>
      </p:sp>
      <p:pic>
        <p:nvPicPr>
          <p:cNvPr id="410" name="Google Shape;410;p16"/>
          <p:cNvPicPr preferRelativeResize="0"/>
          <p:nvPr/>
        </p:nvPicPr>
        <p:blipFill rotWithShape="1">
          <a:blip r:embed="rId4">
            <a:alphaModFix/>
          </a:blip>
          <a:srcRect b="0" l="0" r="0" t="0"/>
          <a:stretch/>
        </p:blipFill>
        <p:spPr>
          <a:xfrm>
            <a:off x="10896600" y="4076700"/>
            <a:ext cx="7007225" cy="5010150"/>
          </a:xfrm>
          <a:prstGeom prst="rect">
            <a:avLst/>
          </a:prstGeom>
          <a:noFill/>
          <a:ln>
            <a:noFill/>
          </a:ln>
        </p:spPr>
      </p:pic>
      <p:sp>
        <p:nvSpPr>
          <p:cNvPr id="411" name="Google Shape;411;p16"/>
          <p:cNvSpPr txBox="1"/>
          <p:nvPr/>
        </p:nvSpPr>
        <p:spPr>
          <a:xfrm>
            <a:off x="438785" y="571500"/>
            <a:ext cx="17011650" cy="283654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chemeClr val="accent1"/>
                </a:solidFill>
                <a:latin typeface="Lato"/>
                <a:ea typeface="Lato"/>
                <a:cs typeface="Lato"/>
                <a:sym typeface="Lato"/>
              </a:rPr>
              <a:t>Primary approaches to implementing non-contiguous memory allocation:</a:t>
            </a:r>
            <a:endParaRPr b="1" sz="3000">
              <a:solidFill>
                <a:schemeClr val="accent1"/>
              </a:solidFill>
              <a:latin typeface="Lato"/>
              <a:ea typeface="Lato"/>
              <a:cs typeface="Lato"/>
              <a:sym typeface="Lato"/>
            </a:endParaRPr>
          </a:p>
          <a:p>
            <a:pPr indent="0" lvl="0" marL="0" marR="0" rtl="0" algn="just">
              <a:lnSpc>
                <a:spcPct val="133000"/>
              </a:lnSpc>
              <a:spcBef>
                <a:spcPts val="0"/>
              </a:spcBef>
              <a:spcAft>
                <a:spcPts val="0"/>
              </a:spcAft>
              <a:buNone/>
            </a:pPr>
            <a:r>
              <a:rPr b="1" lang="en-US" sz="3000">
                <a:solidFill>
                  <a:schemeClr val="lt1"/>
                </a:solidFill>
                <a:latin typeface="Lato"/>
                <a:ea typeface="Lato"/>
                <a:cs typeface="Lato"/>
                <a:sym typeface="Lato"/>
              </a:rPr>
              <a:t>Paging and Segmentation are the two ways that allow a process’s physical address space to be non-contiguous. It has the advantage of reducing memory wastage but it increases the overheads due to address translation. It slows the execution of the memory because time is consumed in address translation.</a:t>
            </a:r>
            <a:endParaRPr b="1" sz="2600">
              <a:solidFill>
                <a:schemeClr val="l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17"/>
          <p:cNvSpPr txBox="1"/>
          <p:nvPr/>
        </p:nvSpPr>
        <p:spPr>
          <a:xfrm>
            <a:off x="438785" y="4419600"/>
            <a:ext cx="8460105" cy="532193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chemeClr val="lt1"/>
                </a:solidFill>
                <a:latin typeface="Lato"/>
                <a:ea typeface="Lato"/>
                <a:cs typeface="Lato"/>
                <a:sym typeface="Lato"/>
              </a:rPr>
              <a:t>different segments and allows for memory sharing between processes. However, it can lead to external fragmentation, where free memory is scattered across different locations. To mitigate this, segmentation is often combined with paging, creating a hybrid approach that optimizes memory usage while maintaining flexibility. </a:t>
            </a:r>
            <a:endParaRPr b="1" sz="3000">
              <a:solidFill>
                <a:schemeClr val="lt1"/>
              </a:solidFill>
              <a:latin typeface="Lato"/>
              <a:ea typeface="Lato"/>
              <a:cs typeface="Lato"/>
              <a:sym typeface="Lato"/>
            </a:endParaRPr>
          </a:p>
          <a:p>
            <a:pPr indent="-266700" lvl="0" marL="457200" marR="0" rtl="0" algn="just">
              <a:lnSpc>
                <a:spcPct val="133000"/>
              </a:lnSpc>
              <a:spcBef>
                <a:spcPts val="0"/>
              </a:spcBef>
              <a:spcAft>
                <a:spcPts val="0"/>
              </a:spcAft>
              <a:buClr>
                <a:schemeClr val="lt1"/>
              </a:buClr>
              <a:buSzPts val="3000"/>
              <a:buFont typeface="Arial"/>
              <a:buNone/>
            </a:pPr>
            <a:r>
              <a:t/>
            </a:r>
            <a:endParaRPr b="1" sz="3000">
              <a:solidFill>
                <a:schemeClr val="lt1"/>
              </a:solidFill>
              <a:latin typeface="Lato"/>
              <a:ea typeface="Lato"/>
              <a:cs typeface="Lato"/>
              <a:sym typeface="Lato"/>
            </a:endParaRPr>
          </a:p>
          <a:p>
            <a:pPr indent="0" lvl="0" marL="0" marR="0" rtl="0" algn="just">
              <a:lnSpc>
                <a:spcPct val="153461"/>
              </a:lnSpc>
              <a:spcBef>
                <a:spcPts val="0"/>
              </a:spcBef>
              <a:spcAft>
                <a:spcPts val="0"/>
              </a:spcAft>
              <a:buNone/>
            </a:pPr>
            <a:r>
              <a:t/>
            </a:r>
            <a:endParaRPr b="1" sz="2600">
              <a:solidFill>
                <a:schemeClr val="lt1"/>
              </a:solidFill>
              <a:latin typeface="Lato"/>
              <a:ea typeface="Lato"/>
              <a:cs typeface="Lato"/>
              <a:sym typeface="Lato"/>
            </a:endParaRPr>
          </a:p>
        </p:txBody>
      </p:sp>
      <p:pic>
        <p:nvPicPr>
          <p:cNvPr id="417" name="Google Shape;417;p17"/>
          <p:cNvPicPr preferRelativeResize="0"/>
          <p:nvPr/>
        </p:nvPicPr>
        <p:blipFill rotWithShape="1">
          <a:blip r:embed="rId3">
            <a:alphaModFix/>
          </a:blip>
          <a:srcRect b="0" l="0" r="0" t="0"/>
          <a:stretch/>
        </p:blipFill>
        <p:spPr>
          <a:xfrm>
            <a:off x="9017635" y="4458970"/>
            <a:ext cx="8718550" cy="5146040"/>
          </a:xfrm>
          <a:prstGeom prst="rect">
            <a:avLst/>
          </a:prstGeom>
          <a:noFill/>
          <a:ln>
            <a:noFill/>
          </a:ln>
        </p:spPr>
      </p:pic>
      <p:sp>
        <p:nvSpPr>
          <p:cNvPr id="418" name="Google Shape;418;p17"/>
          <p:cNvSpPr txBox="1"/>
          <p:nvPr/>
        </p:nvSpPr>
        <p:spPr>
          <a:xfrm>
            <a:off x="533400" y="266700"/>
            <a:ext cx="17334230" cy="4096385"/>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None/>
            </a:pPr>
            <a:r>
              <a:rPr b="1" lang="en-US" sz="3000">
                <a:solidFill>
                  <a:schemeClr val="accent1"/>
                </a:solidFill>
                <a:latin typeface="Lato"/>
                <a:ea typeface="Lato"/>
                <a:cs typeface="Lato"/>
                <a:sym typeface="Lato"/>
              </a:rPr>
              <a:t>Segmentation:</a:t>
            </a:r>
            <a:r>
              <a:rPr b="1" lang="en-US" sz="3000">
                <a:solidFill>
                  <a:schemeClr val="lt1"/>
                </a:solidFill>
                <a:latin typeface="Lato"/>
                <a:ea typeface="Lato"/>
                <a:cs typeface="Lato"/>
                <a:sym typeface="Lato"/>
              </a:rPr>
              <a:t> Segmentation is a memory management technique that divides a process into logical segments based on its structure, such as functions, arrays, or data structures. Unlike paging, which uses fixed-size blocks, segmentation allows for variable-sized partitions, making it more intuitive for programmers. Each segment has a base address and a limit, stored in a segment table, which helps the operating system manage memory efficiently. When a process requests memory, the OS assigns segments based on its needs, translating logical addresses into physical addresses using the segment table. Segmentation enhances memory protection by preventing unauthorized access to</a:t>
            </a:r>
            <a:endParaRPr b="1" sz="2600">
              <a:solidFill>
                <a:schemeClr val="l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18"/>
          <p:cNvSpPr txBox="1"/>
          <p:nvPr/>
        </p:nvSpPr>
        <p:spPr>
          <a:xfrm>
            <a:off x="478155" y="266700"/>
            <a:ext cx="17231995" cy="9584690"/>
          </a:xfrm>
          <a:prstGeom prst="rect">
            <a:avLst/>
          </a:prstGeom>
          <a:noFill/>
          <a:ln>
            <a:noFill/>
          </a:ln>
        </p:spPr>
        <p:txBody>
          <a:bodyPr anchorCtr="0" anchor="t" bIns="0" lIns="0" spcFirstLastPara="1" rIns="0" wrap="square" tIns="0">
            <a:noAutofit/>
          </a:bodyPr>
          <a:lstStyle/>
          <a:p>
            <a:pPr indent="0" lvl="0" marL="0" marR="0" rtl="0" algn="just">
              <a:lnSpc>
                <a:spcPct val="153461"/>
              </a:lnSpc>
              <a:spcBef>
                <a:spcPts val="0"/>
              </a:spcBef>
              <a:spcAft>
                <a:spcPts val="0"/>
              </a:spcAft>
              <a:buNone/>
            </a:pPr>
            <a:r>
              <a:rPr b="1" lang="en-US" sz="2600">
                <a:solidFill>
                  <a:srgbClr val="FF0000"/>
                </a:solidFill>
                <a:latin typeface="Lato"/>
                <a:ea typeface="Lato"/>
                <a:cs typeface="Lato"/>
                <a:sym typeface="Lato"/>
              </a:rPr>
              <a:t>Virtual memory</a:t>
            </a:r>
            <a:r>
              <a:rPr b="1" lang="en-US" sz="2600">
                <a:solidFill>
                  <a:schemeClr val="lt1"/>
                </a:solidFill>
                <a:latin typeface="Lato"/>
                <a:ea typeface="Lato"/>
                <a:cs typeface="Lato"/>
                <a:sym typeface="Lato"/>
              </a:rPr>
              <a:t> is a memory management technique used by operating systems to give the appearance of a large, continuous block of memory to applications, even if the physical memory (RAM) is limited. It creates the illusion of a larger memory space, enabling programs to run even when RAM is insufficient.</a:t>
            </a:r>
            <a:endParaRPr b="1" sz="2600">
              <a:solidFill>
                <a:schemeClr val="lt1"/>
              </a:solidFill>
              <a:latin typeface="Lato"/>
              <a:ea typeface="Lato"/>
              <a:cs typeface="Lato"/>
              <a:sym typeface="Lato"/>
            </a:endParaRPr>
          </a:p>
          <a:p>
            <a:pPr indent="0" lvl="0" marL="0" marR="0" rtl="0" algn="just">
              <a:lnSpc>
                <a:spcPct val="153461"/>
              </a:lnSpc>
              <a:spcBef>
                <a:spcPts val="0"/>
              </a:spcBef>
              <a:spcAft>
                <a:spcPts val="0"/>
              </a:spcAft>
              <a:buNone/>
            </a:pPr>
            <a:r>
              <a:t/>
            </a:r>
            <a:endParaRPr b="1" sz="2600">
              <a:solidFill>
                <a:schemeClr val="lt1"/>
              </a:solidFill>
              <a:latin typeface="Lato"/>
              <a:ea typeface="Lato"/>
              <a:cs typeface="Lato"/>
              <a:sym typeface="Lato"/>
            </a:endParaRPr>
          </a:p>
          <a:p>
            <a:pPr indent="0" lvl="0" marL="0" marR="0" rtl="0" algn="just">
              <a:lnSpc>
                <a:spcPct val="153461"/>
              </a:lnSpc>
              <a:spcBef>
                <a:spcPts val="0"/>
              </a:spcBef>
              <a:spcAft>
                <a:spcPts val="0"/>
              </a:spcAft>
              <a:buNone/>
            </a:pPr>
            <a:r>
              <a:rPr b="1" lang="en-US" sz="2600">
                <a:solidFill>
                  <a:schemeClr val="lt1"/>
                </a:solidFill>
                <a:latin typeface="Lato"/>
                <a:ea typeface="Lato"/>
                <a:cs typeface="Lato"/>
                <a:sym typeface="Lato"/>
              </a:rPr>
              <a:t>When a system runs out of RAM, it moves less frequently used data to a paging file on the hard drive or SSD, freeing up space for active processes. This helps prevent slowdowns and crashes, especially when multitasking.</a:t>
            </a:r>
            <a:endParaRPr b="1" sz="2600">
              <a:solidFill>
                <a:schemeClr val="lt1"/>
              </a:solidFill>
              <a:latin typeface="Lato"/>
              <a:ea typeface="Lato"/>
              <a:cs typeface="Lato"/>
              <a:sym typeface="Lato"/>
            </a:endParaRPr>
          </a:p>
          <a:p>
            <a:pPr indent="0" lvl="0" marL="0" marR="0" rtl="0" algn="just">
              <a:lnSpc>
                <a:spcPct val="153461"/>
              </a:lnSpc>
              <a:spcBef>
                <a:spcPts val="0"/>
              </a:spcBef>
              <a:spcAft>
                <a:spcPts val="0"/>
              </a:spcAft>
              <a:buNone/>
            </a:pPr>
            <a:r>
              <a:t/>
            </a:r>
            <a:endParaRPr b="1" sz="2600">
              <a:solidFill>
                <a:schemeClr val="lt1"/>
              </a:solidFill>
              <a:latin typeface="Lato"/>
              <a:ea typeface="Lato"/>
              <a:cs typeface="Lato"/>
              <a:sym typeface="Lato"/>
            </a:endParaRPr>
          </a:p>
          <a:p>
            <a:pPr indent="-457200" lvl="0" marL="457200" marR="0" rtl="0" algn="just">
              <a:lnSpc>
                <a:spcPct val="153461"/>
              </a:lnSpc>
              <a:spcBef>
                <a:spcPts val="0"/>
              </a:spcBef>
              <a:spcAft>
                <a:spcPts val="0"/>
              </a:spcAft>
              <a:buClr>
                <a:schemeClr val="lt1"/>
              </a:buClr>
              <a:buSzPts val="2600"/>
              <a:buFont typeface="Arial"/>
              <a:buChar char="•"/>
            </a:pPr>
            <a:r>
              <a:rPr b="1" lang="en-US" sz="2600">
                <a:solidFill>
                  <a:schemeClr val="lt1"/>
                </a:solidFill>
                <a:latin typeface="Lato"/>
                <a:ea typeface="Lato"/>
                <a:cs typeface="Lato"/>
                <a:sym typeface="Lato"/>
              </a:rPr>
              <a:t>The main objective of virtual memory is to support multiprogramming, The main advantage that virtual memory provides is, a running process does not need to be entirely in memory.</a:t>
            </a:r>
            <a:endParaRPr b="1" sz="2600">
              <a:solidFill>
                <a:schemeClr val="lt1"/>
              </a:solidFill>
              <a:latin typeface="Lato"/>
              <a:ea typeface="Lato"/>
              <a:cs typeface="Lato"/>
              <a:sym typeface="Lato"/>
            </a:endParaRPr>
          </a:p>
          <a:p>
            <a:pPr indent="-292100" lvl="0" marL="457200" marR="0" rtl="0" algn="just">
              <a:lnSpc>
                <a:spcPct val="153461"/>
              </a:lnSpc>
              <a:spcBef>
                <a:spcPts val="0"/>
              </a:spcBef>
              <a:spcAft>
                <a:spcPts val="0"/>
              </a:spcAft>
              <a:buClr>
                <a:schemeClr val="lt1"/>
              </a:buClr>
              <a:buSzPts val="2600"/>
              <a:buFont typeface="Arial"/>
              <a:buNone/>
            </a:pPr>
            <a:r>
              <a:t/>
            </a:r>
            <a:endParaRPr b="1" sz="2600">
              <a:solidFill>
                <a:schemeClr val="lt1"/>
              </a:solidFill>
              <a:latin typeface="Lato"/>
              <a:ea typeface="Lato"/>
              <a:cs typeface="Lato"/>
              <a:sym typeface="Lato"/>
            </a:endParaRPr>
          </a:p>
          <a:p>
            <a:pPr indent="-457200" lvl="0" marL="457200" marR="0" rtl="0" algn="just">
              <a:lnSpc>
                <a:spcPct val="153461"/>
              </a:lnSpc>
              <a:spcBef>
                <a:spcPts val="0"/>
              </a:spcBef>
              <a:spcAft>
                <a:spcPts val="0"/>
              </a:spcAft>
              <a:buClr>
                <a:schemeClr val="lt1"/>
              </a:buClr>
              <a:buSzPts val="2600"/>
              <a:buFont typeface="Arial"/>
              <a:buChar char="•"/>
            </a:pPr>
            <a:r>
              <a:rPr b="1" lang="en-US" sz="2600">
                <a:solidFill>
                  <a:schemeClr val="lt1"/>
                </a:solidFill>
                <a:latin typeface="Lato"/>
                <a:ea typeface="Lato"/>
                <a:cs typeface="Lato"/>
                <a:sym typeface="Lato"/>
              </a:rPr>
              <a:t>Programs can be larger than the available physical memory. Virtual Memory provides an abstraction of main memory, eliminating concerns about storage limitations.</a:t>
            </a:r>
            <a:endParaRPr b="1" sz="2600">
              <a:solidFill>
                <a:schemeClr val="lt1"/>
              </a:solidFill>
              <a:latin typeface="Lato"/>
              <a:ea typeface="Lato"/>
              <a:cs typeface="Lato"/>
              <a:sym typeface="Lato"/>
            </a:endParaRPr>
          </a:p>
          <a:p>
            <a:pPr indent="0" lvl="0" marL="0" marR="0" rtl="0" algn="just">
              <a:lnSpc>
                <a:spcPct val="153461"/>
              </a:lnSpc>
              <a:spcBef>
                <a:spcPts val="0"/>
              </a:spcBef>
              <a:spcAft>
                <a:spcPts val="0"/>
              </a:spcAft>
              <a:buClr>
                <a:schemeClr val="lt1"/>
              </a:buClr>
              <a:buSzPts val="2600"/>
              <a:buFont typeface="Arial"/>
              <a:buNone/>
            </a:pPr>
            <a:r>
              <a:t/>
            </a:r>
            <a:endParaRPr b="1" sz="2600">
              <a:solidFill>
                <a:schemeClr val="lt1"/>
              </a:solidFill>
              <a:latin typeface="Lato"/>
              <a:ea typeface="Lato"/>
              <a:cs typeface="Lato"/>
              <a:sym typeface="Lato"/>
            </a:endParaRPr>
          </a:p>
          <a:p>
            <a:pPr indent="-457200" lvl="0" marL="457200" marR="0" rtl="0" algn="just">
              <a:lnSpc>
                <a:spcPct val="153461"/>
              </a:lnSpc>
              <a:spcBef>
                <a:spcPts val="0"/>
              </a:spcBef>
              <a:spcAft>
                <a:spcPts val="0"/>
              </a:spcAft>
              <a:buClr>
                <a:schemeClr val="lt1"/>
              </a:buClr>
              <a:buSzPts val="2600"/>
              <a:buFont typeface="Arial"/>
              <a:buChar char="•"/>
            </a:pPr>
            <a:r>
              <a:rPr b="1" lang="en-US" sz="2600">
                <a:solidFill>
                  <a:schemeClr val="lt1"/>
                </a:solidFill>
                <a:latin typeface="Lato"/>
                <a:ea typeface="Lato"/>
                <a:cs typeface="Lato"/>
                <a:sym typeface="Lato"/>
              </a:rPr>
              <a:t>A memory hierarchy, consisting of a computer system's memory and a disk, enables a process to operate with only some portions of its address space in RAM to allow more processes to be in memory.</a:t>
            </a:r>
            <a:endParaRPr b="1" sz="2600">
              <a:solidFill>
                <a:schemeClr val="lt1"/>
              </a:solidFill>
              <a:latin typeface="Lato"/>
              <a:ea typeface="Lato"/>
              <a:cs typeface="Lato"/>
              <a:sym typeface="Lato"/>
            </a:endParaRPr>
          </a:p>
          <a:p>
            <a:pPr indent="0" lvl="0" marL="0" marR="0" rtl="0" algn="just">
              <a:lnSpc>
                <a:spcPct val="153461"/>
              </a:lnSpc>
              <a:spcBef>
                <a:spcPts val="0"/>
              </a:spcBef>
              <a:spcAft>
                <a:spcPts val="0"/>
              </a:spcAft>
              <a:buNone/>
            </a:pPr>
            <a:r>
              <a:t/>
            </a:r>
            <a:endParaRPr b="1" sz="2600">
              <a:solidFill>
                <a:schemeClr val="lt1"/>
              </a:solidFill>
              <a:latin typeface="Lato"/>
              <a:ea typeface="Lato"/>
              <a:cs typeface="Lato"/>
              <a:sym typeface="Lato"/>
            </a:endParaRPr>
          </a:p>
          <a:p>
            <a:pPr indent="0" lvl="0" marL="0" marR="0" rtl="0" algn="just">
              <a:lnSpc>
                <a:spcPct val="153461"/>
              </a:lnSpc>
              <a:spcBef>
                <a:spcPts val="0"/>
              </a:spcBef>
              <a:spcAft>
                <a:spcPts val="0"/>
              </a:spcAft>
              <a:buClr>
                <a:schemeClr val="lt1"/>
              </a:buClr>
              <a:buSzPts val="2600"/>
              <a:buFont typeface="Arial"/>
              <a:buNone/>
            </a:pPr>
            <a:r>
              <a:t/>
            </a:r>
            <a:endParaRPr b="1" sz="2600">
              <a:solidFill>
                <a:schemeClr val="lt1"/>
              </a:solidFill>
              <a:latin typeface="Lato"/>
              <a:ea typeface="Lato"/>
              <a:cs typeface="Lato"/>
              <a:sym typeface="Lato"/>
            </a:endParaRPr>
          </a:p>
          <a:p>
            <a:pPr indent="0" lvl="0" marL="0" marR="0" rtl="0" algn="just">
              <a:lnSpc>
                <a:spcPct val="153461"/>
              </a:lnSpc>
              <a:spcBef>
                <a:spcPts val="0"/>
              </a:spcBef>
              <a:spcAft>
                <a:spcPts val="0"/>
              </a:spcAft>
              <a:buNone/>
            </a:pPr>
            <a:r>
              <a:t/>
            </a:r>
            <a:endParaRPr b="1" sz="2600">
              <a:solidFill>
                <a:schemeClr val="lt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9"/>
          <p:cNvSpPr txBox="1"/>
          <p:nvPr/>
        </p:nvSpPr>
        <p:spPr>
          <a:xfrm>
            <a:off x="478155" y="266700"/>
            <a:ext cx="7159625" cy="9508490"/>
          </a:xfrm>
          <a:prstGeom prst="rect">
            <a:avLst/>
          </a:prstGeom>
          <a:noFill/>
          <a:ln>
            <a:noFill/>
          </a:ln>
        </p:spPr>
        <p:txBody>
          <a:bodyPr anchorCtr="0" anchor="t" bIns="0" lIns="0" spcFirstLastPara="1" rIns="0" wrap="square" tIns="0">
            <a:noAutofit/>
          </a:bodyPr>
          <a:lstStyle/>
          <a:p>
            <a:pPr indent="0" lvl="0" marL="0" marR="0" rtl="0" algn="just">
              <a:lnSpc>
                <a:spcPct val="153461"/>
              </a:lnSpc>
              <a:spcBef>
                <a:spcPts val="0"/>
              </a:spcBef>
              <a:spcAft>
                <a:spcPts val="0"/>
              </a:spcAft>
              <a:buNone/>
            </a:pPr>
            <a:r>
              <a:rPr b="1" lang="en-US" sz="2600">
                <a:solidFill>
                  <a:srgbClr val="FF0000"/>
                </a:solidFill>
                <a:latin typeface="Lato"/>
                <a:ea typeface="Lato"/>
                <a:cs typeface="Lato"/>
                <a:sym typeface="Lato"/>
              </a:rPr>
              <a:t>How Virtual Memory Works</a:t>
            </a:r>
            <a:endParaRPr b="1" sz="2600">
              <a:solidFill>
                <a:srgbClr val="FF0000"/>
              </a:solidFill>
              <a:latin typeface="Lato"/>
              <a:ea typeface="Lato"/>
              <a:cs typeface="Lato"/>
              <a:sym typeface="Lato"/>
            </a:endParaRPr>
          </a:p>
          <a:p>
            <a:pPr indent="0" lvl="0" marL="0" marR="0" rtl="0" algn="just">
              <a:lnSpc>
                <a:spcPct val="153461"/>
              </a:lnSpc>
              <a:spcBef>
                <a:spcPts val="0"/>
              </a:spcBef>
              <a:spcAft>
                <a:spcPts val="0"/>
              </a:spcAft>
              <a:buNone/>
            </a:pPr>
            <a:r>
              <a:t/>
            </a:r>
            <a:endParaRPr b="1" sz="2600">
              <a:solidFill>
                <a:schemeClr val="lt1"/>
              </a:solidFill>
              <a:latin typeface="Lato"/>
              <a:ea typeface="Lato"/>
              <a:cs typeface="Lato"/>
              <a:sym typeface="Lato"/>
            </a:endParaRPr>
          </a:p>
          <a:p>
            <a:pPr indent="-457200" lvl="0" marL="457200" marR="0" rtl="0" algn="just">
              <a:lnSpc>
                <a:spcPct val="153461"/>
              </a:lnSpc>
              <a:spcBef>
                <a:spcPts val="0"/>
              </a:spcBef>
              <a:spcAft>
                <a:spcPts val="0"/>
              </a:spcAft>
              <a:buClr>
                <a:schemeClr val="lt1"/>
              </a:buClr>
              <a:buSzPts val="2600"/>
              <a:buFont typeface="Arial"/>
              <a:buChar char="•"/>
            </a:pPr>
            <a:r>
              <a:rPr b="1" lang="en-US" sz="2600">
                <a:solidFill>
                  <a:schemeClr val="lt1"/>
                </a:solidFill>
                <a:latin typeface="Lato"/>
                <a:ea typeface="Lato"/>
                <a:cs typeface="Lato"/>
                <a:sym typeface="Lato"/>
              </a:rPr>
              <a:t>The operating system divides memory into pages and stores them in page frames in RAM.</a:t>
            </a:r>
            <a:endParaRPr b="1" sz="2600">
              <a:solidFill>
                <a:schemeClr val="lt1"/>
              </a:solidFill>
              <a:latin typeface="Lato"/>
              <a:ea typeface="Lato"/>
              <a:cs typeface="Lato"/>
              <a:sym typeface="Lato"/>
            </a:endParaRPr>
          </a:p>
          <a:p>
            <a:pPr indent="0" lvl="0" marL="0" marR="0" rtl="0" algn="just">
              <a:lnSpc>
                <a:spcPct val="153461"/>
              </a:lnSpc>
              <a:spcBef>
                <a:spcPts val="0"/>
              </a:spcBef>
              <a:spcAft>
                <a:spcPts val="0"/>
              </a:spcAft>
              <a:buNone/>
            </a:pPr>
            <a:r>
              <a:t/>
            </a:r>
            <a:endParaRPr b="1" sz="2600">
              <a:solidFill>
                <a:schemeClr val="lt1"/>
              </a:solidFill>
              <a:latin typeface="Lato"/>
              <a:ea typeface="Lato"/>
              <a:cs typeface="Lato"/>
              <a:sym typeface="Lato"/>
            </a:endParaRPr>
          </a:p>
          <a:p>
            <a:pPr indent="-457200" lvl="0" marL="457200" marR="0" rtl="0" algn="just">
              <a:lnSpc>
                <a:spcPct val="153461"/>
              </a:lnSpc>
              <a:spcBef>
                <a:spcPts val="0"/>
              </a:spcBef>
              <a:spcAft>
                <a:spcPts val="0"/>
              </a:spcAft>
              <a:buClr>
                <a:schemeClr val="lt1"/>
              </a:buClr>
              <a:buSzPts val="2600"/>
              <a:buFont typeface="Arial"/>
              <a:buChar char="•"/>
            </a:pPr>
            <a:r>
              <a:rPr b="1" lang="en-US" sz="2600">
                <a:solidFill>
                  <a:schemeClr val="lt1"/>
                </a:solidFill>
                <a:latin typeface="Lato"/>
                <a:ea typeface="Lato"/>
                <a:cs typeface="Lato"/>
                <a:sym typeface="Lato"/>
              </a:rPr>
              <a:t>When RAM is full, less frequently used pages are moved to a paging file on the hard drive or SSD.</a:t>
            </a:r>
            <a:endParaRPr b="1" sz="2600">
              <a:solidFill>
                <a:schemeClr val="lt1"/>
              </a:solidFill>
              <a:latin typeface="Lato"/>
              <a:ea typeface="Lato"/>
              <a:cs typeface="Lato"/>
              <a:sym typeface="Lato"/>
            </a:endParaRPr>
          </a:p>
          <a:p>
            <a:pPr indent="0" lvl="0" marL="0" marR="0" rtl="0" algn="just">
              <a:lnSpc>
                <a:spcPct val="153461"/>
              </a:lnSpc>
              <a:spcBef>
                <a:spcPts val="0"/>
              </a:spcBef>
              <a:spcAft>
                <a:spcPts val="0"/>
              </a:spcAft>
              <a:buNone/>
            </a:pPr>
            <a:r>
              <a:t/>
            </a:r>
            <a:endParaRPr b="1" sz="2600">
              <a:solidFill>
                <a:schemeClr val="lt1"/>
              </a:solidFill>
              <a:latin typeface="Lato"/>
              <a:ea typeface="Lato"/>
              <a:cs typeface="Lato"/>
              <a:sym typeface="Lato"/>
            </a:endParaRPr>
          </a:p>
          <a:p>
            <a:pPr indent="-457200" lvl="0" marL="457200" marR="0" rtl="0" algn="just">
              <a:lnSpc>
                <a:spcPct val="153461"/>
              </a:lnSpc>
              <a:spcBef>
                <a:spcPts val="0"/>
              </a:spcBef>
              <a:spcAft>
                <a:spcPts val="0"/>
              </a:spcAft>
              <a:buClr>
                <a:schemeClr val="lt1"/>
              </a:buClr>
              <a:buSzPts val="2600"/>
              <a:buFont typeface="Arial"/>
              <a:buChar char="•"/>
            </a:pPr>
            <a:r>
              <a:rPr b="1" lang="en-US" sz="2600">
                <a:solidFill>
                  <a:schemeClr val="lt1"/>
                </a:solidFill>
                <a:latin typeface="Lato"/>
                <a:ea typeface="Lato"/>
                <a:cs typeface="Lato"/>
                <a:sym typeface="Lato"/>
              </a:rPr>
              <a:t>When needed again, the system retrieves these pages, causing a page fault.</a:t>
            </a:r>
            <a:endParaRPr b="1" sz="2600">
              <a:solidFill>
                <a:schemeClr val="lt1"/>
              </a:solidFill>
              <a:latin typeface="Lato"/>
              <a:ea typeface="Lato"/>
              <a:cs typeface="Lato"/>
              <a:sym typeface="Lato"/>
            </a:endParaRPr>
          </a:p>
          <a:p>
            <a:pPr indent="0" lvl="0" marL="0" marR="0" rtl="0" algn="just">
              <a:lnSpc>
                <a:spcPct val="153461"/>
              </a:lnSpc>
              <a:spcBef>
                <a:spcPts val="0"/>
              </a:spcBef>
              <a:spcAft>
                <a:spcPts val="0"/>
              </a:spcAft>
              <a:buNone/>
            </a:pPr>
            <a:r>
              <a:t/>
            </a:r>
            <a:endParaRPr b="1" sz="2600">
              <a:solidFill>
                <a:schemeClr val="lt1"/>
              </a:solidFill>
              <a:latin typeface="Lato"/>
              <a:ea typeface="Lato"/>
              <a:cs typeface="Lato"/>
              <a:sym typeface="Lato"/>
            </a:endParaRPr>
          </a:p>
          <a:p>
            <a:pPr indent="-457200" lvl="0" marL="457200" marR="0" rtl="0" algn="just">
              <a:lnSpc>
                <a:spcPct val="153461"/>
              </a:lnSpc>
              <a:spcBef>
                <a:spcPts val="0"/>
              </a:spcBef>
              <a:spcAft>
                <a:spcPts val="0"/>
              </a:spcAft>
              <a:buClr>
                <a:schemeClr val="lt1"/>
              </a:buClr>
              <a:buSzPts val="2600"/>
              <a:buFont typeface="Arial"/>
              <a:buChar char="•"/>
            </a:pPr>
            <a:r>
              <a:rPr b="1" lang="en-US" sz="2600">
                <a:solidFill>
                  <a:schemeClr val="lt1"/>
                </a:solidFill>
                <a:latin typeface="Lato"/>
                <a:ea typeface="Lato"/>
                <a:cs typeface="Lato"/>
                <a:sym typeface="Lato"/>
              </a:rPr>
              <a:t>This process ensures efficient multitasking and prevents system crashes due to memory shortages.</a:t>
            </a:r>
            <a:endParaRPr b="1" sz="2600">
              <a:solidFill>
                <a:schemeClr val="lt1"/>
              </a:solidFill>
              <a:latin typeface="Lato"/>
              <a:ea typeface="Lato"/>
              <a:cs typeface="Lato"/>
              <a:sym typeface="Lato"/>
            </a:endParaRPr>
          </a:p>
          <a:p>
            <a:pPr indent="0" lvl="0" marL="0" marR="0" rtl="0" algn="just">
              <a:lnSpc>
                <a:spcPct val="153461"/>
              </a:lnSpc>
              <a:spcBef>
                <a:spcPts val="0"/>
              </a:spcBef>
              <a:spcAft>
                <a:spcPts val="0"/>
              </a:spcAft>
              <a:buNone/>
            </a:pPr>
            <a:r>
              <a:t/>
            </a:r>
            <a:endParaRPr b="1" sz="2600">
              <a:solidFill>
                <a:schemeClr val="lt1"/>
              </a:solidFill>
              <a:latin typeface="Lato"/>
              <a:ea typeface="Lato"/>
              <a:cs typeface="Lato"/>
              <a:sym typeface="Lato"/>
            </a:endParaRPr>
          </a:p>
        </p:txBody>
      </p:sp>
      <p:pic>
        <p:nvPicPr>
          <p:cNvPr id="429" name="Google Shape;429;p19"/>
          <p:cNvPicPr preferRelativeResize="0"/>
          <p:nvPr/>
        </p:nvPicPr>
        <p:blipFill rotWithShape="1">
          <a:blip r:embed="rId3">
            <a:alphaModFix/>
          </a:blip>
          <a:srcRect b="0" l="0" r="0" t="0"/>
          <a:stretch/>
        </p:blipFill>
        <p:spPr>
          <a:xfrm>
            <a:off x="8077200" y="1714500"/>
            <a:ext cx="9718675" cy="707326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0"/>
          <p:cNvSpPr txBox="1"/>
          <p:nvPr/>
        </p:nvSpPr>
        <p:spPr>
          <a:xfrm>
            <a:off x="4191005" y="647711"/>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a:solidFill>
                  <a:schemeClr val="accent1"/>
                </a:solidFill>
                <a:latin typeface="Lato"/>
                <a:ea typeface="Lato"/>
                <a:cs typeface="Lato"/>
                <a:sym typeface="Lato"/>
              </a:rPr>
              <a:t>Practice Lab</a:t>
            </a:r>
            <a:endParaRPr b="1" sz="8000" u="none" strike="noStrike">
              <a:solidFill>
                <a:schemeClr val="accent1"/>
              </a:solidFill>
              <a:latin typeface="Lato"/>
              <a:ea typeface="Lato"/>
              <a:cs typeface="Lato"/>
              <a:sym typeface="Lato"/>
            </a:endParaRPr>
          </a:p>
        </p:txBody>
      </p:sp>
      <p:sp>
        <p:nvSpPr>
          <p:cNvPr id="435" name="Google Shape;435;p20"/>
          <p:cNvSpPr txBox="1"/>
          <p:nvPr/>
        </p:nvSpPr>
        <p:spPr>
          <a:xfrm>
            <a:off x="914400" y="1866900"/>
            <a:ext cx="15971520" cy="7932420"/>
          </a:xfrm>
          <a:prstGeom prst="rect">
            <a:avLst/>
          </a:prstGeom>
          <a:noFill/>
          <a:ln>
            <a:noFill/>
          </a:ln>
        </p:spPr>
        <p:txBody>
          <a:bodyPr anchorCtr="0" anchor="t" bIns="0" lIns="0" spcFirstLastPara="1" rIns="0" wrap="square" tIns="0">
            <a:noAutofit/>
          </a:bodyPr>
          <a:lstStyle/>
          <a:p>
            <a:pPr indent="-742950" lvl="0" marL="742950" marR="0" rtl="0" algn="just">
              <a:lnSpc>
                <a:spcPct val="115000"/>
              </a:lnSpc>
              <a:spcBef>
                <a:spcPts val="0"/>
              </a:spcBef>
              <a:spcAft>
                <a:spcPts val="0"/>
              </a:spcAft>
              <a:buClr>
                <a:schemeClr val="lt1"/>
              </a:buClr>
              <a:buSzPts val="4400"/>
              <a:buFont typeface="Lato"/>
              <a:buAutoNum type="arabicPeriod"/>
            </a:pPr>
            <a:r>
              <a:rPr b="1" lang="en-US" sz="4400">
                <a:solidFill>
                  <a:schemeClr val="lt1"/>
                </a:solidFill>
                <a:latin typeface="Lato"/>
                <a:ea typeface="Lato"/>
                <a:cs typeface="Lato"/>
                <a:sym typeface="Lato"/>
              </a:rPr>
              <a:t>Create page tables and perform address translation.</a:t>
            </a:r>
            <a:endParaRPr b="1" sz="4400">
              <a:solidFill>
                <a:schemeClr val="lt1"/>
              </a:solidFill>
              <a:latin typeface="Lato"/>
              <a:ea typeface="Lato"/>
              <a:cs typeface="Lato"/>
              <a:sym typeface="Lato"/>
            </a:endParaRPr>
          </a:p>
          <a:p>
            <a:pPr indent="-463550" lvl="0" marL="742950" marR="0" rtl="0" algn="just">
              <a:lnSpc>
                <a:spcPct val="115000"/>
              </a:lnSpc>
              <a:spcBef>
                <a:spcPts val="700"/>
              </a:spcBef>
              <a:spcAft>
                <a:spcPts val="0"/>
              </a:spcAft>
              <a:buClr>
                <a:schemeClr val="lt1"/>
              </a:buClr>
              <a:buSzPts val="4400"/>
              <a:buFont typeface="Lato"/>
              <a:buNone/>
            </a:pPr>
            <a:r>
              <a:t/>
            </a:r>
            <a:endParaRPr b="1" sz="4400">
              <a:solidFill>
                <a:schemeClr val="lt1"/>
              </a:solidFill>
              <a:latin typeface="Lato"/>
              <a:ea typeface="Lato"/>
              <a:cs typeface="Lato"/>
              <a:sym typeface="Lato"/>
            </a:endParaRPr>
          </a:p>
          <a:p>
            <a:pPr indent="-742950" lvl="0" marL="742950" marR="0" rtl="0" algn="just">
              <a:lnSpc>
                <a:spcPct val="115000"/>
              </a:lnSpc>
              <a:spcBef>
                <a:spcPts val="700"/>
              </a:spcBef>
              <a:spcAft>
                <a:spcPts val="0"/>
              </a:spcAft>
              <a:buClr>
                <a:schemeClr val="lt1"/>
              </a:buClr>
              <a:buSzPts val="4400"/>
              <a:buFont typeface="Lato"/>
              <a:buAutoNum type="arabicPeriod"/>
            </a:pPr>
            <a:r>
              <a:rPr b="1" lang="en-US" sz="4400">
                <a:solidFill>
                  <a:schemeClr val="lt1"/>
                </a:solidFill>
                <a:latin typeface="Lato"/>
                <a:ea typeface="Lato"/>
                <a:cs typeface="Lato"/>
                <a:sym typeface="Lato"/>
              </a:rPr>
              <a:t>Convert logical addresses to physical using base and limit values for segments.</a:t>
            </a:r>
            <a:endParaRPr b="1" sz="4400">
              <a:solidFill>
                <a:schemeClr val="lt1"/>
              </a:solidFill>
              <a:latin typeface="Lato"/>
              <a:ea typeface="Lato"/>
              <a:cs typeface="Lato"/>
              <a:sym typeface="Lato"/>
            </a:endParaRPr>
          </a:p>
          <a:p>
            <a:pPr indent="-463550" lvl="0" marL="742950" marR="0" rtl="0" algn="just">
              <a:lnSpc>
                <a:spcPct val="115000"/>
              </a:lnSpc>
              <a:spcBef>
                <a:spcPts val="700"/>
              </a:spcBef>
              <a:spcAft>
                <a:spcPts val="0"/>
              </a:spcAft>
              <a:buClr>
                <a:schemeClr val="lt1"/>
              </a:buClr>
              <a:buSzPts val="4400"/>
              <a:buFont typeface="Lato"/>
              <a:buNone/>
            </a:pPr>
            <a:r>
              <a:t/>
            </a:r>
            <a:endParaRPr b="1" sz="4400">
              <a:solidFill>
                <a:schemeClr val="lt1"/>
              </a:solidFill>
              <a:latin typeface="Lato"/>
              <a:ea typeface="Lato"/>
              <a:cs typeface="Lato"/>
              <a:sym typeface="Lato"/>
            </a:endParaRPr>
          </a:p>
          <a:p>
            <a:pPr indent="-742950" lvl="0" marL="742950" marR="0" rtl="0" algn="just">
              <a:lnSpc>
                <a:spcPct val="115000"/>
              </a:lnSpc>
              <a:spcBef>
                <a:spcPts val="700"/>
              </a:spcBef>
              <a:spcAft>
                <a:spcPts val="0"/>
              </a:spcAft>
              <a:buClr>
                <a:schemeClr val="lt1"/>
              </a:buClr>
              <a:buSzPts val="4400"/>
              <a:buFont typeface="Lato"/>
              <a:buAutoNum type="arabicPeriod"/>
            </a:pPr>
            <a:r>
              <a:rPr b="1" lang="en-US" sz="4400">
                <a:solidFill>
                  <a:schemeClr val="lt1"/>
                </a:solidFill>
                <a:latin typeface="Lato"/>
                <a:ea typeface="Lato"/>
                <a:cs typeface="Lato"/>
                <a:sym typeface="Lato"/>
              </a:rPr>
              <a:t>Simulate demand paging with page fault handling.</a:t>
            </a:r>
            <a:endParaRPr b="1" sz="4400">
              <a:solidFill>
                <a:schemeClr val="l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001-6">
      <a:dk1>
        <a:srgbClr val="333333"/>
      </a:dk1>
      <a:lt1>
        <a:srgbClr val="FFFFFF"/>
      </a:lt1>
      <a:dk2>
        <a:srgbClr val="000000"/>
      </a:dk2>
      <a:lt2>
        <a:srgbClr val="FFF7F7"/>
      </a:lt2>
      <a:accent1>
        <a:srgbClr val="FE0000"/>
      </a:accent1>
      <a:accent2>
        <a:srgbClr val="E8CA16"/>
      </a:accent2>
      <a:accent3>
        <a:srgbClr val="0BBFE9"/>
      </a:accent3>
      <a:accent4>
        <a:srgbClr val="1C40F4"/>
      </a:accent4>
      <a:accent5>
        <a:srgbClr val="7F12F6"/>
      </a:accent5>
      <a:accent6>
        <a:srgbClr val="F53DC0"/>
      </a:accent6>
      <a:hlink>
        <a:srgbClr val="0026E5"/>
      </a:hlink>
      <a:folHlink>
        <a:srgbClr val="7E1FA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F3F4A63587F640D8938535A21F5BAD5D_12</vt:lpwstr>
  </property>
  <property fmtid="{D5CDD505-2E9C-101B-9397-08002B2CF9AE}" pid="3" name="KSOProductBuildVer">
    <vt:lpwstr>1033-12.2.0.21179</vt:lpwstr>
  </property>
</Properties>
</file>