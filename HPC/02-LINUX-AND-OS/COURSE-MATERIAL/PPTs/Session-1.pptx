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Lst>
  <p:sldSz cy="10287000" cx="18288000"/>
  <p:notesSz cx="6858000" cy="9144000"/>
  <p:embeddedFontLst>
    <p:embeddedFont>
      <p:font typeface="IBM Plex Sans"/>
      <p:bold r:id="rId42"/>
      <p:boldItalic r:id="rId43"/>
    </p:embeddedFont>
    <p:embeddedFont>
      <p:font typeface="Poppins"/>
      <p:bold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56">
          <p15:clr>
            <a:srgbClr val="A4A3A4"/>
          </p15:clr>
        </p15:guide>
        <p15:guide id="2" pos="2868">
          <p15:clr>
            <a:srgbClr val="A4A3A4"/>
          </p15:clr>
        </p15:guide>
      </p15:sldGuideLst>
    </p:ext>
    <p:ext uri="GoogleSlidesCustomDataVersion2">
      <go:slidesCustomData xmlns:go="http://customooxmlschemas.google.com/" r:id="rId46" roundtripDataSignature="AMtx7mjSDnlvk2qgflJx7LhUet6hEUKq+Q=="/>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anuja Shridhar"/>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56" orient="horz"/>
        <p:guide pos="286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font" Target="fonts/IBMPlexSans-bold.fntdata"/><Relationship Id="rId41" Type="http://schemas.openxmlformats.org/officeDocument/2006/relationships/slide" Target="slides/slide35.xml"/><Relationship Id="rId22" Type="http://schemas.openxmlformats.org/officeDocument/2006/relationships/slide" Target="slides/slide16.xml"/><Relationship Id="rId44" Type="http://schemas.openxmlformats.org/officeDocument/2006/relationships/font" Target="fonts/Poppins-bold.fntdata"/><Relationship Id="rId21" Type="http://schemas.openxmlformats.org/officeDocument/2006/relationships/slide" Target="slides/slide15.xml"/><Relationship Id="rId43" Type="http://schemas.openxmlformats.org/officeDocument/2006/relationships/font" Target="fonts/IBMPlexSans-boldItalic.fntdata"/><Relationship Id="rId24" Type="http://schemas.openxmlformats.org/officeDocument/2006/relationships/slide" Target="slides/slide18.xml"/><Relationship Id="rId46" Type="http://customschemas.google.com/relationships/presentationmetadata" Target="metadata"/><Relationship Id="rId23" Type="http://schemas.openxmlformats.org/officeDocument/2006/relationships/slide" Target="slides/slide17.xml"/><Relationship Id="rId45" Type="http://schemas.openxmlformats.org/officeDocument/2006/relationships/font" Target="fonts/Poppins-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07-01T05:26:48.894">
    <p:pos x="6000" y="0"/>
    <p:text>@arunbhardwaj28@gmail.com File System Support has common supported ( NTFS Ext etc ) Can be mentioned to avoid confusion
_Assigned to arunbhardwaj28@gmail.com_</p:text>
    <p:extLst>
      <p:ext uri="{C676402C-5697-4E1C-873F-D02D1690AC5C}">
        <p15:threadingInfo timeZoneBias="0"/>
      </p:ext>
      <p:ext uri="http://customooxmlschemas.google.com/">
        <go:slidesCustomData xmlns:go="http://customooxmlschemas.google.com/" commentPostId="AAABmf-CVOE"/>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86" name="Google Shape;86;p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b="0" i="0" sz="1200" u="none" cap="none" strike="noStrike">
              <a:solidFill>
                <a:schemeClr val="dk1"/>
              </a:solidFill>
              <a:latin typeface="Calibri"/>
              <a:ea typeface="Calibri"/>
              <a:cs typeface="Calibri"/>
              <a:sym typeface="Calibri"/>
            </a:endParaRPr>
          </a:p>
        </p:txBody>
      </p:sp>
      <p:sp>
        <p:nvSpPr>
          <p:cNvPr id="87" name="Google Shape;87;p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89" name="Google Shape;89;p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90" name="Google Shape;90;p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11" name="Google Shape;111;p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sz="1200">
              <a:solidFill>
                <a:schemeClr val="dk1"/>
              </a:solidFill>
              <a:latin typeface="Calibri"/>
              <a:ea typeface="Calibri"/>
              <a:cs typeface="Calibri"/>
              <a:sym typeface="Calibri"/>
            </a:endParaRPr>
          </a:p>
        </p:txBody>
      </p:sp>
      <p:sp>
        <p:nvSpPr>
          <p:cNvPr id="112" name="Google Shape;112;p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p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114" name="Google Shape;114;p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15" name="Google Shape;115;p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3: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3: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4: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4: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5: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p5: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6: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p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7: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3" name="Google Shape;283;p7: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8: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3" name="Google Shape;303;p8: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9: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0" name="Google Shape;320;p9: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10: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7" name="Google Shape;337;p10: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11: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5" name="Google Shape;355;p11: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12: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2" name="Google Shape;372;p12: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13: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9" name="Google Shape;389;p13: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14: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7" name="Google Shape;407;p14: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15: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4" name="Google Shape;424;p15: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16: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1" name="Google Shape;441;p16: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17: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8" name="Google Shape;458;p17: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18: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5" name="Google Shape;475;p18: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19: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2" name="Google Shape;492;p19: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20: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0" name="Google Shape;510;p20: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21: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7" name="Google Shape;527;p21: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22: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4" name="Google Shape;544;p22: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p23: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2" name="Google Shape;562;p23: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p24: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9" name="Google Shape;579;p24: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25: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6" name="Google Shape;596;p25: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p26: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4" name="Google Shape;614;p26: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27: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1" name="Google Shape;631;p27: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p28: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9" name="Google Shape;649;p28: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p29: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7" name="Google Shape;667;p29: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p30: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5" name="Google Shape;685;p30: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p31: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0" name="Google Shape;700;p31: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p32: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1" name="Google Shape;721;p32: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p33: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7" name="Google Shape;737;p33: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p34: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5" name="Google Shape;755;p34: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p35: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3" name="Google Shape;773;p35: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3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3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4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4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4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4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4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4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4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4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4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4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4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4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4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4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45"/>
          <p:cNvSpPr/>
          <p:nvPr>
            <p:ph idx="2" type="pic"/>
          </p:nvPr>
        </p:nvSpPr>
        <p:spPr>
          <a:xfrm>
            <a:off x="1792288" y="612775"/>
            <a:ext cx="5486400" cy="4114800"/>
          </a:xfrm>
          <a:prstGeom prst="rect">
            <a:avLst/>
          </a:prstGeom>
          <a:noFill/>
          <a:ln>
            <a:noFill/>
          </a:ln>
        </p:spPr>
      </p:sp>
      <p:sp>
        <p:nvSpPr>
          <p:cNvPr id="68" name="Google Shape;68;p4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4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4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4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4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6.jpg"/><Relationship Id="rId4" Type="http://schemas.openxmlformats.org/officeDocument/2006/relationships/image" Target="../media/image2.png"/><Relationship Id="rId5" Type="http://schemas.openxmlformats.org/officeDocument/2006/relationships/image" Target="../media/image5.png"/><Relationship Id="rId6"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5.jp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5.jp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0.jpg"/><Relationship Id="rId4" Type="http://schemas.openxmlformats.org/officeDocument/2006/relationships/image" Target="../media/image2.png"/><Relationship Id="rId5" Type="http://schemas.openxmlformats.org/officeDocument/2006/relationships/image" Target="../media/image9.png"/><Relationship Id="rId6"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comments" Target="../comments/comment1.xml"/><Relationship Id="rId4" Type="http://schemas.openxmlformats.org/officeDocument/2006/relationships/image" Target="../media/image15.jpg"/><Relationship Id="rId5"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5.jp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5.jpg"/><Relationship Id="rId4" Type="http://schemas.openxmlformats.org/officeDocument/2006/relationships/image" Target="../media/image2.png"/><Relationship Id="rId5"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5.jpg"/><Relationship Id="rId4" Type="http://schemas.openxmlformats.org/officeDocument/2006/relationships/image" Target="../media/image2.png"/><Relationship Id="rId5" Type="http://schemas.openxmlformats.org/officeDocument/2006/relationships/image" Target="../media/image1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5.jpg"/><Relationship Id="rId4" Type="http://schemas.openxmlformats.org/officeDocument/2006/relationships/image" Target="../media/image2.png"/><Relationship Id="rId5" Type="http://schemas.openxmlformats.org/officeDocument/2006/relationships/image" Target="../media/image18.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5.jpg"/><Relationship Id="rId4" Type="http://schemas.openxmlformats.org/officeDocument/2006/relationships/image" Target="../media/image17.png"/><Relationship Id="rId5" Type="http://schemas.openxmlformats.org/officeDocument/2006/relationships/image" Target="../media/image2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5.jpg"/><Relationship Id="rId4" Type="http://schemas.openxmlformats.org/officeDocument/2006/relationships/image" Target="../media/image17.png"/><Relationship Id="rId5" Type="http://schemas.openxmlformats.org/officeDocument/2006/relationships/image" Target="../media/image20.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5.jpg"/><Relationship Id="rId4" Type="http://schemas.openxmlformats.org/officeDocument/2006/relationships/image" Target="../media/image17.png"/><Relationship Id="rId5" Type="http://schemas.openxmlformats.org/officeDocument/2006/relationships/image" Target="../media/image2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5.jpg"/><Relationship Id="rId4" Type="http://schemas.openxmlformats.org/officeDocument/2006/relationships/image" Target="../media/image17.png"/><Relationship Id="rId5" Type="http://schemas.openxmlformats.org/officeDocument/2006/relationships/image" Target="../media/image3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5.jpg"/><Relationship Id="rId4" Type="http://schemas.openxmlformats.org/officeDocument/2006/relationships/image" Target="../media/image17.png"/><Relationship Id="rId5" Type="http://schemas.openxmlformats.org/officeDocument/2006/relationships/image" Target="../media/image40.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5.jpg"/><Relationship Id="rId4" Type="http://schemas.openxmlformats.org/officeDocument/2006/relationships/image" Target="../media/image17.png"/><Relationship Id="rId5" Type="http://schemas.openxmlformats.org/officeDocument/2006/relationships/image" Target="../media/image26.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5.jpg"/><Relationship Id="rId4" Type="http://schemas.openxmlformats.org/officeDocument/2006/relationships/image" Target="../media/image17.png"/><Relationship Id="rId5" Type="http://schemas.openxmlformats.org/officeDocument/2006/relationships/image" Target="../media/image38.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5.jpg"/><Relationship Id="rId4" Type="http://schemas.openxmlformats.org/officeDocument/2006/relationships/image" Target="../media/image17.png"/><Relationship Id="rId5" Type="http://schemas.openxmlformats.org/officeDocument/2006/relationships/image" Target="../media/image32.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5.jpg"/><Relationship Id="rId4" Type="http://schemas.openxmlformats.org/officeDocument/2006/relationships/image" Target="../media/image17.png"/><Relationship Id="rId5" Type="http://schemas.openxmlformats.org/officeDocument/2006/relationships/image" Target="../media/image29.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5.jpg"/><Relationship Id="rId4" Type="http://schemas.openxmlformats.org/officeDocument/2006/relationships/image" Target="../media/image17.png"/><Relationship Id="rId5" Type="http://schemas.openxmlformats.org/officeDocument/2006/relationships/image" Target="../media/image35.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5.jpg"/><Relationship Id="rId4" Type="http://schemas.openxmlformats.org/officeDocument/2006/relationships/image" Target="../media/image17.png"/><Relationship Id="rId5" Type="http://schemas.openxmlformats.org/officeDocument/2006/relationships/image" Target="../media/image25.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5.jpg"/><Relationship Id="rId4" Type="http://schemas.openxmlformats.org/officeDocument/2006/relationships/image" Target="../media/image17.png"/><Relationship Id="rId5" Type="http://schemas.openxmlformats.org/officeDocument/2006/relationships/image" Target="../media/image30.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5.jpg"/><Relationship Id="rId4" Type="http://schemas.openxmlformats.org/officeDocument/2006/relationships/image" Target="../media/image17.png"/><Relationship Id="rId5" Type="http://schemas.openxmlformats.org/officeDocument/2006/relationships/image" Target="../media/image34.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5.jpg"/><Relationship Id="rId4" Type="http://schemas.openxmlformats.org/officeDocument/2006/relationships/image" Target="../media/image17.png"/><Relationship Id="rId5" Type="http://schemas.openxmlformats.org/officeDocument/2006/relationships/image" Target="../media/image2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5.jpg"/><Relationship Id="rId4" Type="http://schemas.openxmlformats.org/officeDocument/2006/relationships/image" Target="../media/image17.png"/><Relationship Id="rId5" Type="http://schemas.openxmlformats.org/officeDocument/2006/relationships/image" Target="../media/image28.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5.jpg"/><Relationship Id="rId4" Type="http://schemas.openxmlformats.org/officeDocument/2006/relationships/image" Target="../media/image17.png"/><Relationship Id="rId5" Type="http://schemas.openxmlformats.org/officeDocument/2006/relationships/image" Target="../media/image2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5.jpg"/><Relationship Id="rId4" Type="http://schemas.openxmlformats.org/officeDocument/2006/relationships/image" Target="../media/image17.png"/><Relationship Id="rId5" Type="http://schemas.openxmlformats.org/officeDocument/2006/relationships/image" Target="../media/image24.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5.jpg"/><Relationship Id="rId4" Type="http://schemas.openxmlformats.org/officeDocument/2006/relationships/image" Target="../media/image17.png"/><Relationship Id="rId5" Type="http://schemas.openxmlformats.org/officeDocument/2006/relationships/image" Target="../media/image3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41.jpg"/><Relationship Id="rId4" Type="http://schemas.openxmlformats.org/officeDocument/2006/relationships/image" Target="../media/image2.png"/><Relationship Id="rId5" Type="http://schemas.openxmlformats.org/officeDocument/2006/relationships/image" Target="../media/image3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42.jpg"/><Relationship Id="rId4" Type="http://schemas.openxmlformats.org/officeDocument/2006/relationships/image" Target="../media/image2.png"/><Relationship Id="rId5" Type="http://schemas.openxmlformats.org/officeDocument/2006/relationships/image" Target="../media/image3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43.jpg"/><Relationship Id="rId4" Type="http://schemas.openxmlformats.org/officeDocument/2006/relationships/image" Target="../media/image2.png"/><Relationship Id="rId5" Type="http://schemas.openxmlformats.org/officeDocument/2006/relationships/image" Target="../media/image3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42.jpg"/><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42.jpg"/><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42.jpg"/><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42.jp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
          <p:cNvSpPr/>
          <p:nvPr/>
        </p:nvSpPr>
        <p:spPr>
          <a:xfrm>
            <a:off x="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15" l="0" r="0" t="-16"/>
            </a:stretch>
          </a:blipFill>
          <a:ln>
            <a:noFill/>
          </a:ln>
        </p:spPr>
      </p:sp>
      <p:sp>
        <p:nvSpPr>
          <p:cNvPr id="93" name="Google Shape;93;p1"/>
          <p:cNvSpPr/>
          <p:nvPr/>
        </p:nvSpPr>
        <p:spPr>
          <a:xfrm>
            <a:off x="1028700" y="939364"/>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94" name="Google Shape;94;p1"/>
          <p:cNvSpPr/>
          <p:nvPr/>
        </p:nvSpPr>
        <p:spPr>
          <a:xfrm>
            <a:off x="14397963" y="7123103"/>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95" name="Google Shape;95;p1"/>
          <p:cNvSpPr/>
          <p:nvPr/>
        </p:nvSpPr>
        <p:spPr>
          <a:xfrm>
            <a:off x="4370258" y="7123103"/>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96" name="Google Shape;96;p1"/>
          <p:cNvSpPr/>
          <p:nvPr/>
        </p:nvSpPr>
        <p:spPr>
          <a:xfrm>
            <a:off x="12856348" y="1360054"/>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97" name="Google Shape;97;p1"/>
          <p:cNvSpPr/>
          <p:nvPr/>
        </p:nvSpPr>
        <p:spPr>
          <a:xfrm>
            <a:off x="7848536" y="37835"/>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98" name="Google Shape;98;p1"/>
          <p:cNvSpPr/>
          <p:nvPr/>
        </p:nvSpPr>
        <p:spPr>
          <a:xfrm>
            <a:off x="762001" y="81915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99" name="Google Shape;99;p1"/>
          <p:cNvSpPr/>
          <p:nvPr/>
        </p:nvSpPr>
        <p:spPr>
          <a:xfrm>
            <a:off x="6019574" y="7124552"/>
            <a:ext cx="6990566" cy="868203"/>
          </a:xfrm>
          <a:custGeom>
            <a:rect b="b" l="l" r="r" t="t"/>
            <a:pathLst>
              <a:path extrusionOk="0" h="868203" w="6990566">
                <a:moveTo>
                  <a:pt x="0" y="0"/>
                </a:moveTo>
                <a:lnTo>
                  <a:pt x="6990566" y="0"/>
                </a:lnTo>
                <a:lnTo>
                  <a:pt x="6990566" y="868203"/>
                </a:lnTo>
                <a:lnTo>
                  <a:pt x="0" y="868203"/>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00" name="Google Shape;100;p1"/>
          <p:cNvGrpSpPr/>
          <p:nvPr/>
        </p:nvGrpSpPr>
        <p:grpSpPr>
          <a:xfrm>
            <a:off x="1967174" y="2217133"/>
            <a:ext cx="14132706" cy="3184684"/>
            <a:chOff x="0" y="-47625"/>
            <a:chExt cx="18843608" cy="4246245"/>
          </a:xfrm>
        </p:grpSpPr>
        <p:sp>
          <p:nvSpPr>
            <p:cNvPr id="101" name="Google Shape;101;p1"/>
            <p:cNvSpPr/>
            <p:nvPr/>
          </p:nvSpPr>
          <p:spPr>
            <a:xfrm>
              <a:off x="0" y="0"/>
              <a:ext cx="18843608" cy="4198620"/>
            </a:xfrm>
            <a:custGeom>
              <a:rect b="b" l="l" r="r" t="t"/>
              <a:pathLst>
                <a:path extrusionOk="0" h="4198620" w="18843608">
                  <a:moveTo>
                    <a:pt x="0" y="0"/>
                  </a:moveTo>
                  <a:lnTo>
                    <a:pt x="18843608" y="0"/>
                  </a:lnTo>
                  <a:lnTo>
                    <a:pt x="18843608" y="4198620"/>
                  </a:lnTo>
                  <a:lnTo>
                    <a:pt x="0" y="4198620"/>
                  </a:lnTo>
                  <a:close/>
                </a:path>
              </a:pathLst>
            </a:custGeom>
            <a:solidFill>
              <a:srgbClr val="000000">
                <a:alpha val="0"/>
              </a:srgbClr>
            </a:solidFill>
            <a:ln>
              <a:noFill/>
            </a:ln>
          </p:spPr>
        </p:sp>
        <p:sp>
          <p:nvSpPr>
            <p:cNvPr id="102" name="Google Shape;102;p1"/>
            <p:cNvSpPr txBox="1"/>
            <p:nvPr/>
          </p:nvSpPr>
          <p:spPr>
            <a:xfrm>
              <a:off x="0" y="-47625"/>
              <a:ext cx="18843608" cy="4246245"/>
            </a:xfrm>
            <a:prstGeom prst="rect">
              <a:avLst/>
            </a:prstGeom>
            <a:noFill/>
            <a:ln>
              <a:noFill/>
            </a:ln>
          </p:spPr>
          <p:txBody>
            <a:bodyPr anchorCtr="0" anchor="t" bIns="0" lIns="0" spcFirstLastPara="1" rIns="0" wrap="square" tIns="0">
              <a:noAutofit/>
            </a:bodyPr>
            <a:lstStyle/>
            <a:p>
              <a:pPr indent="0" lvl="0" marL="0" marR="0" rtl="0" algn="ctr">
                <a:lnSpc>
                  <a:spcPct val="124800"/>
                </a:lnSpc>
                <a:spcBef>
                  <a:spcPts val="0"/>
                </a:spcBef>
                <a:spcAft>
                  <a:spcPts val="0"/>
                </a:spcAft>
                <a:buNone/>
              </a:pPr>
              <a:r>
                <a:rPr b="1" lang="en-US" sz="10000">
                  <a:solidFill>
                    <a:srgbClr val="C1FF72"/>
                  </a:solidFill>
                  <a:latin typeface="Calibri"/>
                  <a:ea typeface="Calibri"/>
                  <a:cs typeface="Calibri"/>
                  <a:sym typeface="Calibri"/>
                </a:rPr>
                <a:t>Linux and Operating System</a:t>
              </a:r>
              <a:endParaRPr b="1" sz="10000">
                <a:solidFill>
                  <a:srgbClr val="C1FF72"/>
                </a:solidFill>
                <a:latin typeface="Calibri"/>
                <a:ea typeface="Calibri"/>
                <a:cs typeface="Calibri"/>
                <a:sym typeface="Calibri"/>
              </a:endParaRPr>
            </a:p>
          </p:txBody>
        </p:sp>
      </p:grpSp>
      <p:grpSp>
        <p:nvGrpSpPr>
          <p:cNvPr id="103" name="Google Shape;103;p1"/>
          <p:cNvGrpSpPr/>
          <p:nvPr/>
        </p:nvGrpSpPr>
        <p:grpSpPr>
          <a:xfrm>
            <a:off x="7086600" y="7429500"/>
            <a:ext cx="3825240" cy="494030"/>
            <a:chOff x="-703833" y="-57566"/>
            <a:chExt cx="8582779" cy="658627"/>
          </a:xfrm>
        </p:grpSpPr>
        <p:sp>
          <p:nvSpPr>
            <p:cNvPr id="104" name="Google Shape;104;p1"/>
            <p:cNvSpPr/>
            <p:nvPr/>
          </p:nvSpPr>
          <p:spPr>
            <a:xfrm>
              <a:off x="-703833" y="101588"/>
              <a:ext cx="7937361" cy="499473"/>
            </a:xfrm>
            <a:custGeom>
              <a:rect b="b" l="l" r="r" t="t"/>
              <a:pathLst>
                <a:path extrusionOk="0" h="499473" w="12129017">
                  <a:moveTo>
                    <a:pt x="0" y="0"/>
                  </a:moveTo>
                  <a:lnTo>
                    <a:pt x="12129017" y="0"/>
                  </a:lnTo>
                  <a:lnTo>
                    <a:pt x="12129017" y="499473"/>
                  </a:lnTo>
                  <a:lnTo>
                    <a:pt x="0" y="499473"/>
                  </a:lnTo>
                  <a:close/>
                </a:path>
              </a:pathLst>
            </a:custGeom>
            <a:solidFill>
              <a:srgbClr val="000000">
                <a:alpha val="0"/>
              </a:srgbClr>
            </a:solidFill>
            <a:ln>
              <a:noFill/>
            </a:ln>
          </p:spPr>
        </p:sp>
        <p:sp>
          <p:nvSpPr>
            <p:cNvPr id="105" name="Google Shape;105;p1"/>
            <p:cNvSpPr txBox="1"/>
            <p:nvPr/>
          </p:nvSpPr>
          <p:spPr>
            <a:xfrm>
              <a:off x="1347827" y="-57566"/>
              <a:ext cx="6531119" cy="557039"/>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None/>
              </a:pPr>
              <a:r>
                <a:rPr b="1" lang="en-US" sz="2125">
                  <a:solidFill>
                    <a:srgbClr val="0A0A23"/>
                  </a:solidFill>
                  <a:latin typeface="Poppins"/>
                  <a:ea typeface="Poppins"/>
                  <a:cs typeface="Poppins"/>
                  <a:sym typeface="Poppins"/>
                </a:rPr>
                <a:t>Presenter</a:t>
              </a:r>
              <a:endParaRPr b="1" sz="2125">
                <a:solidFill>
                  <a:srgbClr val="0A0A23"/>
                </a:solidFill>
                <a:latin typeface="Poppins"/>
                <a:ea typeface="Poppins"/>
                <a:cs typeface="Poppins"/>
                <a:sym typeface="Poppins"/>
              </a:endParaRPr>
            </a:p>
          </p:txBody>
        </p:sp>
      </p:grpSp>
      <p:grpSp>
        <p:nvGrpSpPr>
          <p:cNvPr id="106" name="Google Shape;106;p1"/>
          <p:cNvGrpSpPr/>
          <p:nvPr/>
        </p:nvGrpSpPr>
        <p:grpSpPr>
          <a:xfrm>
            <a:off x="2209800" y="7886700"/>
            <a:ext cx="14641830" cy="2502535"/>
            <a:chOff x="0" y="0"/>
            <a:chExt cx="14075280" cy="3336325"/>
          </a:xfrm>
        </p:grpSpPr>
        <p:sp>
          <p:nvSpPr>
            <p:cNvPr id="107" name="Google Shape;107;p1"/>
            <p:cNvSpPr/>
            <p:nvPr/>
          </p:nvSpPr>
          <p:spPr>
            <a:xfrm>
              <a:off x="0" y="0"/>
              <a:ext cx="14075280" cy="3336325"/>
            </a:xfrm>
            <a:custGeom>
              <a:rect b="b" l="l" r="r" t="t"/>
              <a:pathLst>
                <a:path extrusionOk="0" h="3336325" w="14075280">
                  <a:moveTo>
                    <a:pt x="0" y="0"/>
                  </a:moveTo>
                  <a:lnTo>
                    <a:pt x="14075280" y="0"/>
                  </a:lnTo>
                  <a:lnTo>
                    <a:pt x="14075280" y="3336325"/>
                  </a:lnTo>
                  <a:lnTo>
                    <a:pt x="0" y="3336325"/>
                  </a:lnTo>
                  <a:close/>
                </a:path>
              </a:pathLst>
            </a:custGeom>
            <a:solidFill>
              <a:srgbClr val="000000">
                <a:alpha val="0"/>
              </a:srgbClr>
            </a:solidFill>
            <a:ln>
              <a:noFill/>
            </a:ln>
          </p:spPr>
        </p:sp>
        <p:sp>
          <p:nvSpPr>
            <p:cNvPr id="108" name="Google Shape;108;p1"/>
            <p:cNvSpPr txBox="1"/>
            <p:nvPr/>
          </p:nvSpPr>
          <p:spPr>
            <a:xfrm>
              <a:off x="0" y="101588"/>
              <a:ext cx="14075280" cy="242457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lang="en-US" sz="3709">
                  <a:solidFill>
                    <a:srgbClr val="FFFFFF"/>
                  </a:solidFill>
                  <a:latin typeface="Poppins"/>
                  <a:ea typeface="Poppins"/>
                  <a:cs typeface="Poppins"/>
                  <a:sym typeface="Poppins"/>
                </a:rPr>
                <a:t>Arun Kumar</a:t>
              </a:r>
              <a:endParaRPr b="1" sz="3709">
                <a:solidFill>
                  <a:srgbClr val="FFFFFF"/>
                </a:solidFill>
                <a:latin typeface="Poppins"/>
                <a:ea typeface="Poppins"/>
                <a:cs typeface="Poppins"/>
                <a:sym typeface="Poppins"/>
              </a:endParaRPr>
            </a:p>
            <a:p>
              <a:pPr indent="0" lvl="0" marL="0" marR="0" rtl="0" algn="ctr">
                <a:lnSpc>
                  <a:spcPct val="100000"/>
                </a:lnSpc>
                <a:spcBef>
                  <a:spcPts val="0"/>
                </a:spcBef>
                <a:spcAft>
                  <a:spcPts val="0"/>
                </a:spcAft>
                <a:buNone/>
              </a:pPr>
              <a:r>
                <a:rPr b="1" lang="en-US" sz="3709">
                  <a:solidFill>
                    <a:srgbClr val="FFFFFF"/>
                  </a:solidFill>
                  <a:latin typeface="Poppins"/>
                  <a:ea typeface="Poppins"/>
                  <a:cs typeface="Poppins"/>
                  <a:sym typeface="Poppins"/>
                </a:rPr>
                <a:t>Senior Project Engineer</a:t>
              </a:r>
              <a:endParaRPr b="1" sz="3709">
                <a:solidFill>
                  <a:srgbClr val="FFFFFF"/>
                </a:solidFill>
                <a:latin typeface="Poppins"/>
                <a:ea typeface="Poppins"/>
                <a:cs typeface="Poppins"/>
                <a:sym typeface="Poppins"/>
              </a:endParaRPr>
            </a:p>
            <a:p>
              <a:pPr indent="0" lvl="0" marL="0" marR="0" rtl="0" algn="ctr">
                <a:lnSpc>
                  <a:spcPct val="100000"/>
                </a:lnSpc>
                <a:spcBef>
                  <a:spcPts val="0"/>
                </a:spcBef>
                <a:spcAft>
                  <a:spcPts val="0"/>
                </a:spcAft>
                <a:buNone/>
              </a:pPr>
              <a:r>
                <a:rPr b="1" lang="en-US" sz="3709">
                  <a:solidFill>
                    <a:srgbClr val="FFFFFF"/>
                  </a:solidFill>
                  <a:latin typeface="Poppins"/>
                  <a:ea typeface="Poppins"/>
                  <a:cs typeface="Poppins"/>
                  <a:sym typeface="Poppins"/>
                </a:rPr>
                <a:t>Software Technology &amp; Cyber Security Group</a:t>
              </a:r>
              <a:endParaRPr b="1" sz="3709">
                <a:solidFill>
                  <a:srgbClr val="FFFFFF"/>
                </a:solidFill>
                <a:latin typeface="Poppins"/>
                <a:ea typeface="Poppins"/>
                <a:cs typeface="Poppins"/>
                <a:sym typeface="Poppins"/>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
          <p:cNvSpPr/>
          <p:nvPr/>
        </p:nvSpPr>
        <p:spPr>
          <a:xfrm>
            <a:off x="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7" l="0" r="0" t="-9258"/>
            </a:stretch>
          </a:blipFill>
          <a:ln>
            <a:noFill/>
          </a:ln>
        </p:spPr>
      </p:sp>
      <p:sp>
        <p:nvSpPr>
          <p:cNvPr id="118" name="Google Shape;118;p2"/>
          <p:cNvSpPr/>
          <p:nvPr/>
        </p:nvSpPr>
        <p:spPr>
          <a:xfrm>
            <a:off x="878206" y="230875"/>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119" name="Google Shape;119;p2"/>
          <p:cNvSpPr/>
          <p:nvPr/>
        </p:nvSpPr>
        <p:spPr>
          <a:xfrm>
            <a:off x="12783301" y="7692194"/>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120" name="Google Shape;120;p2"/>
          <p:cNvSpPr/>
          <p:nvPr/>
        </p:nvSpPr>
        <p:spPr>
          <a:xfrm>
            <a:off x="13990088" y="1222528"/>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121" name="Google Shape;121;p2"/>
          <p:cNvSpPr/>
          <p:nvPr/>
        </p:nvSpPr>
        <p:spPr>
          <a:xfrm>
            <a:off x="16305444" y="-566950"/>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122" name="Google Shape;122;p2"/>
          <p:cNvSpPr/>
          <p:nvPr/>
        </p:nvSpPr>
        <p:spPr>
          <a:xfrm>
            <a:off x="878206" y="9725103"/>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123" name="Google Shape;123;p2"/>
          <p:cNvSpPr/>
          <p:nvPr/>
        </p:nvSpPr>
        <p:spPr>
          <a:xfrm>
            <a:off x="2255567" y="2279240"/>
            <a:ext cx="6044243" cy="1013566"/>
          </a:xfrm>
          <a:custGeom>
            <a:rect b="b" l="l" r="r" t="t"/>
            <a:pathLst>
              <a:path extrusionOk="0" h="1013566" w="6044243">
                <a:moveTo>
                  <a:pt x="0" y="0"/>
                </a:moveTo>
                <a:lnTo>
                  <a:pt x="6044243" y="0"/>
                </a:lnTo>
                <a:lnTo>
                  <a:pt x="6044243" y="1013566"/>
                </a:lnTo>
                <a:lnTo>
                  <a:pt x="0" y="1013566"/>
                </a:lnTo>
                <a:lnTo>
                  <a:pt x="0" y="0"/>
                </a:lnTo>
                <a:close/>
              </a:path>
            </a:pathLst>
          </a:custGeom>
          <a:blipFill rotWithShape="1">
            <a:blip r:embed="rId5">
              <a:alphaModFix/>
            </a:blip>
            <a:stretch>
              <a:fillRect b="0" l="0" r="0" t="0"/>
            </a:stretch>
          </a:blipFill>
          <a:ln>
            <a:noFill/>
          </a:ln>
        </p:spPr>
      </p:sp>
      <p:sp>
        <p:nvSpPr>
          <p:cNvPr id="124" name="Google Shape;124;p2"/>
          <p:cNvSpPr/>
          <p:nvPr/>
        </p:nvSpPr>
        <p:spPr>
          <a:xfrm>
            <a:off x="1535557" y="2385306"/>
            <a:ext cx="1124438" cy="1124438"/>
          </a:xfrm>
          <a:custGeom>
            <a:rect b="b" l="l" r="r" t="t"/>
            <a:pathLst>
              <a:path extrusionOk="0" h="1124438" w="1124438">
                <a:moveTo>
                  <a:pt x="0" y="0"/>
                </a:moveTo>
                <a:lnTo>
                  <a:pt x="1124438" y="0"/>
                </a:lnTo>
                <a:lnTo>
                  <a:pt x="1124438" y="1124438"/>
                </a:lnTo>
                <a:lnTo>
                  <a:pt x="0" y="1124438"/>
                </a:lnTo>
                <a:lnTo>
                  <a:pt x="0" y="0"/>
                </a:lnTo>
                <a:close/>
              </a:path>
            </a:pathLst>
          </a:custGeom>
          <a:blipFill rotWithShape="1">
            <a:blip r:embed="rId6">
              <a:alphaModFix/>
            </a:blip>
            <a:stretch>
              <a:fillRect b="0" l="0" r="0" t="0"/>
            </a:stretch>
          </a:blipFill>
          <a:ln>
            <a:noFill/>
          </a:ln>
        </p:spPr>
      </p:sp>
      <p:grpSp>
        <p:nvGrpSpPr>
          <p:cNvPr id="125" name="Google Shape;125;p2"/>
          <p:cNvGrpSpPr/>
          <p:nvPr/>
        </p:nvGrpSpPr>
        <p:grpSpPr>
          <a:xfrm>
            <a:off x="4466741" y="376014"/>
            <a:ext cx="9354519" cy="1284732"/>
            <a:chOff x="0" y="-38100"/>
            <a:chExt cx="12472692" cy="1712976"/>
          </a:xfrm>
        </p:grpSpPr>
        <p:sp>
          <p:nvSpPr>
            <p:cNvPr id="126" name="Google Shape;126;p2"/>
            <p:cNvSpPr/>
            <p:nvPr/>
          </p:nvSpPr>
          <p:spPr>
            <a:xfrm>
              <a:off x="0" y="0"/>
              <a:ext cx="12472692" cy="1674876"/>
            </a:xfrm>
            <a:custGeom>
              <a:rect b="b" l="l" r="r" t="t"/>
              <a:pathLst>
                <a:path extrusionOk="0" h="1674876" w="12472692">
                  <a:moveTo>
                    <a:pt x="0" y="0"/>
                  </a:moveTo>
                  <a:lnTo>
                    <a:pt x="12472692" y="0"/>
                  </a:lnTo>
                  <a:lnTo>
                    <a:pt x="12472692" y="1674876"/>
                  </a:lnTo>
                  <a:lnTo>
                    <a:pt x="0" y="1674876"/>
                  </a:lnTo>
                  <a:close/>
                </a:path>
              </a:pathLst>
            </a:custGeom>
            <a:solidFill>
              <a:srgbClr val="000000">
                <a:alpha val="0"/>
              </a:srgbClr>
            </a:solidFill>
            <a:ln>
              <a:noFill/>
            </a:ln>
          </p:spPr>
        </p:sp>
        <p:sp>
          <p:nvSpPr>
            <p:cNvPr id="127" name="Google Shape;127;p2"/>
            <p:cNvSpPr txBox="1"/>
            <p:nvPr/>
          </p:nvSpPr>
          <p:spPr>
            <a:xfrm>
              <a:off x="0" y="-38100"/>
              <a:ext cx="12472692" cy="1712976"/>
            </a:xfrm>
            <a:prstGeom prst="rect">
              <a:avLst/>
            </a:prstGeom>
            <a:noFill/>
            <a:ln>
              <a:noFill/>
            </a:ln>
          </p:spPr>
          <p:txBody>
            <a:bodyPr anchorCtr="0" anchor="t" bIns="0" lIns="0" spcFirstLastPara="1" rIns="0" wrap="square" tIns="0">
              <a:noAutofit/>
            </a:bodyPr>
            <a:lstStyle/>
            <a:p>
              <a:pPr indent="0" lvl="0" marL="0" marR="0" rtl="0" algn="ctr">
                <a:lnSpc>
                  <a:spcPct val="124812"/>
                </a:lnSpc>
                <a:spcBef>
                  <a:spcPts val="0"/>
                </a:spcBef>
                <a:spcAft>
                  <a:spcPts val="0"/>
                </a:spcAft>
                <a:buNone/>
              </a:pPr>
              <a:r>
                <a:rPr b="1" lang="en-US" sz="8000">
                  <a:solidFill>
                    <a:srgbClr val="C1FF72"/>
                  </a:solidFill>
                  <a:latin typeface="Calibri"/>
                  <a:ea typeface="Calibri"/>
                  <a:cs typeface="Calibri"/>
                  <a:sym typeface="Calibri"/>
                </a:rPr>
                <a:t>Course Outline</a:t>
              </a:r>
              <a:endParaRPr b="1" sz="8000">
                <a:solidFill>
                  <a:srgbClr val="C1FF72"/>
                </a:solidFill>
                <a:latin typeface="Calibri"/>
                <a:ea typeface="Calibri"/>
                <a:cs typeface="Calibri"/>
                <a:sym typeface="Calibri"/>
              </a:endParaRPr>
            </a:p>
          </p:txBody>
        </p:sp>
      </p:grpSp>
      <p:grpSp>
        <p:nvGrpSpPr>
          <p:cNvPr id="128" name="Google Shape;128;p2"/>
          <p:cNvGrpSpPr/>
          <p:nvPr/>
        </p:nvGrpSpPr>
        <p:grpSpPr>
          <a:xfrm>
            <a:off x="2915679" y="2610731"/>
            <a:ext cx="4638391" cy="573576"/>
            <a:chOff x="0" y="-57150"/>
            <a:chExt cx="6184521" cy="764767"/>
          </a:xfrm>
        </p:grpSpPr>
        <p:sp>
          <p:nvSpPr>
            <p:cNvPr id="129" name="Google Shape;129;p2"/>
            <p:cNvSpPr/>
            <p:nvPr/>
          </p:nvSpPr>
          <p:spPr>
            <a:xfrm>
              <a:off x="0" y="0"/>
              <a:ext cx="6184521" cy="707617"/>
            </a:xfrm>
            <a:custGeom>
              <a:rect b="b" l="l" r="r" t="t"/>
              <a:pathLst>
                <a:path extrusionOk="0" h="707617" w="6184521">
                  <a:moveTo>
                    <a:pt x="0" y="0"/>
                  </a:moveTo>
                  <a:lnTo>
                    <a:pt x="6184521" y="0"/>
                  </a:lnTo>
                  <a:lnTo>
                    <a:pt x="6184521" y="707617"/>
                  </a:lnTo>
                  <a:lnTo>
                    <a:pt x="0" y="707617"/>
                  </a:lnTo>
                  <a:close/>
                </a:path>
              </a:pathLst>
            </a:custGeom>
            <a:solidFill>
              <a:srgbClr val="000000">
                <a:alpha val="0"/>
              </a:srgbClr>
            </a:solidFill>
            <a:ln>
              <a:noFill/>
            </a:ln>
          </p:spPr>
        </p:sp>
        <p:sp>
          <p:nvSpPr>
            <p:cNvPr id="130" name="Google Shape;130;p2"/>
            <p:cNvSpPr txBox="1"/>
            <p:nvPr/>
          </p:nvSpPr>
          <p:spPr>
            <a:xfrm>
              <a:off x="0" y="-57150"/>
              <a:ext cx="6184521" cy="764767"/>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lang="en-US" sz="3125">
                  <a:solidFill>
                    <a:srgbClr val="FFFFFF"/>
                  </a:solidFill>
                  <a:latin typeface="Calibri"/>
                  <a:ea typeface="Calibri"/>
                  <a:cs typeface="Calibri"/>
                  <a:sym typeface="Calibri"/>
                </a:rPr>
                <a:t>Introduction of Linux</a:t>
              </a:r>
              <a:endParaRPr b="1" sz="3125">
                <a:solidFill>
                  <a:srgbClr val="FFFFFF"/>
                </a:solidFill>
                <a:latin typeface="Calibri"/>
                <a:ea typeface="Calibri"/>
                <a:cs typeface="Calibri"/>
                <a:sym typeface="Calibri"/>
              </a:endParaRPr>
            </a:p>
          </p:txBody>
        </p:sp>
      </p:grpSp>
      <p:grpSp>
        <p:nvGrpSpPr>
          <p:cNvPr id="131" name="Google Shape;131;p2"/>
          <p:cNvGrpSpPr/>
          <p:nvPr/>
        </p:nvGrpSpPr>
        <p:grpSpPr>
          <a:xfrm>
            <a:off x="1644401" y="2487342"/>
            <a:ext cx="906750" cy="857913"/>
            <a:chOff x="0" y="-95250"/>
            <a:chExt cx="1209000" cy="1143883"/>
          </a:xfrm>
        </p:grpSpPr>
        <p:sp>
          <p:nvSpPr>
            <p:cNvPr id="132" name="Google Shape;132;p2"/>
            <p:cNvSpPr/>
            <p:nvPr/>
          </p:nvSpPr>
          <p:spPr>
            <a:xfrm>
              <a:off x="0" y="0"/>
              <a:ext cx="1209000" cy="1048633"/>
            </a:xfrm>
            <a:custGeom>
              <a:rect b="b" l="l" r="r" t="t"/>
              <a:pathLst>
                <a:path extrusionOk="0" h="1048633" w="1209000">
                  <a:moveTo>
                    <a:pt x="0" y="0"/>
                  </a:moveTo>
                  <a:lnTo>
                    <a:pt x="1209000" y="0"/>
                  </a:lnTo>
                  <a:lnTo>
                    <a:pt x="1209000" y="1048633"/>
                  </a:lnTo>
                  <a:lnTo>
                    <a:pt x="0" y="1048633"/>
                  </a:lnTo>
                  <a:close/>
                </a:path>
              </a:pathLst>
            </a:custGeom>
            <a:solidFill>
              <a:srgbClr val="000000">
                <a:alpha val="0"/>
              </a:srgbClr>
            </a:solidFill>
            <a:ln>
              <a:noFill/>
            </a:ln>
          </p:spPr>
        </p:sp>
        <p:sp>
          <p:nvSpPr>
            <p:cNvPr id="133" name="Google Shape;133;p2"/>
            <p:cNvSpPr txBox="1"/>
            <p:nvPr/>
          </p:nvSpPr>
          <p:spPr>
            <a:xfrm>
              <a:off x="0" y="-95250"/>
              <a:ext cx="1209000" cy="1143883"/>
            </a:xfrm>
            <a:prstGeom prst="rect">
              <a:avLst/>
            </a:prstGeom>
            <a:noFill/>
            <a:ln>
              <a:noFill/>
            </a:ln>
          </p:spPr>
          <p:txBody>
            <a:bodyPr anchorCtr="0" anchor="t" bIns="0" lIns="0" spcFirstLastPara="1" rIns="0" wrap="square" tIns="0">
              <a:noAutofit/>
            </a:bodyPr>
            <a:lstStyle/>
            <a:p>
              <a:pPr indent="0" lvl="0" marL="0" marR="0" rtl="0" algn="ctr">
                <a:lnSpc>
                  <a:spcPct val="139956"/>
                </a:lnSpc>
                <a:spcBef>
                  <a:spcPts val="0"/>
                </a:spcBef>
                <a:spcAft>
                  <a:spcPts val="0"/>
                </a:spcAft>
                <a:buNone/>
              </a:pPr>
              <a:r>
                <a:rPr lang="en-US" sz="4605">
                  <a:solidFill>
                    <a:srgbClr val="000000"/>
                  </a:solidFill>
                  <a:latin typeface="Calibri"/>
                  <a:ea typeface="Calibri"/>
                  <a:cs typeface="Calibri"/>
                  <a:sym typeface="Calibri"/>
                </a:rPr>
                <a:t>1</a:t>
              </a:r>
              <a:endParaRPr sz="4605">
                <a:solidFill>
                  <a:srgbClr val="000000"/>
                </a:solidFill>
                <a:latin typeface="Calibri"/>
                <a:ea typeface="Calibri"/>
                <a:cs typeface="Calibri"/>
                <a:sym typeface="Calibri"/>
              </a:endParaRPr>
            </a:p>
          </p:txBody>
        </p:sp>
      </p:grpSp>
      <p:sp>
        <p:nvSpPr>
          <p:cNvPr id="134" name="Google Shape;134;p2"/>
          <p:cNvSpPr/>
          <p:nvPr/>
        </p:nvSpPr>
        <p:spPr>
          <a:xfrm>
            <a:off x="8603725" y="8585729"/>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135" name="Google Shape;135;p2"/>
          <p:cNvSpPr/>
          <p:nvPr/>
        </p:nvSpPr>
        <p:spPr>
          <a:xfrm>
            <a:off x="9981148" y="2279240"/>
            <a:ext cx="6044243" cy="1013566"/>
          </a:xfrm>
          <a:custGeom>
            <a:rect b="b" l="l" r="r" t="t"/>
            <a:pathLst>
              <a:path extrusionOk="0" h="1013566" w="6044243">
                <a:moveTo>
                  <a:pt x="0" y="0"/>
                </a:moveTo>
                <a:lnTo>
                  <a:pt x="6044243" y="0"/>
                </a:lnTo>
                <a:lnTo>
                  <a:pt x="6044243" y="1013566"/>
                </a:lnTo>
                <a:lnTo>
                  <a:pt x="0" y="1013566"/>
                </a:lnTo>
                <a:lnTo>
                  <a:pt x="0" y="0"/>
                </a:lnTo>
                <a:close/>
              </a:path>
            </a:pathLst>
          </a:custGeom>
          <a:blipFill rotWithShape="1">
            <a:blip r:embed="rId5">
              <a:alphaModFix/>
            </a:blip>
            <a:stretch>
              <a:fillRect b="0" l="0" r="0" t="0"/>
            </a:stretch>
          </a:blipFill>
          <a:ln>
            <a:noFill/>
          </a:ln>
        </p:spPr>
      </p:sp>
      <p:sp>
        <p:nvSpPr>
          <p:cNvPr id="136" name="Google Shape;136;p2"/>
          <p:cNvSpPr/>
          <p:nvPr/>
        </p:nvSpPr>
        <p:spPr>
          <a:xfrm>
            <a:off x="9261138" y="2385306"/>
            <a:ext cx="1124438" cy="1124438"/>
          </a:xfrm>
          <a:custGeom>
            <a:rect b="b" l="l" r="r" t="t"/>
            <a:pathLst>
              <a:path extrusionOk="0" h="1124438" w="1124438">
                <a:moveTo>
                  <a:pt x="0" y="0"/>
                </a:moveTo>
                <a:lnTo>
                  <a:pt x="1124438" y="0"/>
                </a:lnTo>
                <a:lnTo>
                  <a:pt x="1124438" y="1124438"/>
                </a:lnTo>
                <a:lnTo>
                  <a:pt x="0" y="1124438"/>
                </a:lnTo>
                <a:lnTo>
                  <a:pt x="0" y="0"/>
                </a:lnTo>
                <a:close/>
              </a:path>
            </a:pathLst>
          </a:custGeom>
          <a:blipFill rotWithShape="1">
            <a:blip r:embed="rId6">
              <a:alphaModFix/>
            </a:blip>
            <a:stretch>
              <a:fillRect b="0" l="0" r="0" t="0"/>
            </a:stretch>
          </a:blipFill>
          <a:ln>
            <a:noFill/>
          </a:ln>
        </p:spPr>
      </p:sp>
      <p:grpSp>
        <p:nvGrpSpPr>
          <p:cNvPr id="137" name="Google Shape;137;p2"/>
          <p:cNvGrpSpPr/>
          <p:nvPr/>
        </p:nvGrpSpPr>
        <p:grpSpPr>
          <a:xfrm>
            <a:off x="10641261" y="2610731"/>
            <a:ext cx="4638391" cy="573576"/>
            <a:chOff x="0" y="-57150"/>
            <a:chExt cx="6184521" cy="764767"/>
          </a:xfrm>
        </p:grpSpPr>
        <p:sp>
          <p:nvSpPr>
            <p:cNvPr id="138" name="Google Shape;138;p2"/>
            <p:cNvSpPr/>
            <p:nvPr/>
          </p:nvSpPr>
          <p:spPr>
            <a:xfrm>
              <a:off x="0" y="0"/>
              <a:ext cx="6184521" cy="707617"/>
            </a:xfrm>
            <a:custGeom>
              <a:rect b="b" l="l" r="r" t="t"/>
              <a:pathLst>
                <a:path extrusionOk="0" h="707617" w="6184521">
                  <a:moveTo>
                    <a:pt x="0" y="0"/>
                  </a:moveTo>
                  <a:lnTo>
                    <a:pt x="6184521" y="0"/>
                  </a:lnTo>
                  <a:lnTo>
                    <a:pt x="6184521" y="707617"/>
                  </a:lnTo>
                  <a:lnTo>
                    <a:pt x="0" y="707617"/>
                  </a:lnTo>
                  <a:close/>
                </a:path>
              </a:pathLst>
            </a:custGeom>
            <a:solidFill>
              <a:srgbClr val="000000">
                <a:alpha val="0"/>
              </a:srgbClr>
            </a:solidFill>
            <a:ln>
              <a:noFill/>
            </a:ln>
          </p:spPr>
        </p:sp>
        <p:sp>
          <p:nvSpPr>
            <p:cNvPr id="139" name="Google Shape;139;p2"/>
            <p:cNvSpPr txBox="1"/>
            <p:nvPr/>
          </p:nvSpPr>
          <p:spPr>
            <a:xfrm>
              <a:off x="0" y="-57150"/>
              <a:ext cx="6184521" cy="764767"/>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lang="en-US" sz="3125">
                  <a:solidFill>
                    <a:srgbClr val="FFFFFF"/>
                  </a:solidFill>
                  <a:latin typeface="Calibri"/>
                  <a:ea typeface="Calibri"/>
                  <a:cs typeface="Calibri"/>
                  <a:sym typeface="Calibri"/>
                </a:rPr>
                <a:t>Shell Scripting</a:t>
              </a:r>
              <a:endParaRPr b="1" sz="3125">
                <a:solidFill>
                  <a:srgbClr val="FFFFFF"/>
                </a:solidFill>
                <a:latin typeface="Calibri"/>
                <a:ea typeface="Calibri"/>
                <a:cs typeface="Calibri"/>
                <a:sym typeface="Calibri"/>
              </a:endParaRPr>
            </a:p>
          </p:txBody>
        </p:sp>
      </p:grpSp>
      <p:grpSp>
        <p:nvGrpSpPr>
          <p:cNvPr id="140" name="Google Shape;140;p2"/>
          <p:cNvGrpSpPr/>
          <p:nvPr/>
        </p:nvGrpSpPr>
        <p:grpSpPr>
          <a:xfrm>
            <a:off x="9369982" y="2487342"/>
            <a:ext cx="906750" cy="857913"/>
            <a:chOff x="0" y="-95250"/>
            <a:chExt cx="1209000" cy="1143883"/>
          </a:xfrm>
        </p:grpSpPr>
        <p:sp>
          <p:nvSpPr>
            <p:cNvPr id="141" name="Google Shape;141;p2"/>
            <p:cNvSpPr/>
            <p:nvPr/>
          </p:nvSpPr>
          <p:spPr>
            <a:xfrm>
              <a:off x="0" y="0"/>
              <a:ext cx="1209000" cy="1048633"/>
            </a:xfrm>
            <a:custGeom>
              <a:rect b="b" l="l" r="r" t="t"/>
              <a:pathLst>
                <a:path extrusionOk="0" h="1048633" w="1209000">
                  <a:moveTo>
                    <a:pt x="0" y="0"/>
                  </a:moveTo>
                  <a:lnTo>
                    <a:pt x="1209000" y="0"/>
                  </a:lnTo>
                  <a:lnTo>
                    <a:pt x="1209000" y="1048633"/>
                  </a:lnTo>
                  <a:lnTo>
                    <a:pt x="0" y="1048633"/>
                  </a:lnTo>
                  <a:close/>
                </a:path>
              </a:pathLst>
            </a:custGeom>
            <a:solidFill>
              <a:srgbClr val="000000">
                <a:alpha val="0"/>
              </a:srgbClr>
            </a:solidFill>
            <a:ln>
              <a:noFill/>
            </a:ln>
          </p:spPr>
        </p:sp>
        <p:sp>
          <p:nvSpPr>
            <p:cNvPr id="142" name="Google Shape;142;p2"/>
            <p:cNvSpPr txBox="1"/>
            <p:nvPr/>
          </p:nvSpPr>
          <p:spPr>
            <a:xfrm>
              <a:off x="0" y="-95250"/>
              <a:ext cx="1209000" cy="1143883"/>
            </a:xfrm>
            <a:prstGeom prst="rect">
              <a:avLst/>
            </a:prstGeom>
            <a:noFill/>
            <a:ln>
              <a:noFill/>
            </a:ln>
          </p:spPr>
          <p:txBody>
            <a:bodyPr anchorCtr="0" anchor="t" bIns="0" lIns="0" spcFirstLastPara="1" rIns="0" wrap="square" tIns="0">
              <a:noAutofit/>
            </a:bodyPr>
            <a:lstStyle/>
            <a:p>
              <a:pPr indent="0" lvl="0" marL="0" marR="0" rtl="0" algn="ctr">
                <a:lnSpc>
                  <a:spcPct val="139956"/>
                </a:lnSpc>
                <a:spcBef>
                  <a:spcPts val="0"/>
                </a:spcBef>
                <a:spcAft>
                  <a:spcPts val="0"/>
                </a:spcAft>
                <a:buNone/>
              </a:pPr>
              <a:r>
                <a:rPr lang="en-US" sz="4605">
                  <a:solidFill>
                    <a:srgbClr val="000000"/>
                  </a:solidFill>
                  <a:latin typeface="Calibri"/>
                  <a:ea typeface="Calibri"/>
                  <a:cs typeface="Calibri"/>
                  <a:sym typeface="Calibri"/>
                </a:rPr>
                <a:t>2</a:t>
              </a:r>
              <a:endParaRPr sz="4605">
                <a:solidFill>
                  <a:srgbClr val="000000"/>
                </a:solidFill>
                <a:latin typeface="Calibri"/>
                <a:ea typeface="Calibri"/>
                <a:cs typeface="Calibri"/>
                <a:sym typeface="Calibri"/>
              </a:endParaRPr>
            </a:p>
          </p:txBody>
        </p:sp>
      </p:grpSp>
      <p:sp>
        <p:nvSpPr>
          <p:cNvPr id="143" name="Google Shape;143;p2"/>
          <p:cNvSpPr/>
          <p:nvPr/>
        </p:nvSpPr>
        <p:spPr>
          <a:xfrm>
            <a:off x="2255567" y="4289503"/>
            <a:ext cx="6044243" cy="1013566"/>
          </a:xfrm>
          <a:custGeom>
            <a:rect b="b" l="l" r="r" t="t"/>
            <a:pathLst>
              <a:path extrusionOk="0" h="1013566" w="6044243">
                <a:moveTo>
                  <a:pt x="0" y="0"/>
                </a:moveTo>
                <a:lnTo>
                  <a:pt x="6044243" y="0"/>
                </a:lnTo>
                <a:lnTo>
                  <a:pt x="6044243" y="1013566"/>
                </a:lnTo>
                <a:lnTo>
                  <a:pt x="0" y="1013566"/>
                </a:lnTo>
                <a:lnTo>
                  <a:pt x="0" y="0"/>
                </a:lnTo>
                <a:close/>
              </a:path>
            </a:pathLst>
          </a:custGeom>
          <a:blipFill rotWithShape="1">
            <a:blip r:embed="rId5">
              <a:alphaModFix/>
            </a:blip>
            <a:stretch>
              <a:fillRect b="0" l="0" r="0" t="0"/>
            </a:stretch>
          </a:blipFill>
          <a:ln>
            <a:noFill/>
          </a:ln>
        </p:spPr>
      </p:sp>
      <p:sp>
        <p:nvSpPr>
          <p:cNvPr id="144" name="Google Shape;144;p2"/>
          <p:cNvSpPr/>
          <p:nvPr/>
        </p:nvSpPr>
        <p:spPr>
          <a:xfrm>
            <a:off x="1535557" y="4395569"/>
            <a:ext cx="1124438" cy="1124438"/>
          </a:xfrm>
          <a:custGeom>
            <a:rect b="b" l="l" r="r" t="t"/>
            <a:pathLst>
              <a:path extrusionOk="0" h="1124438" w="1124438">
                <a:moveTo>
                  <a:pt x="0" y="0"/>
                </a:moveTo>
                <a:lnTo>
                  <a:pt x="1124438" y="0"/>
                </a:lnTo>
                <a:lnTo>
                  <a:pt x="1124438" y="1124438"/>
                </a:lnTo>
                <a:lnTo>
                  <a:pt x="0" y="1124438"/>
                </a:lnTo>
                <a:lnTo>
                  <a:pt x="0" y="0"/>
                </a:lnTo>
                <a:close/>
              </a:path>
            </a:pathLst>
          </a:custGeom>
          <a:blipFill rotWithShape="1">
            <a:blip r:embed="rId6">
              <a:alphaModFix/>
            </a:blip>
            <a:stretch>
              <a:fillRect b="0" l="0" r="0" t="0"/>
            </a:stretch>
          </a:blipFill>
          <a:ln>
            <a:noFill/>
          </a:ln>
        </p:spPr>
      </p:sp>
      <p:grpSp>
        <p:nvGrpSpPr>
          <p:cNvPr id="145" name="Google Shape;145;p2"/>
          <p:cNvGrpSpPr/>
          <p:nvPr/>
        </p:nvGrpSpPr>
        <p:grpSpPr>
          <a:xfrm>
            <a:off x="2915679" y="4620993"/>
            <a:ext cx="4638391" cy="573576"/>
            <a:chOff x="0" y="-57150"/>
            <a:chExt cx="6184521" cy="764767"/>
          </a:xfrm>
        </p:grpSpPr>
        <p:sp>
          <p:nvSpPr>
            <p:cNvPr id="146" name="Google Shape;146;p2"/>
            <p:cNvSpPr/>
            <p:nvPr/>
          </p:nvSpPr>
          <p:spPr>
            <a:xfrm>
              <a:off x="0" y="0"/>
              <a:ext cx="6184521" cy="707617"/>
            </a:xfrm>
            <a:custGeom>
              <a:rect b="b" l="l" r="r" t="t"/>
              <a:pathLst>
                <a:path extrusionOk="0" h="707617" w="6184521">
                  <a:moveTo>
                    <a:pt x="0" y="0"/>
                  </a:moveTo>
                  <a:lnTo>
                    <a:pt x="6184521" y="0"/>
                  </a:lnTo>
                  <a:lnTo>
                    <a:pt x="6184521" y="707617"/>
                  </a:lnTo>
                  <a:lnTo>
                    <a:pt x="0" y="707617"/>
                  </a:lnTo>
                  <a:close/>
                </a:path>
              </a:pathLst>
            </a:custGeom>
            <a:solidFill>
              <a:srgbClr val="000000">
                <a:alpha val="0"/>
              </a:srgbClr>
            </a:solidFill>
            <a:ln>
              <a:noFill/>
            </a:ln>
          </p:spPr>
        </p:sp>
        <p:sp>
          <p:nvSpPr>
            <p:cNvPr id="147" name="Google Shape;147;p2"/>
            <p:cNvSpPr txBox="1"/>
            <p:nvPr/>
          </p:nvSpPr>
          <p:spPr>
            <a:xfrm>
              <a:off x="0" y="-57150"/>
              <a:ext cx="6184521" cy="764767"/>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lang="en-US" sz="3125">
                  <a:solidFill>
                    <a:srgbClr val="FFFFFF"/>
                  </a:solidFill>
                  <a:latin typeface="Calibri"/>
                  <a:ea typeface="Calibri"/>
                  <a:cs typeface="Calibri"/>
                  <a:sym typeface="Calibri"/>
                </a:rPr>
                <a:t>Processes &amp; Scheduling </a:t>
              </a:r>
              <a:endParaRPr b="1" sz="3125">
                <a:solidFill>
                  <a:srgbClr val="FFFFFF"/>
                </a:solidFill>
                <a:latin typeface="Calibri"/>
                <a:ea typeface="Calibri"/>
                <a:cs typeface="Calibri"/>
                <a:sym typeface="Calibri"/>
              </a:endParaRPr>
            </a:p>
          </p:txBody>
        </p:sp>
      </p:grpSp>
      <p:grpSp>
        <p:nvGrpSpPr>
          <p:cNvPr id="148" name="Google Shape;148;p2"/>
          <p:cNvGrpSpPr/>
          <p:nvPr/>
        </p:nvGrpSpPr>
        <p:grpSpPr>
          <a:xfrm>
            <a:off x="1644401" y="4497604"/>
            <a:ext cx="906750" cy="857913"/>
            <a:chOff x="0" y="-95250"/>
            <a:chExt cx="1209000" cy="1143883"/>
          </a:xfrm>
        </p:grpSpPr>
        <p:sp>
          <p:nvSpPr>
            <p:cNvPr id="149" name="Google Shape;149;p2"/>
            <p:cNvSpPr/>
            <p:nvPr/>
          </p:nvSpPr>
          <p:spPr>
            <a:xfrm>
              <a:off x="0" y="0"/>
              <a:ext cx="1209000" cy="1048633"/>
            </a:xfrm>
            <a:custGeom>
              <a:rect b="b" l="l" r="r" t="t"/>
              <a:pathLst>
                <a:path extrusionOk="0" h="1048633" w="1209000">
                  <a:moveTo>
                    <a:pt x="0" y="0"/>
                  </a:moveTo>
                  <a:lnTo>
                    <a:pt x="1209000" y="0"/>
                  </a:lnTo>
                  <a:lnTo>
                    <a:pt x="1209000" y="1048633"/>
                  </a:lnTo>
                  <a:lnTo>
                    <a:pt x="0" y="1048633"/>
                  </a:lnTo>
                  <a:close/>
                </a:path>
              </a:pathLst>
            </a:custGeom>
            <a:solidFill>
              <a:srgbClr val="000000">
                <a:alpha val="0"/>
              </a:srgbClr>
            </a:solidFill>
            <a:ln>
              <a:noFill/>
            </a:ln>
          </p:spPr>
        </p:sp>
        <p:sp>
          <p:nvSpPr>
            <p:cNvPr id="150" name="Google Shape;150;p2"/>
            <p:cNvSpPr txBox="1"/>
            <p:nvPr/>
          </p:nvSpPr>
          <p:spPr>
            <a:xfrm>
              <a:off x="0" y="-95250"/>
              <a:ext cx="1209000" cy="1143883"/>
            </a:xfrm>
            <a:prstGeom prst="rect">
              <a:avLst/>
            </a:prstGeom>
            <a:noFill/>
            <a:ln>
              <a:noFill/>
            </a:ln>
          </p:spPr>
          <p:txBody>
            <a:bodyPr anchorCtr="0" anchor="t" bIns="0" lIns="0" spcFirstLastPara="1" rIns="0" wrap="square" tIns="0">
              <a:noAutofit/>
            </a:bodyPr>
            <a:lstStyle/>
            <a:p>
              <a:pPr indent="0" lvl="0" marL="0" marR="0" rtl="0" algn="ctr">
                <a:lnSpc>
                  <a:spcPct val="139956"/>
                </a:lnSpc>
                <a:spcBef>
                  <a:spcPts val="0"/>
                </a:spcBef>
                <a:spcAft>
                  <a:spcPts val="0"/>
                </a:spcAft>
                <a:buNone/>
              </a:pPr>
              <a:r>
                <a:rPr lang="en-US" sz="4605">
                  <a:solidFill>
                    <a:srgbClr val="000000"/>
                  </a:solidFill>
                  <a:latin typeface="Calibri"/>
                  <a:ea typeface="Calibri"/>
                  <a:cs typeface="Calibri"/>
                  <a:sym typeface="Calibri"/>
                </a:rPr>
                <a:t>3</a:t>
              </a:r>
              <a:endParaRPr sz="4605">
                <a:solidFill>
                  <a:srgbClr val="000000"/>
                </a:solidFill>
                <a:latin typeface="Calibri"/>
                <a:ea typeface="Calibri"/>
                <a:cs typeface="Calibri"/>
                <a:sym typeface="Calibri"/>
              </a:endParaRPr>
            </a:p>
          </p:txBody>
        </p:sp>
      </p:grpSp>
      <p:sp>
        <p:nvSpPr>
          <p:cNvPr id="151" name="Google Shape;151;p2"/>
          <p:cNvSpPr/>
          <p:nvPr/>
        </p:nvSpPr>
        <p:spPr>
          <a:xfrm>
            <a:off x="9981148" y="4289503"/>
            <a:ext cx="6044243" cy="1013566"/>
          </a:xfrm>
          <a:custGeom>
            <a:rect b="b" l="l" r="r" t="t"/>
            <a:pathLst>
              <a:path extrusionOk="0" h="1013566" w="6044243">
                <a:moveTo>
                  <a:pt x="0" y="0"/>
                </a:moveTo>
                <a:lnTo>
                  <a:pt x="6044243" y="0"/>
                </a:lnTo>
                <a:lnTo>
                  <a:pt x="6044243" y="1013566"/>
                </a:lnTo>
                <a:lnTo>
                  <a:pt x="0" y="1013566"/>
                </a:lnTo>
                <a:lnTo>
                  <a:pt x="0" y="0"/>
                </a:lnTo>
                <a:close/>
              </a:path>
            </a:pathLst>
          </a:custGeom>
          <a:blipFill rotWithShape="1">
            <a:blip r:embed="rId5">
              <a:alphaModFix/>
            </a:blip>
            <a:stretch>
              <a:fillRect b="0" l="0" r="0" t="0"/>
            </a:stretch>
          </a:blipFill>
          <a:ln>
            <a:noFill/>
          </a:ln>
        </p:spPr>
      </p:sp>
      <p:sp>
        <p:nvSpPr>
          <p:cNvPr id="152" name="Google Shape;152;p2"/>
          <p:cNvSpPr/>
          <p:nvPr/>
        </p:nvSpPr>
        <p:spPr>
          <a:xfrm>
            <a:off x="9261138" y="4395569"/>
            <a:ext cx="1124438" cy="1124438"/>
          </a:xfrm>
          <a:custGeom>
            <a:rect b="b" l="l" r="r" t="t"/>
            <a:pathLst>
              <a:path extrusionOk="0" h="1124438" w="1124438">
                <a:moveTo>
                  <a:pt x="0" y="0"/>
                </a:moveTo>
                <a:lnTo>
                  <a:pt x="1124438" y="0"/>
                </a:lnTo>
                <a:lnTo>
                  <a:pt x="1124438" y="1124438"/>
                </a:lnTo>
                <a:lnTo>
                  <a:pt x="0" y="1124438"/>
                </a:lnTo>
                <a:lnTo>
                  <a:pt x="0" y="0"/>
                </a:lnTo>
                <a:close/>
              </a:path>
            </a:pathLst>
          </a:custGeom>
          <a:blipFill rotWithShape="1">
            <a:blip r:embed="rId6">
              <a:alphaModFix/>
            </a:blip>
            <a:stretch>
              <a:fillRect b="0" l="0" r="0" t="0"/>
            </a:stretch>
          </a:blipFill>
          <a:ln>
            <a:noFill/>
          </a:ln>
        </p:spPr>
      </p:sp>
      <p:grpSp>
        <p:nvGrpSpPr>
          <p:cNvPr id="153" name="Google Shape;153;p2"/>
          <p:cNvGrpSpPr/>
          <p:nvPr/>
        </p:nvGrpSpPr>
        <p:grpSpPr>
          <a:xfrm>
            <a:off x="10641261" y="4620993"/>
            <a:ext cx="5384130" cy="573576"/>
            <a:chOff x="0" y="-57150"/>
            <a:chExt cx="7178840" cy="764767"/>
          </a:xfrm>
        </p:grpSpPr>
        <p:sp>
          <p:nvSpPr>
            <p:cNvPr id="154" name="Google Shape;154;p2"/>
            <p:cNvSpPr/>
            <p:nvPr/>
          </p:nvSpPr>
          <p:spPr>
            <a:xfrm>
              <a:off x="0" y="0"/>
              <a:ext cx="7178840" cy="707617"/>
            </a:xfrm>
            <a:custGeom>
              <a:rect b="b" l="l" r="r" t="t"/>
              <a:pathLst>
                <a:path extrusionOk="0" h="707617" w="7178840">
                  <a:moveTo>
                    <a:pt x="0" y="0"/>
                  </a:moveTo>
                  <a:lnTo>
                    <a:pt x="7178840" y="0"/>
                  </a:lnTo>
                  <a:lnTo>
                    <a:pt x="7178840" y="707617"/>
                  </a:lnTo>
                  <a:lnTo>
                    <a:pt x="0" y="707617"/>
                  </a:lnTo>
                  <a:close/>
                </a:path>
              </a:pathLst>
            </a:custGeom>
            <a:solidFill>
              <a:srgbClr val="000000">
                <a:alpha val="0"/>
              </a:srgbClr>
            </a:solidFill>
            <a:ln>
              <a:noFill/>
            </a:ln>
          </p:spPr>
        </p:sp>
        <p:sp>
          <p:nvSpPr>
            <p:cNvPr id="155" name="Google Shape;155;p2"/>
            <p:cNvSpPr txBox="1"/>
            <p:nvPr/>
          </p:nvSpPr>
          <p:spPr>
            <a:xfrm>
              <a:off x="0" y="-57150"/>
              <a:ext cx="7178840" cy="764767"/>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lang="en-US" sz="3125">
                  <a:solidFill>
                    <a:srgbClr val="FFFFFF"/>
                  </a:solidFill>
                  <a:latin typeface="Calibri"/>
                  <a:ea typeface="Calibri"/>
                  <a:cs typeface="Calibri"/>
                  <a:sym typeface="Calibri"/>
                </a:rPr>
                <a:t>Memory Management</a:t>
              </a:r>
              <a:endParaRPr b="1" sz="3125">
                <a:solidFill>
                  <a:srgbClr val="FFFFFF"/>
                </a:solidFill>
                <a:latin typeface="Calibri"/>
                <a:ea typeface="Calibri"/>
                <a:cs typeface="Calibri"/>
                <a:sym typeface="Calibri"/>
              </a:endParaRPr>
            </a:p>
          </p:txBody>
        </p:sp>
      </p:grpSp>
      <p:grpSp>
        <p:nvGrpSpPr>
          <p:cNvPr id="156" name="Google Shape;156;p2"/>
          <p:cNvGrpSpPr/>
          <p:nvPr/>
        </p:nvGrpSpPr>
        <p:grpSpPr>
          <a:xfrm>
            <a:off x="9369982" y="4497604"/>
            <a:ext cx="906750" cy="857913"/>
            <a:chOff x="0" y="-95250"/>
            <a:chExt cx="1209000" cy="1143883"/>
          </a:xfrm>
        </p:grpSpPr>
        <p:sp>
          <p:nvSpPr>
            <p:cNvPr id="157" name="Google Shape;157;p2"/>
            <p:cNvSpPr/>
            <p:nvPr/>
          </p:nvSpPr>
          <p:spPr>
            <a:xfrm>
              <a:off x="0" y="0"/>
              <a:ext cx="1209000" cy="1048633"/>
            </a:xfrm>
            <a:custGeom>
              <a:rect b="b" l="l" r="r" t="t"/>
              <a:pathLst>
                <a:path extrusionOk="0" h="1048633" w="1209000">
                  <a:moveTo>
                    <a:pt x="0" y="0"/>
                  </a:moveTo>
                  <a:lnTo>
                    <a:pt x="1209000" y="0"/>
                  </a:lnTo>
                  <a:lnTo>
                    <a:pt x="1209000" y="1048633"/>
                  </a:lnTo>
                  <a:lnTo>
                    <a:pt x="0" y="1048633"/>
                  </a:lnTo>
                  <a:close/>
                </a:path>
              </a:pathLst>
            </a:custGeom>
            <a:solidFill>
              <a:srgbClr val="000000">
                <a:alpha val="0"/>
              </a:srgbClr>
            </a:solidFill>
            <a:ln>
              <a:noFill/>
            </a:ln>
          </p:spPr>
        </p:sp>
        <p:sp>
          <p:nvSpPr>
            <p:cNvPr id="158" name="Google Shape;158;p2"/>
            <p:cNvSpPr txBox="1"/>
            <p:nvPr/>
          </p:nvSpPr>
          <p:spPr>
            <a:xfrm>
              <a:off x="0" y="-95250"/>
              <a:ext cx="1209000" cy="1143883"/>
            </a:xfrm>
            <a:prstGeom prst="rect">
              <a:avLst/>
            </a:prstGeom>
            <a:noFill/>
            <a:ln>
              <a:noFill/>
            </a:ln>
          </p:spPr>
          <p:txBody>
            <a:bodyPr anchorCtr="0" anchor="t" bIns="0" lIns="0" spcFirstLastPara="1" rIns="0" wrap="square" tIns="0">
              <a:noAutofit/>
            </a:bodyPr>
            <a:lstStyle/>
            <a:p>
              <a:pPr indent="0" lvl="0" marL="0" marR="0" rtl="0" algn="ctr">
                <a:lnSpc>
                  <a:spcPct val="139956"/>
                </a:lnSpc>
                <a:spcBef>
                  <a:spcPts val="0"/>
                </a:spcBef>
                <a:spcAft>
                  <a:spcPts val="0"/>
                </a:spcAft>
                <a:buNone/>
              </a:pPr>
              <a:r>
                <a:rPr lang="en-US" sz="4605">
                  <a:solidFill>
                    <a:srgbClr val="000000"/>
                  </a:solidFill>
                  <a:latin typeface="Calibri"/>
                  <a:ea typeface="Calibri"/>
                  <a:cs typeface="Calibri"/>
                  <a:sym typeface="Calibri"/>
                </a:rPr>
                <a:t>4</a:t>
              </a:r>
              <a:endParaRPr sz="4605">
                <a:solidFill>
                  <a:srgbClr val="000000"/>
                </a:solidFill>
                <a:latin typeface="Calibri"/>
                <a:ea typeface="Calibri"/>
                <a:cs typeface="Calibri"/>
                <a:sym typeface="Calibri"/>
              </a:endParaRPr>
            </a:p>
          </p:txBody>
        </p:sp>
      </p:grpSp>
      <p:sp>
        <p:nvSpPr>
          <p:cNvPr id="159" name="Google Shape;159;p2"/>
          <p:cNvSpPr/>
          <p:nvPr/>
        </p:nvSpPr>
        <p:spPr>
          <a:xfrm>
            <a:off x="2255567" y="6461691"/>
            <a:ext cx="6044243" cy="1013566"/>
          </a:xfrm>
          <a:custGeom>
            <a:rect b="b" l="l" r="r" t="t"/>
            <a:pathLst>
              <a:path extrusionOk="0" h="1013566" w="6044243">
                <a:moveTo>
                  <a:pt x="0" y="0"/>
                </a:moveTo>
                <a:lnTo>
                  <a:pt x="6044243" y="0"/>
                </a:lnTo>
                <a:lnTo>
                  <a:pt x="6044243" y="1013566"/>
                </a:lnTo>
                <a:lnTo>
                  <a:pt x="0" y="1013566"/>
                </a:lnTo>
                <a:lnTo>
                  <a:pt x="0" y="0"/>
                </a:lnTo>
                <a:close/>
              </a:path>
            </a:pathLst>
          </a:custGeom>
          <a:blipFill rotWithShape="1">
            <a:blip r:embed="rId5">
              <a:alphaModFix/>
            </a:blip>
            <a:stretch>
              <a:fillRect b="0" l="0" r="0" t="0"/>
            </a:stretch>
          </a:blipFill>
          <a:ln>
            <a:noFill/>
          </a:ln>
        </p:spPr>
      </p:sp>
      <p:sp>
        <p:nvSpPr>
          <p:cNvPr id="160" name="Google Shape;160;p2"/>
          <p:cNvSpPr/>
          <p:nvPr/>
        </p:nvSpPr>
        <p:spPr>
          <a:xfrm>
            <a:off x="1535557" y="6567757"/>
            <a:ext cx="1124438" cy="1124438"/>
          </a:xfrm>
          <a:custGeom>
            <a:rect b="b" l="l" r="r" t="t"/>
            <a:pathLst>
              <a:path extrusionOk="0" h="1124438" w="1124438">
                <a:moveTo>
                  <a:pt x="0" y="0"/>
                </a:moveTo>
                <a:lnTo>
                  <a:pt x="1124438" y="0"/>
                </a:lnTo>
                <a:lnTo>
                  <a:pt x="1124438" y="1124438"/>
                </a:lnTo>
                <a:lnTo>
                  <a:pt x="0" y="1124438"/>
                </a:lnTo>
                <a:lnTo>
                  <a:pt x="0" y="0"/>
                </a:lnTo>
                <a:close/>
              </a:path>
            </a:pathLst>
          </a:custGeom>
          <a:blipFill rotWithShape="1">
            <a:blip r:embed="rId6">
              <a:alphaModFix/>
            </a:blip>
            <a:stretch>
              <a:fillRect b="0" l="0" r="0" t="0"/>
            </a:stretch>
          </a:blipFill>
          <a:ln>
            <a:noFill/>
          </a:ln>
        </p:spPr>
      </p:sp>
      <p:grpSp>
        <p:nvGrpSpPr>
          <p:cNvPr id="161" name="Google Shape;161;p2"/>
          <p:cNvGrpSpPr/>
          <p:nvPr/>
        </p:nvGrpSpPr>
        <p:grpSpPr>
          <a:xfrm>
            <a:off x="2915679" y="6793181"/>
            <a:ext cx="4638391" cy="573576"/>
            <a:chOff x="0" y="-57150"/>
            <a:chExt cx="6184521" cy="764767"/>
          </a:xfrm>
        </p:grpSpPr>
        <p:sp>
          <p:nvSpPr>
            <p:cNvPr id="162" name="Google Shape;162;p2"/>
            <p:cNvSpPr/>
            <p:nvPr/>
          </p:nvSpPr>
          <p:spPr>
            <a:xfrm>
              <a:off x="0" y="0"/>
              <a:ext cx="6184521" cy="707617"/>
            </a:xfrm>
            <a:custGeom>
              <a:rect b="b" l="l" r="r" t="t"/>
              <a:pathLst>
                <a:path extrusionOk="0" h="707617" w="6184521">
                  <a:moveTo>
                    <a:pt x="0" y="0"/>
                  </a:moveTo>
                  <a:lnTo>
                    <a:pt x="6184521" y="0"/>
                  </a:lnTo>
                  <a:lnTo>
                    <a:pt x="6184521" y="707617"/>
                  </a:lnTo>
                  <a:lnTo>
                    <a:pt x="0" y="707617"/>
                  </a:lnTo>
                  <a:close/>
                </a:path>
              </a:pathLst>
            </a:custGeom>
            <a:solidFill>
              <a:srgbClr val="000000">
                <a:alpha val="0"/>
              </a:srgbClr>
            </a:solidFill>
            <a:ln>
              <a:noFill/>
            </a:ln>
          </p:spPr>
        </p:sp>
        <p:sp>
          <p:nvSpPr>
            <p:cNvPr id="163" name="Google Shape;163;p2"/>
            <p:cNvSpPr txBox="1"/>
            <p:nvPr/>
          </p:nvSpPr>
          <p:spPr>
            <a:xfrm>
              <a:off x="0" y="-57150"/>
              <a:ext cx="6184521" cy="764767"/>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lang="en-US" sz="3125">
                  <a:solidFill>
                    <a:srgbClr val="FFFFFF"/>
                  </a:solidFill>
                  <a:latin typeface="Calibri"/>
                  <a:ea typeface="Calibri"/>
                  <a:cs typeface="Calibri"/>
                  <a:sym typeface="Calibri"/>
                </a:rPr>
                <a:t>File Systems</a:t>
              </a:r>
              <a:endParaRPr b="1" sz="3125">
                <a:solidFill>
                  <a:srgbClr val="FFFFFF"/>
                </a:solidFill>
                <a:latin typeface="Calibri"/>
                <a:ea typeface="Calibri"/>
                <a:cs typeface="Calibri"/>
                <a:sym typeface="Calibri"/>
              </a:endParaRPr>
            </a:p>
          </p:txBody>
        </p:sp>
      </p:grpSp>
      <p:grpSp>
        <p:nvGrpSpPr>
          <p:cNvPr id="164" name="Google Shape;164;p2"/>
          <p:cNvGrpSpPr/>
          <p:nvPr/>
        </p:nvGrpSpPr>
        <p:grpSpPr>
          <a:xfrm>
            <a:off x="1644401" y="6669792"/>
            <a:ext cx="906750" cy="857913"/>
            <a:chOff x="0" y="-95250"/>
            <a:chExt cx="1209000" cy="1143883"/>
          </a:xfrm>
        </p:grpSpPr>
        <p:sp>
          <p:nvSpPr>
            <p:cNvPr id="165" name="Google Shape;165;p2"/>
            <p:cNvSpPr/>
            <p:nvPr/>
          </p:nvSpPr>
          <p:spPr>
            <a:xfrm>
              <a:off x="0" y="0"/>
              <a:ext cx="1209000" cy="1048633"/>
            </a:xfrm>
            <a:custGeom>
              <a:rect b="b" l="l" r="r" t="t"/>
              <a:pathLst>
                <a:path extrusionOk="0" h="1048633" w="1209000">
                  <a:moveTo>
                    <a:pt x="0" y="0"/>
                  </a:moveTo>
                  <a:lnTo>
                    <a:pt x="1209000" y="0"/>
                  </a:lnTo>
                  <a:lnTo>
                    <a:pt x="1209000" y="1048633"/>
                  </a:lnTo>
                  <a:lnTo>
                    <a:pt x="0" y="1048633"/>
                  </a:lnTo>
                  <a:close/>
                </a:path>
              </a:pathLst>
            </a:custGeom>
            <a:solidFill>
              <a:srgbClr val="000000">
                <a:alpha val="0"/>
              </a:srgbClr>
            </a:solidFill>
            <a:ln>
              <a:noFill/>
            </a:ln>
          </p:spPr>
        </p:sp>
        <p:sp>
          <p:nvSpPr>
            <p:cNvPr id="166" name="Google Shape;166;p2"/>
            <p:cNvSpPr txBox="1"/>
            <p:nvPr/>
          </p:nvSpPr>
          <p:spPr>
            <a:xfrm>
              <a:off x="0" y="-95250"/>
              <a:ext cx="1209000" cy="1143883"/>
            </a:xfrm>
            <a:prstGeom prst="rect">
              <a:avLst/>
            </a:prstGeom>
            <a:noFill/>
            <a:ln>
              <a:noFill/>
            </a:ln>
          </p:spPr>
          <p:txBody>
            <a:bodyPr anchorCtr="0" anchor="t" bIns="0" lIns="0" spcFirstLastPara="1" rIns="0" wrap="square" tIns="0">
              <a:noAutofit/>
            </a:bodyPr>
            <a:lstStyle/>
            <a:p>
              <a:pPr indent="0" lvl="0" marL="0" marR="0" rtl="0" algn="ctr">
                <a:lnSpc>
                  <a:spcPct val="139956"/>
                </a:lnSpc>
                <a:spcBef>
                  <a:spcPts val="0"/>
                </a:spcBef>
                <a:spcAft>
                  <a:spcPts val="0"/>
                </a:spcAft>
                <a:buNone/>
              </a:pPr>
              <a:r>
                <a:rPr lang="en-US" sz="4605">
                  <a:solidFill>
                    <a:srgbClr val="000000"/>
                  </a:solidFill>
                  <a:latin typeface="Calibri"/>
                  <a:ea typeface="Calibri"/>
                  <a:cs typeface="Calibri"/>
                  <a:sym typeface="Calibri"/>
                </a:rPr>
                <a:t>5</a:t>
              </a:r>
              <a:endParaRPr sz="4605">
                <a:solidFill>
                  <a:srgbClr val="000000"/>
                </a:solidFill>
                <a:latin typeface="Calibri"/>
                <a:ea typeface="Calibri"/>
                <a:cs typeface="Calibri"/>
                <a:sym typeface="Calibri"/>
              </a:endParaRPr>
            </a:p>
          </p:txBody>
        </p:sp>
      </p:grpSp>
      <p:sp>
        <p:nvSpPr>
          <p:cNvPr id="167" name="Google Shape;167;p2"/>
          <p:cNvSpPr/>
          <p:nvPr/>
        </p:nvSpPr>
        <p:spPr>
          <a:xfrm>
            <a:off x="9981148" y="6461691"/>
            <a:ext cx="6044243" cy="1013566"/>
          </a:xfrm>
          <a:custGeom>
            <a:rect b="b" l="l" r="r" t="t"/>
            <a:pathLst>
              <a:path extrusionOk="0" h="1013566" w="6044243">
                <a:moveTo>
                  <a:pt x="0" y="0"/>
                </a:moveTo>
                <a:lnTo>
                  <a:pt x="6044243" y="0"/>
                </a:lnTo>
                <a:lnTo>
                  <a:pt x="6044243" y="1013566"/>
                </a:lnTo>
                <a:lnTo>
                  <a:pt x="0" y="1013566"/>
                </a:lnTo>
                <a:lnTo>
                  <a:pt x="0" y="0"/>
                </a:lnTo>
                <a:close/>
              </a:path>
            </a:pathLst>
          </a:custGeom>
          <a:blipFill rotWithShape="1">
            <a:blip r:embed="rId5">
              <a:alphaModFix/>
            </a:blip>
            <a:stretch>
              <a:fillRect b="0" l="0" r="0" t="0"/>
            </a:stretch>
          </a:blipFill>
          <a:ln>
            <a:noFill/>
          </a:ln>
        </p:spPr>
      </p:sp>
      <p:sp>
        <p:nvSpPr>
          <p:cNvPr id="168" name="Google Shape;168;p2"/>
          <p:cNvSpPr/>
          <p:nvPr/>
        </p:nvSpPr>
        <p:spPr>
          <a:xfrm>
            <a:off x="9261138" y="6567757"/>
            <a:ext cx="1124438" cy="1124438"/>
          </a:xfrm>
          <a:custGeom>
            <a:rect b="b" l="l" r="r" t="t"/>
            <a:pathLst>
              <a:path extrusionOk="0" h="1124438" w="1124438">
                <a:moveTo>
                  <a:pt x="0" y="0"/>
                </a:moveTo>
                <a:lnTo>
                  <a:pt x="1124438" y="0"/>
                </a:lnTo>
                <a:lnTo>
                  <a:pt x="1124438" y="1124438"/>
                </a:lnTo>
                <a:lnTo>
                  <a:pt x="0" y="1124438"/>
                </a:lnTo>
                <a:lnTo>
                  <a:pt x="0" y="0"/>
                </a:lnTo>
                <a:close/>
              </a:path>
            </a:pathLst>
          </a:custGeom>
          <a:blipFill rotWithShape="1">
            <a:blip r:embed="rId6">
              <a:alphaModFix/>
            </a:blip>
            <a:stretch>
              <a:fillRect b="0" l="0" r="0" t="0"/>
            </a:stretch>
          </a:blipFill>
          <a:ln>
            <a:noFill/>
          </a:ln>
        </p:spPr>
      </p:sp>
      <p:grpSp>
        <p:nvGrpSpPr>
          <p:cNvPr id="169" name="Google Shape;169;p2"/>
          <p:cNvGrpSpPr/>
          <p:nvPr/>
        </p:nvGrpSpPr>
        <p:grpSpPr>
          <a:xfrm>
            <a:off x="9369982" y="6669792"/>
            <a:ext cx="906750" cy="857913"/>
            <a:chOff x="0" y="-95250"/>
            <a:chExt cx="1209000" cy="1143883"/>
          </a:xfrm>
        </p:grpSpPr>
        <p:sp>
          <p:nvSpPr>
            <p:cNvPr id="170" name="Google Shape;170;p2"/>
            <p:cNvSpPr/>
            <p:nvPr/>
          </p:nvSpPr>
          <p:spPr>
            <a:xfrm>
              <a:off x="0" y="0"/>
              <a:ext cx="1209000" cy="1048633"/>
            </a:xfrm>
            <a:custGeom>
              <a:rect b="b" l="l" r="r" t="t"/>
              <a:pathLst>
                <a:path extrusionOk="0" h="1048633" w="1209000">
                  <a:moveTo>
                    <a:pt x="0" y="0"/>
                  </a:moveTo>
                  <a:lnTo>
                    <a:pt x="1209000" y="0"/>
                  </a:lnTo>
                  <a:lnTo>
                    <a:pt x="1209000" y="1048633"/>
                  </a:lnTo>
                  <a:lnTo>
                    <a:pt x="0" y="1048633"/>
                  </a:lnTo>
                  <a:close/>
                </a:path>
              </a:pathLst>
            </a:custGeom>
            <a:solidFill>
              <a:srgbClr val="000000">
                <a:alpha val="0"/>
              </a:srgbClr>
            </a:solidFill>
            <a:ln>
              <a:noFill/>
            </a:ln>
          </p:spPr>
        </p:sp>
        <p:sp>
          <p:nvSpPr>
            <p:cNvPr id="171" name="Google Shape;171;p2"/>
            <p:cNvSpPr txBox="1"/>
            <p:nvPr/>
          </p:nvSpPr>
          <p:spPr>
            <a:xfrm>
              <a:off x="0" y="-95250"/>
              <a:ext cx="1209000" cy="1143883"/>
            </a:xfrm>
            <a:prstGeom prst="rect">
              <a:avLst/>
            </a:prstGeom>
            <a:noFill/>
            <a:ln>
              <a:noFill/>
            </a:ln>
          </p:spPr>
          <p:txBody>
            <a:bodyPr anchorCtr="0" anchor="t" bIns="0" lIns="0" spcFirstLastPara="1" rIns="0" wrap="square" tIns="0">
              <a:noAutofit/>
            </a:bodyPr>
            <a:lstStyle/>
            <a:p>
              <a:pPr indent="0" lvl="0" marL="0" marR="0" rtl="0" algn="ctr">
                <a:lnSpc>
                  <a:spcPct val="139956"/>
                </a:lnSpc>
                <a:spcBef>
                  <a:spcPts val="0"/>
                </a:spcBef>
                <a:spcAft>
                  <a:spcPts val="0"/>
                </a:spcAft>
                <a:buNone/>
              </a:pPr>
              <a:r>
                <a:rPr lang="en-US" sz="4605">
                  <a:solidFill>
                    <a:srgbClr val="000000"/>
                  </a:solidFill>
                  <a:latin typeface="Calibri"/>
                  <a:ea typeface="Calibri"/>
                  <a:cs typeface="Calibri"/>
                  <a:sym typeface="Calibri"/>
                </a:rPr>
                <a:t>6</a:t>
              </a:r>
              <a:endParaRPr sz="4605">
                <a:solidFill>
                  <a:srgbClr val="000000"/>
                </a:solidFill>
                <a:latin typeface="Calibri"/>
                <a:ea typeface="Calibri"/>
                <a:cs typeface="Calibri"/>
                <a:sym typeface="Calibri"/>
              </a:endParaRPr>
            </a:p>
          </p:txBody>
        </p:sp>
      </p:grpSp>
      <p:grpSp>
        <p:nvGrpSpPr>
          <p:cNvPr id="172" name="Google Shape;172;p2"/>
          <p:cNvGrpSpPr/>
          <p:nvPr/>
        </p:nvGrpSpPr>
        <p:grpSpPr>
          <a:xfrm>
            <a:off x="10641261" y="6844981"/>
            <a:ext cx="4944110" cy="573893"/>
            <a:chOff x="0" y="-57573"/>
            <a:chExt cx="6592147" cy="765190"/>
          </a:xfrm>
        </p:grpSpPr>
        <p:sp>
          <p:nvSpPr>
            <p:cNvPr id="173" name="Google Shape;173;p2"/>
            <p:cNvSpPr/>
            <p:nvPr/>
          </p:nvSpPr>
          <p:spPr>
            <a:xfrm>
              <a:off x="0" y="0"/>
              <a:ext cx="4712552" cy="707617"/>
            </a:xfrm>
            <a:custGeom>
              <a:rect b="b" l="l" r="r" t="t"/>
              <a:pathLst>
                <a:path extrusionOk="0" h="707617" w="4712552">
                  <a:moveTo>
                    <a:pt x="0" y="0"/>
                  </a:moveTo>
                  <a:lnTo>
                    <a:pt x="4712552" y="0"/>
                  </a:lnTo>
                  <a:lnTo>
                    <a:pt x="4712552" y="707617"/>
                  </a:lnTo>
                  <a:lnTo>
                    <a:pt x="0" y="707617"/>
                  </a:lnTo>
                  <a:close/>
                </a:path>
              </a:pathLst>
            </a:custGeom>
            <a:solidFill>
              <a:srgbClr val="000000">
                <a:alpha val="0"/>
              </a:srgbClr>
            </a:solidFill>
            <a:ln>
              <a:noFill/>
            </a:ln>
          </p:spPr>
        </p:sp>
        <p:sp>
          <p:nvSpPr>
            <p:cNvPr id="174" name="Google Shape;174;p2"/>
            <p:cNvSpPr txBox="1"/>
            <p:nvPr/>
          </p:nvSpPr>
          <p:spPr>
            <a:xfrm>
              <a:off x="0" y="-57573"/>
              <a:ext cx="6592147" cy="7645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lang="en-US" sz="3125">
                  <a:solidFill>
                    <a:srgbClr val="FFFFFF"/>
                  </a:solidFill>
                  <a:latin typeface="Calibri"/>
                  <a:ea typeface="Calibri"/>
                  <a:cs typeface="Calibri"/>
                  <a:sym typeface="Calibri"/>
                </a:rPr>
                <a:t>Package Managers</a:t>
              </a:r>
              <a:endParaRPr b="1" sz="3125">
                <a:solidFill>
                  <a:srgbClr val="FFFFFF"/>
                </a:solidFill>
                <a:latin typeface="Calibri"/>
                <a:ea typeface="Calibri"/>
                <a:cs typeface="Calibri"/>
                <a:sym typeface="Calibri"/>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
          <p:cNvSpPr/>
          <p:nvPr/>
        </p:nvSpPr>
        <p:spPr>
          <a:xfrm>
            <a:off x="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7" l="0" r="0" t="-9258"/>
            </a:stretch>
          </a:blipFill>
          <a:ln>
            <a:noFill/>
          </a:ln>
        </p:spPr>
      </p:sp>
      <p:grpSp>
        <p:nvGrpSpPr>
          <p:cNvPr id="180" name="Google Shape;180;p3"/>
          <p:cNvGrpSpPr/>
          <p:nvPr/>
        </p:nvGrpSpPr>
        <p:grpSpPr>
          <a:xfrm>
            <a:off x="2827525" y="754891"/>
            <a:ext cx="12632950" cy="1284732"/>
            <a:chOff x="0" y="-38100"/>
            <a:chExt cx="16843933" cy="1712976"/>
          </a:xfrm>
        </p:grpSpPr>
        <p:sp>
          <p:nvSpPr>
            <p:cNvPr id="181" name="Google Shape;181;p3"/>
            <p:cNvSpPr/>
            <p:nvPr/>
          </p:nvSpPr>
          <p:spPr>
            <a:xfrm>
              <a:off x="0" y="0"/>
              <a:ext cx="16843933" cy="1674876"/>
            </a:xfrm>
            <a:custGeom>
              <a:rect b="b" l="l" r="r" t="t"/>
              <a:pathLst>
                <a:path extrusionOk="0" h="1674876" w="16843933">
                  <a:moveTo>
                    <a:pt x="0" y="0"/>
                  </a:moveTo>
                  <a:lnTo>
                    <a:pt x="16843933" y="0"/>
                  </a:lnTo>
                  <a:lnTo>
                    <a:pt x="16843933" y="1674876"/>
                  </a:lnTo>
                  <a:lnTo>
                    <a:pt x="0" y="1674876"/>
                  </a:lnTo>
                  <a:close/>
                </a:path>
              </a:pathLst>
            </a:custGeom>
            <a:solidFill>
              <a:srgbClr val="000000">
                <a:alpha val="0"/>
              </a:srgbClr>
            </a:solidFill>
            <a:ln>
              <a:noFill/>
            </a:ln>
          </p:spPr>
        </p:sp>
        <p:sp>
          <p:nvSpPr>
            <p:cNvPr id="182" name="Google Shape;182;p3"/>
            <p:cNvSpPr txBox="1"/>
            <p:nvPr/>
          </p:nvSpPr>
          <p:spPr>
            <a:xfrm>
              <a:off x="0" y="-38100"/>
              <a:ext cx="16843933" cy="1712976"/>
            </a:xfrm>
            <a:prstGeom prst="rect">
              <a:avLst/>
            </a:prstGeom>
            <a:noFill/>
            <a:ln>
              <a:noFill/>
            </a:ln>
          </p:spPr>
          <p:txBody>
            <a:bodyPr anchorCtr="0" anchor="t" bIns="0" lIns="0" spcFirstLastPara="1" rIns="0" wrap="square" tIns="0">
              <a:noAutofit/>
            </a:bodyPr>
            <a:lstStyle/>
            <a:p>
              <a:pPr indent="0" lvl="0" marL="0" marR="0" rtl="0" algn="ctr">
                <a:lnSpc>
                  <a:spcPct val="124812"/>
                </a:lnSpc>
                <a:spcBef>
                  <a:spcPts val="0"/>
                </a:spcBef>
                <a:spcAft>
                  <a:spcPts val="0"/>
                </a:spcAft>
                <a:buNone/>
              </a:pPr>
              <a:r>
                <a:rPr b="1" lang="en-US" sz="8000">
                  <a:solidFill>
                    <a:srgbClr val="C1FF72"/>
                  </a:solidFill>
                  <a:latin typeface="Calibri"/>
                  <a:ea typeface="Calibri"/>
                  <a:cs typeface="Calibri"/>
                  <a:sym typeface="Calibri"/>
                </a:rPr>
                <a:t>Introduction to Unix</a:t>
              </a:r>
              <a:endParaRPr b="1" sz="8000">
                <a:solidFill>
                  <a:srgbClr val="C1FF72"/>
                </a:solidFill>
                <a:latin typeface="Calibri"/>
                <a:ea typeface="Calibri"/>
                <a:cs typeface="Calibri"/>
                <a:sym typeface="Calibri"/>
              </a:endParaRPr>
            </a:p>
          </p:txBody>
        </p:sp>
      </p:grpSp>
      <p:sp>
        <p:nvSpPr>
          <p:cNvPr id="183" name="Google Shape;183;p3"/>
          <p:cNvSpPr/>
          <p:nvPr/>
        </p:nvSpPr>
        <p:spPr>
          <a:xfrm>
            <a:off x="1178385" y="1143961"/>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184" name="Google Shape;184;p3"/>
          <p:cNvSpPr/>
          <p:nvPr/>
        </p:nvSpPr>
        <p:spPr>
          <a:xfrm>
            <a:off x="13759697" y="74040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185" name="Google Shape;185;p3"/>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186" name="Google Shape;186;p3"/>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187" name="Google Shape;187;p3"/>
          <p:cNvSpPr/>
          <p:nvPr/>
        </p:nvSpPr>
        <p:spPr>
          <a:xfrm>
            <a:off x="1183216" y="2578483"/>
            <a:ext cx="15921568" cy="7415767"/>
          </a:xfrm>
          <a:custGeom>
            <a:rect b="b" l="l" r="r" t="t"/>
            <a:pathLst>
              <a:path extrusionOk="0" h="7415767" w="15921568">
                <a:moveTo>
                  <a:pt x="0" y="0"/>
                </a:moveTo>
                <a:lnTo>
                  <a:pt x="15921567" y="0"/>
                </a:lnTo>
                <a:lnTo>
                  <a:pt x="15921567" y="7415766"/>
                </a:lnTo>
                <a:lnTo>
                  <a:pt x="0" y="7415766"/>
                </a:ln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88" name="Google Shape;188;p3"/>
          <p:cNvGrpSpPr/>
          <p:nvPr/>
        </p:nvGrpSpPr>
        <p:grpSpPr>
          <a:xfrm>
            <a:off x="1644965" y="3084680"/>
            <a:ext cx="14998071" cy="6441281"/>
            <a:chOff x="0" y="-66675"/>
            <a:chExt cx="19997428" cy="8588375"/>
          </a:xfrm>
        </p:grpSpPr>
        <p:sp>
          <p:nvSpPr>
            <p:cNvPr id="189" name="Google Shape;189;p3"/>
            <p:cNvSpPr/>
            <p:nvPr/>
          </p:nvSpPr>
          <p:spPr>
            <a:xfrm>
              <a:off x="0" y="0"/>
              <a:ext cx="19997427" cy="8521700"/>
            </a:xfrm>
            <a:custGeom>
              <a:rect b="b" l="l" r="r" t="t"/>
              <a:pathLst>
                <a:path extrusionOk="0" h="8521700" w="19997427">
                  <a:moveTo>
                    <a:pt x="0" y="0"/>
                  </a:moveTo>
                  <a:lnTo>
                    <a:pt x="19997427" y="0"/>
                  </a:lnTo>
                  <a:lnTo>
                    <a:pt x="19997427" y="8521700"/>
                  </a:lnTo>
                  <a:lnTo>
                    <a:pt x="0" y="8521700"/>
                  </a:lnTo>
                  <a:close/>
                </a:path>
              </a:pathLst>
            </a:custGeom>
            <a:solidFill>
              <a:srgbClr val="000000">
                <a:alpha val="0"/>
              </a:srgbClr>
            </a:solidFill>
            <a:ln>
              <a:noFill/>
            </a:ln>
          </p:spPr>
        </p:sp>
        <p:sp>
          <p:nvSpPr>
            <p:cNvPr id="190" name="Google Shape;190;p3"/>
            <p:cNvSpPr txBox="1"/>
            <p:nvPr/>
          </p:nvSpPr>
          <p:spPr>
            <a:xfrm>
              <a:off x="0" y="-66675"/>
              <a:ext cx="19997428" cy="8588375"/>
            </a:xfrm>
            <a:prstGeom prst="rect">
              <a:avLst/>
            </a:prstGeom>
            <a:noFill/>
            <a:ln>
              <a:noFill/>
            </a:ln>
          </p:spPr>
          <p:txBody>
            <a:bodyPr anchorCtr="0" anchor="t" bIns="0" lIns="0" spcFirstLastPara="1" rIns="0" wrap="square" tIns="0">
              <a:noAutofit/>
            </a:bodyPr>
            <a:lstStyle/>
            <a:p>
              <a:pPr indent="0" lvl="0" marL="0" marR="0" rtl="0" algn="just">
                <a:lnSpc>
                  <a:spcPct val="140000"/>
                </a:lnSpc>
                <a:spcBef>
                  <a:spcPts val="0"/>
                </a:spcBef>
                <a:spcAft>
                  <a:spcPts val="0"/>
                </a:spcAft>
                <a:buNone/>
              </a:pPr>
              <a:r>
                <a:rPr b="1" lang="en-US" sz="3000">
                  <a:solidFill>
                    <a:srgbClr val="FFFFFF"/>
                  </a:solidFill>
                  <a:latin typeface="Calibri"/>
                  <a:ea typeface="Calibri"/>
                  <a:cs typeface="Calibri"/>
                  <a:sym typeface="Calibri"/>
                </a:rPr>
                <a:t>UNIX is a powerful and widely used operating system that originated in the</a:t>
              </a:r>
              <a:r>
                <a:rPr b="1" lang="en-US" sz="3000">
                  <a:solidFill>
                    <a:srgbClr val="C1FF72"/>
                  </a:solidFill>
                  <a:latin typeface="Calibri"/>
                  <a:ea typeface="Calibri"/>
                  <a:cs typeface="Calibri"/>
                  <a:sym typeface="Calibri"/>
                </a:rPr>
                <a:t> </a:t>
              </a:r>
              <a:r>
                <a:rPr b="1" lang="en-US" sz="3000">
                  <a:solidFill>
                    <a:schemeClr val="dk1"/>
                  </a:solidFill>
                  <a:latin typeface="Calibri"/>
                  <a:ea typeface="Calibri"/>
                  <a:cs typeface="Calibri"/>
                  <a:sym typeface="Calibri"/>
                </a:rPr>
                <a:t>1960s </a:t>
              </a:r>
              <a:r>
                <a:rPr b="1" lang="en-US" sz="3000">
                  <a:solidFill>
                    <a:srgbClr val="FFFFFF"/>
                  </a:solidFill>
                  <a:latin typeface="Calibri"/>
                  <a:ea typeface="Calibri"/>
                  <a:cs typeface="Calibri"/>
                  <a:sym typeface="Calibri"/>
                </a:rPr>
                <a:t>at </a:t>
              </a:r>
              <a:r>
                <a:rPr b="1" lang="en-US" sz="3000">
                  <a:solidFill>
                    <a:schemeClr val="dk1"/>
                  </a:solidFill>
                  <a:latin typeface="Calibri"/>
                  <a:ea typeface="Calibri"/>
                  <a:cs typeface="Calibri"/>
                  <a:sym typeface="Calibri"/>
                </a:rPr>
                <a:t>AT&amp;T’s Bell Labs by Ken Thompson, Dennis Ritchie, and others.</a:t>
              </a:r>
              <a:r>
                <a:rPr b="1" lang="en-US" sz="3000">
                  <a:solidFill>
                    <a:srgbClr val="C1FF72"/>
                  </a:solidFill>
                  <a:latin typeface="Calibri"/>
                  <a:ea typeface="Calibri"/>
                  <a:cs typeface="Calibri"/>
                  <a:sym typeface="Calibri"/>
                </a:rPr>
                <a:t> </a:t>
              </a:r>
              <a:r>
                <a:rPr b="1" lang="en-US" sz="3000">
                  <a:solidFill>
                    <a:srgbClr val="FFFFFF"/>
                  </a:solidFill>
                  <a:latin typeface="Calibri"/>
                  <a:ea typeface="Calibri"/>
                  <a:cs typeface="Calibri"/>
                  <a:sym typeface="Calibri"/>
                </a:rPr>
                <a:t>Designed as a multi-user and multitasking system, UNIX offers stability, security, and flexibility, making it a preferred choice for developers and enterprises. Its structured file system hierarchy ensures efficient data management, while the command-line interface provides users with a robust environment for executing various commands. Over time, UNIX has inspired several operating systems, including Linux, macOS, and BSD, each incorporating its core principles. Its portability allows it to run on different hardware platforms with minimal modifications, contributing to its widespread adoption. Whether in networking, programming, or system administration, UNIX continues to play a vital role in shaping modern computing. Would you like to explore specific aspects of UNIX, such as its commands or architecture?</a:t>
              </a:r>
              <a:endParaRPr b="1" sz="3000">
                <a:solidFill>
                  <a:srgbClr val="FFFFFF"/>
                </a:solidFill>
                <a:latin typeface="Calibri"/>
                <a:ea typeface="Calibri"/>
                <a:cs typeface="Calibri"/>
                <a:sym typeface="Calibri"/>
              </a:endParaRPr>
            </a:p>
          </p:txBody>
        </p:sp>
      </p:grpSp>
      <p:sp>
        <p:nvSpPr>
          <p:cNvPr id="191" name="Google Shape;191;p3"/>
          <p:cNvSpPr/>
          <p:nvPr/>
        </p:nvSpPr>
        <p:spPr>
          <a:xfrm>
            <a:off x="16002112" y="26657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192" name="Google Shape;192;p3"/>
          <p:cNvSpPr/>
          <p:nvPr/>
        </p:nvSpPr>
        <p:spPr>
          <a:xfrm>
            <a:off x="152401" y="8763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4"/>
          <p:cNvSpPr/>
          <p:nvPr/>
        </p:nvSpPr>
        <p:spPr>
          <a:xfrm>
            <a:off x="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7" l="0" r="0" t="-9258"/>
            </a:stretch>
          </a:blipFill>
          <a:ln>
            <a:noFill/>
          </a:ln>
        </p:spPr>
      </p:sp>
      <p:grpSp>
        <p:nvGrpSpPr>
          <p:cNvPr id="198" name="Google Shape;198;p4"/>
          <p:cNvGrpSpPr/>
          <p:nvPr/>
        </p:nvGrpSpPr>
        <p:grpSpPr>
          <a:xfrm>
            <a:off x="35996" y="-66675"/>
            <a:ext cx="18441742" cy="2551557"/>
            <a:chOff x="0" y="-38100"/>
            <a:chExt cx="24588989" cy="3402076"/>
          </a:xfrm>
        </p:grpSpPr>
        <p:sp>
          <p:nvSpPr>
            <p:cNvPr id="199" name="Google Shape;199;p4"/>
            <p:cNvSpPr/>
            <p:nvPr/>
          </p:nvSpPr>
          <p:spPr>
            <a:xfrm>
              <a:off x="0" y="0"/>
              <a:ext cx="24588989" cy="3363976"/>
            </a:xfrm>
            <a:custGeom>
              <a:rect b="b" l="l" r="r" t="t"/>
              <a:pathLst>
                <a:path extrusionOk="0" h="3363976" w="24588989">
                  <a:moveTo>
                    <a:pt x="0" y="0"/>
                  </a:moveTo>
                  <a:lnTo>
                    <a:pt x="24588989" y="0"/>
                  </a:lnTo>
                  <a:lnTo>
                    <a:pt x="24588989" y="3363976"/>
                  </a:lnTo>
                  <a:lnTo>
                    <a:pt x="0" y="3363976"/>
                  </a:lnTo>
                  <a:close/>
                </a:path>
              </a:pathLst>
            </a:custGeom>
            <a:solidFill>
              <a:srgbClr val="000000">
                <a:alpha val="0"/>
              </a:srgbClr>
            </a:solidFill>
            <a:ln>
              <a:noFill/>
            </a:ln>
          </p:spPr>
        </p:sp>
        <p:sp>
          <p:nvSpPr>
            <p:cNvPr id="200" name="Google Shape;200;p4"/>
            <p:cNvSpPr txBox="1"/>
            <p:nvPr/>
          </p:nvSpPr>
          <p:spPr>
            <a:xfrm>
              <a:off x="0" y="-38100"/>
              <a:ext cx="24588989" cy="3402076"/>
            </a:xfrm>
            <a:prstGeom prst="rect">
              <a:avLst/>
            </a:prstGeom>
            <a:noFill/>
            <a:ln>
              <a:noFill/>
            </a:ln>
          </p:spPr>
          <p:txBody>
            <a:bodyPr anchorCtr="0" anchor="t" bIns="0" lIns="0" spcFirstLastPara="1" rIns="0" wrap="square" tIns="0">
              <a:noAutofit/>
            </a:bodyPr>
            <a:lstStyle/>
            <a:p>
              <a:pPr indent="0" lvl="0" marL="0" marR="0" rtl="0" algn="ctr">
                <a:lnSpc>
                  <a:spcPct val="124812"/>
                </a:lnSpc>
                <a:spcBef>
                  <a:spcPts val="0"/>
                </a:spcBef>
                <a:spcAft>
                  <a:spcPts val="0"/>
                </a:spcAft>
                <a:buNone/>
              </a:pPr>
              <a:r>
                <a:rPr b="1" lang="en-US" sz="8000">
                  <a:solidFill>
                    <a:srgbClr val="C1FF72"/>
                  </a:solidFill>
                  <a:latin typeface="Calibri"/>
                  <a:ea typeface="Calibri"/>
                  <a:cs typeface="Calibri"/>
                  <a:sym typeface="Calibri"/>
                </a:rPr>
                <a:t>Introduction to the Linux Operating System</a:t>
              </a:r>
              <a:endParaRPr b="1" sz="8000">
                <a:solidFill>
                  <a:srgbClr val="C1FF72"/>
                </a:solidFill>
                <a:latin typeface="Calibri"/>
                <a:ea typeface="Calibri"/>
                <a:cs typeface="Calibri"/>
                <a:sym typeface="Calibri"/>
              </a:endParaRPr>
            </a:p>
          </p:txBody>
        </p:sp>
      </p:grpSp>
      <p:sp>
        <p:nvSpPr>
          <p:cNvPr id="201" name="Google Shape;201;p4"/>
          <p:cNvSpPr/>
          <p:nvPr/>
        </p:nvSpPr>
        <p:spPr>
          <a:xfrm>
            <a:off x="1178385" y="1143961"/>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202" name="Google Shape;202;p4"/>
          <p:cNvSpPr/>
          <p:nvPr/>
        </p:nvSpPr>
        <p:spPr>
          <a:xfrm>
            <a:off x="13759697" y="74040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203" name="Google Shape;203;p4"/>
          <p:cNvSpPr/>
          <p:nvPr/>
        </p:nvSpPr>
        <p:spPr>
          <a:xfrm>
            <a:off x="16611712" y="97650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4" name="Google Shape;204;p4"/>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205" name="Google Shape;205;p4"/>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206" name="Google Shape;206;p4"/>
          <p:cNvSpPr/>
          <p:nvPr/>
        </p:nvSpPr>
        <p:spPr>
          <a:xfrm>
            <a:off x="1183216" y="2578483"/>
            <a:ext cx="15921568" cy="7415767"/>
          </a:xfrm>
          <a:custGeom>
            <a:rect b="b" l="l" r="r" t="t"/>
            <a:pathLst>
              <a:path extrusionOk="0" h="7415767" w="15921568">
                <a:moveTo>
                  <a:pt x="0" y="0"/>
                </a:moveTo>
                <a:lnTo>
                  <a:pt x="15921567" y="0"/>
                </a:lnTo>
                <a:lnTo>
                  <a:pt x="15921567" y="7415766"/>
                </a:lnTo>
                <a:lnTo>
                  <a:pt x="0" y="7415766"/>
                </a:ln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07" name="Google Shape;207;p4"/>
          <p:cNvGrpSpPr/>
          <p:nvPr/>
        </p:nvGrpSpPr>
        <p:grpSpPr>
          <a:xfrm>
            <a:off x="1604401" y="3098614"/>
            <a:ext cx="15079199" cy="5374481"/>
            <a:chOff x="0" y="-66675"/>
            <a:chExt cx="20105599" cy="7165975"/>
          </a:xfrm>
        </p:grpSpPr>
        <p:sp>
          <p:nvSpPr>
            <p:cNvPr id="208" name="Google Shape;208;p4"/>
            <p:cNvSpPr/>
            <p:nvPr/>
          </p:nvSpPr>
          <p:spPr>
            <a:xfrm>
              <a:off x="0" y="0"/>
              <a:ext cx="20105599" cy="7099300"/>
            </a:xfrm>
            <a:custGeom>
              <a:rect b="b" l="l" r="r" t="t"/>
              <a:pathLst>
                <a:path extrusionOk="0" h="7099300" w="20105599">
                  <a:moveTo>
                    <a:pt x="0" y="0"/>
                  </a:moveTo>
                  <a:lnTo>
                    <a:pt x="20105599" y="0"/>
                  </a:lnTo>
                  <a:lnTo>
                    <a:pt x="20105599" y="7099300"/>
                  </a:lnTo>
                  <a:lnTo>
                    <a:pt x="0" y="7099300"/>
                  </a:lnTo>
                  <a:close/>
                </a:path>
              </a:pathLst>
            </a:custGeom>
            <a:solidFill>
              <a:srgbClr val="000000">
                <a:alpha val="0"/>
              </a:srgbClr>
            </a:solidFill>
            <a:ln>
              <a:noFill/>
            </a:ln>
          </p:spPr>
        </p:sp>
        <p:sp>
          <p:nvSpPr>
            <p:cNvPr id="209" name="Google Shape;209;p4"/>
            <p:cNvSpPr txBox="1"/>
            <p:nvPr/>
          </p:nvSpPr>
          <p:spPr>
            <a:xfrm>
              <a:off x="0" y="-66675"/>
              <a:ext cx="20105599" cy="7165975"/>
            </a:xfrm>
            <a:prstGeom prst="rect">
              <a:avLst/>
            </a:prstGeom>
            <a:noFill/>
            <a:ln>
              <a:noFill/>
            </a:ln>
          </p:spPr>
          <p:txBody>
            <a:bodyPr anchorCtr="0" anchor="t" bIns="0" lIns="0" spcFirstLastPara="1" rIns="0" wrap="square" tIns="0">
              <a:noAutofit/>
            </a:bodyPr>
            <a:lstStyle/>
            <a:p>
              <a:pPr indent="0" lvl="0" marL="0" marR="0" rtl="0" algn="just">
                <a:lnSpc>
                  <a:spcPct val="140000"/>
                </a:lnSpc>
                <a:spcBef>
                  <a:spcPts val="0"/>
                </a:spcBef>
                <a:spcAft>
                  <a:spcPts val="0"/>
                </a:spcAft>
                <a:buNone/>
              </a:pPr>
              <a:r>
                <a:rPr b="1" lang="en-US" sz="3000">
                  <a:solidFill>
                    <a:srgbClr val="FFFFFF"/>
                  </a:solidFill>
                  <a:latin typeface="IBM Plex Sans"/>
                  <a:ea typeface="IBM Plex Sans"/>
                  <a:cs typeface="IBM Plex Sans"/>
                  <a:sym typeface="IBM Plex Sans"/>
                </a:rPr>
                <a:t>Linux is a versatile, open-source operating system that has revolutionized modern computing, offering exceptional security, flexibility, and scalability. Developed through a </a:t>
              </a:r>
              <a:r>
                <a:rPr b="1" lang="en-US" sz="3000">
                  <a:solidFill>
                    <a:schemeClr val="dk1"/>
                  </a:solidFill>
                  <a:latin typeface="IBM Plex Sans"/>
                  <a:ea typeface="IBM Plex Sans"/>
                  <a:cs typeface="IBM Plex Sans"/>
                  <a:sym typeface="IBM Plex Sans"/>
                </a:rPr>
                <a:t>community-driven</a:t>
              </a:r>
              <a:r>
                <a:rPr b="1" lang="en-US" sz="3000">
                  <a:solidFill>
                    <a:srgbClr val="FFFFFF"/>
                  </a:solidFill>
                  <a:latin typeface="IBM Plex Sans"/>
                  <a:ea typeface="IBM Plex Sans"/>
                  <a:cs typeface="IBM Plex Sans"/>
                  <a:sym typeface="IBM Plex Sans"/>
                </a:rPr>
                <a:t> approach, Linux powers everything from personal computers and mobile devices to supercomputers, cloud servers, and embedded systems. Its influence extends to major tech giants like</a:t>
              </a:r>
              <a:r>
                <a:rPr b="1" lang="en-US" sz="3000">
                  <a:solidFill>
                    <a:schemeClr val="dk1"/>
                  </a:solidFill>
                  <a:latin typeface="IBM Plex Sans"/>
                  <a:ea typeface="IBM Plex Sans"/>
                  <a:cs typeface="IBM Plex Sans"/>
                  <a:sym typeface="IBM Plex Sans"/>
                </a:rPr>
                <a:t> Google, Facebook, and Amazon</a:t>
              </a:r>
              <a:r>
                <a:rPr b="1" lang="en-US" sz="3000">
                  <a:solidFill>
                    <a:srgbClr val="FFFFFF"/>
                  </a:solidFill>
                  <a:latin typeface="IBM Plex Sans"/>
                  <a:ea typeface="IBM Plex Sans"/>
                  <a:cs typeface="IBM Plex Sans"/>
                  <a:sym typeface="IBM Plex Sans"/>
                </a:rPr>
                <a:t>, all relying on Linux for stable and efficient infrastructure. Additionally, </a:t>
              </a:r>
              <a:r>
                <a:rPr b="1" lang="en-US" sz="3000">
                  <a:solidFill>
                    <a:schemeClr val="dk1"/>
                  </a:solidFill>
                  <a:latin typeface="IBM Plex Sans"/>
                  <a:ea typeface="IBM Plex Sans"/>
                  <a:cs typeface="IBM Plex Sans"/>
                  <a:sym typeface="IBM Plex Sans"/>
                </a:rPr>
                <a:t>Android</a:t>
              </a:r>
              <a:r>
                <a:rPr b="1" lang="en-US" sz="3000">
                  <a:solidFill>
                    <a:srgbClr val="FFFFFF"/>
                  </a:solidFill>
                  <a:latin typeface="IBM Plex Sans"/>
                  <a:ea typeface="IBM Plex Sans"/>
                  <a:cs typeface="IBM Plex Sans"/>
                  <a:sym typeface="IBM Plex Sans"/>
                </a:rPr>
                <a:t>, the world's most popular mobile OS, is built on the Linux kernel, highlighting its widespread adoption. Whether driving innovation in artificial intelligence, scientific research, or powering everyday smart devices, Linux remains the backbone of the digital world, constantly evolving to meet the needs of technology and innovation.</a:t>
              </a:r>
              <a:endParaRPr b="1" sz="3000">
                <a:solidFill>
                  <a:srgbClr val="FFFFFF"/>
                </a:solidFill>
                <a:latin typeface="IBM Plex Sans"/>
                <a:ea typeface="IBM Plex Sans"/>
                <a:cs typeface="IBM Plex Sans"/>
                <a:sym typeface="IBM Plex Sans"/>
              </a:endParaRPr>
            </a:p>
          </p:txBody>
        </p:sp>
      </p:grpSp>
      <p:sp>
        <p:nvSpPr>
          <p:cNvPr id="210" name="Google Shape;210;p4"/>
          <p:cNvSpPr/>
          <p:nvPr/>
        </p:nvSpPr>
        <p:spPr>
          <a:xfrm>
            <a:off x="228601" y="12573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5"/>
          <p:cNvSpPr/>
          <p:nvPr/>
        </p:nvSpPr>
        <p:spPr>
          <a:xfrm flipH="1">
            <a:off x="0" y="0"/>
            <a:ext cx="18288000" cy="10287000"/>
          </a:xfrm>
          <a:custGeom>
            <a:rect b="b" l="l" r="r" t="t"/>
            <a:pathLst>
              <a:path extrusionOk="0" h="13716000" w="24384000">
                <a:moveTo>
                  <a:pt x="24384000" y="0"/>
                </a:moveTo>
                <a:lnTo>
                  <a:pt x="0" y="0"/>
                </a:lnTo>
                <a:lnTo>
                  <a:pt x="0" y="13716000"/>
                </a:lnTo>
                <a:lnTo>
                  <a:pt x="24384000" y="13716000"/>
                </a:lnTo>
                <a:lnTo>
                  <a:pt x="24384000" y="0"/>
                </a:lnTo>
                <a:close/>
              </a:path>
            </a:pathLst>
          </a:custGeom>
          <a:blipFill rotWithShape="1">
            <a:blip r:embed="rId3">
              <a:alphaModFix/>
            </a:blip>
            <a:stretch>
              <a:fillRect b="-9257" l="0" r="0" t="-9258"/>
            </a:stretch>
          </a:blipFill>
          <a:ln>
            <a:noFill/>
          </a:ln>
        </p:spPr>
      </p:sp>
      <p:sp>
        <p:nvSpPr>
          <p:cNvPr id="216" name="Google Shape;216;p5"/>
          <p:cNvSpPr/>
          <p:nvPr/>
        </p:nvSpPr>
        <p:spPr>
          <a:xfrm>
            <a:off x="7" y="266858"/>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grpSp>
        <p:nvGrpSpPr>
          <p:cNvPr id="217" name="Google Shape;217;p5"/>
          <p:cNvGrpSpPr/>
          <p:nvPr/>
        </p:nvGrpSpPr>
        <p:grpSpPr>
          <a:xfrm>
            <a:off x="4741843" y="421065"/>
            <a:ext cx="8804314" cy="810101"/>
            <a:chOff x="0" y="-28575"/>
            <a:chExt cx="11739085" cy="1080135"/>
          </a:xfrm>
        </p:grpSpPr>
        <p:sp>
          <p:nvSpPr>
            <p:cNvPr id="218" name="Google Shape;218;p5"/>
            <p:cNvSpPr/>
            <p:nvPr/>
          </p:nvSpPr>
          <p:spPr>
            <a:xfrm>
              <a:off x="0" y="0"/>
              <a:ext cx="11739085" cy="1051560"/>
            </a:xfrm>
            <a:custGeom>
              <a:rect b="b" l="l" r="r" t="t"/>
              <a:pathLst>
                <a:path extrusionOk="0" h="1051560" w="11739085">
                  <a:moveTo>
                    <a:pt x="0" y="0"/>
                  </a:moveTo>
                  <a:lnTo>
                    <a:pt x="11739085" y="0"/>
                  </a:lnTo>
                  <a:lnTo>
                    <a:pt x="11739085" y="1051560"/>
                  </a:lnTo>
                  <a:lnTo>
                    <a:pt x="0" y="1051560"/>
                  </a:lnTo>
                  <a:close/>
                </a:path>
              </a:pathLst>
            </a:custGeom>
            <a:solidFill>
              <a:srgbClr val="000000">
                <a:alpha val="0"/>
              </a:srgbClr>
            </a:solidFill>
            <a:ln>
              <a:noFill/>
            </a:ln>
          </p:spPr>
        </p:sp>
        <p:sp>
          <p:nvSpPr>
            <p:cNvPr id="219" name="Google Shape;219;p5"/>
            <p:cNvSpPr txBox="1"/>
            <p:nvPr/>
          </p:nvSpPr>
          <p:spPr>
            <a:xfrm>
              <a:off x="0" y="-28575"/>
              <a:ext cx="11739085" cy="1080135"/>
            </a:xfrm>
            <a:prstGeom prst="rect">
              <a:avLst/>
            </a:prstGeom>
            <a:noFill/>
            <a:ln>
              <a:noFill/>
            </a:ln>
          </p:spPr>
          <p:txBody>
            <a:bodyPr anchorCtr="0" anchor="t" bIns="0" lIns="0" spcFirstLastPara="1" rIns="0" wrap="square" tIns="0">
              <a:noAutofit/>
            </a:bodyPr>
            <a:lstStyle/>
            <a:p>
              <a:pPr indent="0" lvl="0" marL="0" marR="0" rtl="0" algn="ctr">
                <a:lnSpc>
                  <a:spcPct val="124800"/>
                </a:lnSpc>
                <a:spcBef>
                  <a:spcPts val="0"/>
                </a:spcBef>
                <a:spcAft>
                  <a:spcPts val="0"/>
                </a:spcAft>
                <a:buNone/>
              </a:pPr>
              <a:r>
                <a:rPr b="1" lang="en-US" sz="5000">
                  <a:solidFill>
                    <a:srgbClr val="C1FF72"/>
                  </a:solidFill>
                  <a:latin typeface="Calibri"/>
                  <a:ea typeface="Calibri"/>
                  <a:cs typeface="Calibri"/>
                  <a:sym typeface="Calibri"/>
                </a:rPr>
                <a:t>History of Linux</a:t>
              </a:r>
              <a:endParaRPr b="1" sz="5000">
                <a:solidFill>
                  <a:srgbClr val="C1FF72"/>
                </a:solidFill>
                <a:latin typeface="Calibri"/>
                <a:ea typeface="Calibri"/>
                <a:cs typeface="Calibri"/>
                <a:sym typeface="Calibri"/>
              </a:endParaRPr>
            </a:p>
          </p:txBody>
        </p:sp>
      </p:grpSp>
      <p:sp>
        <p:nvSpPr>
          <p:cNvPr id="220" name="Google Shape;220;p5"/>
          <p:cNvSpPr/>
          <p:nvPr/>
        </p:nvSpPr>
        <p:spPr>
          <a:xfrm>
            <a:off x="14554295" y="7886503"/>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221" name="Google Shape;221;p5"/>
          <p:cNvSpPr/>
          <p:nvPr/>
        </p:nvSpPr>
        <p:spPr>
          <a:xfrm>
            <a:off x="15041975" y="522966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222" name="Google Shape;222;p5"/>
          <p:cNvSpPr/>
          <p:nvPr/>
        </p:nvSpPr>
        <p:spPr>
          <a:xfrm>
            <a:off x="9388244" y="130000"/>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223" name="Google Shape;223;p5"/>
          <p:cNvSpPr/>
          <p:nvPr/>
        </p:nvSpPr>
        <p:spPr>
          <a:xfrm>
            <a:off x="16306912" y="110477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224" name="Google Shape;224;p5"/>
          <p:cNvSpPr/>
          <p:nvPr/>
        </p:nvSpPr>
        <p:spPr>
          <a:xfrm>
            <a:off x="-76199" y="8893253"/>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225" name="Google Shape;225;p5"/>
          <p:cNvSpPr/>
          <p:nvPr/>
        </p:nvSpPr>
        <p:spPr>
          <a:xfrm>
            <a:off x="11860339" y="2621029"/>
            <a:ext cx="6427660" cy="6427660"/>
          </a:xfrm>
          <a:custGeom>
            <a:rect b="b" l="l" r="r" t="t"/>
            <a:pathLst>
              <a:path extrusionOk="0" h="8570214" w="8570214">
                <a:moveTo>
                  <a:pt x="0" y="0"/>
                </a:moveTo>
                <a:lnTo>
                  <a:pt x="8570214" y="0"/>
                </a:lnTo>
                <a:lnTo>
                  <a:pt x="8570214" y="8570214"/>
                </a:lnTo>
                <a:lnTo>
                  <a:pt x="0" y="8570214"/>
                </a:lnTo>
                <a:lnTo>
                  <a:pt x="0" y="0"/>
                </a:lnTo>
                <a:close/>
              </a:path>
            </a:pathLst>
          </a:custGeom>
          <a:blipFill rotWithShape="1">
            <a:blip r:embed="rId5">
              <a:alphaModFix/>
            </a:blip>
            <a:stretch>
              <a:fillRect b="0" l="0" r="0" t="0"/>
            </a:stretch>
          </a:blipFill>
          <a:ln>
            <a:noFill/>
          </a:ln>
        </p:spPr>
      </p:sp>
      <p:sp>
        <p:nvSpPr>
          <p:cNvPr id="226" name="Google Shape;226;p5"/>
          <p:cNvSpPr/>
          <p:nvPr/>
        </p:nvSpPr>
        <p:spPr>
          <a:xfrm>
            <a:off x="518198" y="1581501"/>
            <a:ext cx="11591925" cy="7886891"/>
          </a:xfrm>
          <a:custGeom>
            <a:rect b="b" l="l" r="r" t="t"/>
            <a:pathLst>
              <a:path extrusionOk="0" h="10515854" w="15455900">
                <a:moveTo>
                  <a:pt x="0" y="0"/>
                </a:moveTo>
                <a:lnTo>
                  <a:pt x="15455900" y="0"/>
                </a:lnTo>
                <a:lnTo>
                  <a:pt x="15455900" y="10515854"/>
                </a:lnTo>
                <a:lnTo>
                  <a:pt x="0" y="10515854"/>
                </a:lnTo>
                <a:lnTo>
                  <a:pt x="0" y="0"/>
                </a:lnTo>
                <a:close/>
              </a:path>
            </a:pathLst>
          </a:custGeom>
          <a:blipFill rotWithShape="1">
            <a:blip r:embed="rId6">
              <a:alphaModFix/>
            </a:blip>
            <a:stretch>
              <a:fillRect b="0" l="0" r="0" t="0"/>
            </a:stretch>
          </a:blipFill>
          <a:ln>
            <a:noFill/>
          </a:ln>
        </p:spPr>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6"/>
          <p:cNvSpPr/>
          <p:nvPr/>
        </p:nvSpPr>
        <p:spPr>
          <a:xfrm>
            <a:off x="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4">
              <a:alphaModFix/>
            </a:blip>
            <a:stretch>
              <a:fillRect b="-9257" l="0" r="0" t="-9258"/>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32" name="Google Shape;232;p6"/>
          <p:cNvGrpSpPr/>
          <p:nvPr/>
        </p:nvGrpSpPr>
        <p:grpSpPr>
          <a:xfrm>
            <a:off x="2181541" y="142883"/>
            <a:ext cx="13924918" cy="925512"/>
            <a:chOff x="0" y="-95250"/>
            <a:chExt cx="18566557" cy="1234017"/>
          </a:xfrm>
        </p:grpSpPr>
        <p:sp>
          <p:nvSpPr>
            <p:cNvPr id="233" name="Google Shape;233;p6"/>
            <p:cNvSpPr/>
            <p:nvPr/>
          </p:nvSpPr>
          <p:spPr>
            <a:xfrm>
              <a:off x="0" y="0"/>
              <a:ext cx="18566557" cy="1138767"/>
            </a:xfrm>
            <a:custGeom>
              <a:rect b="b" l="l" r="r" t="t"/>
              <a:pathLst>
                <a:path extrusionOk="0" h="1138767" w="18566557">
                  <a:moveTo>
                    <a:pt x="0" y="0"/>
                  </a:moveTo>
                  <a:lnTo>
                    <a:pt x="18566557" y="0"/>
                  </a:lnTo>
                  <a:lnTo>
                    <a:pt x="18566557" y="1138767"/>
                  </a:lnTo>
                  <a:lnTo>
                    <a:pt x="0" y="1138767"/>
                  </a:lnTo>
                  <a:close/>
                </a:path>
              </a:pathLst>
            </a:custGeom>
            <a:solidFill>
              <a:srgbClr val="000000">
                <a:alpha val="0"/>
              </a:srgbClr>
            </a:solidFill>
            <a:ln>
              <a:noFill/>
            </a:ln>
          </p:spPr>
        </p:sp>
        <p:sp>
          <p:nvSpPr>
            <p:cNvPr id="234" name="Google Shape;234;p6"/>
            <p:cNvSpPr txBox="1"/>
            <p:nvPr/>
          </p:nvSpPr>
          <p:spPr>
            <a:xfrm>
              <a:off x="0" y="-95250"/>
              <a:ext cx="18566557" cy="1234017"/>
            </a:xfrm>
            <a:prstGeom prst="rect">
              <a:avLst/>
            </a:prstGeom>
            <a:noFill/>
            <a:ln>
              <a:noFill/>
            </a:ln>
          </p:spPr>
          <p:txBody>
            <a:bodyPr anchorCtr="0" anchor="t" bIns="0" lIns="0" spcFirstLastPara="1" rIns="0" wrap="square" tIns="0">
              <a:noAutofit/>
            </a:bodyPr>
            <a:lstStyle/>
            <a:p>
              <a:pPr indent="0" lvl="0" marL="0" marR="0" rtl="0" algn="ctr">
                <a:lnSpc>
                  <a:spcPct val="87500"/>
                </a:lnSpc>
                <a:spcBef>
                  <a:spcPts val="0"/>
                </a:spcBef>
                <a:spcAft>
                  <a:spcPts val="0"/>
                </a:spcAft>
                <a:buNone/>
              </a:pPr>
              <a:r>
                <a:rPr b="1" lang="en-US" sz="8000">
                  <a:solidFill>
                    <a:srgbClr val="C1FF72"/>
                  </a:solidFill>
                  <a:latin typeface="Calibri"/>
                  <a:ea typeface="Calibri"/>
                  <a:cs typeface="Calibri"/>
                  <a:sym typeface="Calibri"/>
                </a:rPr>
                <a:t>Linux vs. Unix</a:t>
              </a:r>
              <a:endParaRPr b="1" sz="5000">
                <a:solidFill>
                  <a:srgbClr val="C1FF72"/>
                </a:solidFill>
                <a:latin typeface="IBM Plex Sans"/>
                <a:ea typeface="IBM Plex Sans"/>
                <a:cs typeface="IBM Plex Sans"/>
                <a:sym typeface="IBM Plex Sans"/>
              </a:endParaRPr>
            </a:p>
          </p:txBody>
        </p:sp>
      </p:grpSp>
      <p:sp>
        <p:nvSpPr>
          <p:cNvPr id="235" name="Google Shape;235;p6"/>
          <p:cNvSpPr/>
          <p:nvPr/>
        </p:nvSpPr>
        <p:spPr>
          <a:xfrm>
            <a:off x="1178385" y="1143961"/>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5">
              <a:alphaModFix amt="44999"/>
            </a:blip>
            <a:stretch>
              <a:fillRect b="0" l="0" r="0" t="0"/>
            </a:stretch>
          </a:blipFill>
          <a:ln>
            <a:noFill/>
          </a:ln>
        </p:spPr>
      </p:sp>
      <p:sp>
        <p:nvSpPr>
          <p:cNvPr id="236" name="Google Shape;236;p6"/>
          <p:cNvSpPr/>
          <p:nvPr/>
        </p:nvSpPr>
        <p:spPr>
          <a:xfrm>
            <a:off x="13759697" y="74040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5">
              <a:alphaModFix amt="44999"/>
            </a:blip>
            <a:stretch>
              <a:fillRect b="0" l="0" r="0" t="0"/>
            </a:stretch>
          </a:blipFill>
          <a:ln>
            <a:noFill/>
          </a:ln>
        </p:spPr>
      </p:sp>
      <p:sp>
        <p:nvSpPr>
          <p:cNvPr id="237" name="Google Shape;237;p6"/>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5">
              <a:alphaModFix amt="44999"/>
            </a:blip>
            <a:stretch>
              <a:fillRect b="0" l="0" r="0" t="0"/>
            </a:stretch>
          </a:blipFill>
          <a:ln>
            <a:noFill/>
          </a:ln>
        </p:spPr>
      </p:sp>
      <p:sp>
        <p:nvSpPr>
          <p:cNvPr id="238" name="Google Shape;238;p6"/>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5">
              <a:alphaModFix amt="44999"/>
            </a:blip>
            <a:stretch>
              <a:fillRect b="0" l="0" r="0" t="0"/>
            </a:stretch>
          </a:blipFill>
          <a:ln>
            <a:noFill/>
          </a:ln>
        </p:spPr>
      </p:sp>
      <p:sp>
        <p:nvSpPr>
          <p:cNvPr id="239" name="Google Shape;239;p6"/>
          <p:cNvSpPr/>
          <p:nvPr/>
        </p:nvSpPr>
        <p:spPr>
          <a:xfrm>
            <a:off x="16306912" y="455171"/>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5">
              <a:alphaModFix amt="44999"/>
            </a:blip>
            <a:stretch>
              <a:fillRect b="0" l="0" r="0" t="0"/>
            </a:stretch>
          </a:blipFill>
          <a:ln>
            <a:noFill/>
          </a:ln>
        </p:spPr>
      </p:sp>
      <p:sp>
        <p:nvSpPr>
          <p:cNvPr id="240" name="Google Shape;240;p6"/>
          <p:cNvSpPr/>
          <p:nvPr/>
        </p:nvSpPr>
        <p:spPr>
          <a:xfrm>
            <a:off x="457201" y="883292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5">
              <a:alphaModFix amt="44999"/>
            </a:blip>
            <a:stretch>
              <a:fillRect b="0" l="0" r="0" t="0"/>
            </a:stretch>
          </a:blipFill>
          <a:ln>
            <a:noFill/>
          </a:ln>
        </p:spPr>
      </p:sp>
      <p:grpSp>
        <p:nvGrpSpPr>
          <p:cNvPr id="241" name="Google Shape;241;p6"/>
          <p:cNvGrpSpPr/>
          <p:nvPr/>
        </p:nvGrpSpPr>
        <p:grpSpPr>
          <a:xfrm>
            <a:off x="6717789" y="1409841"/>
            <a:ext cx="4852670" cy="583994"/>
            <a:chOff x="-779780" y="-203200"/>
            <a:chExt cx="6470227" cy="778659"/>
          </a:xfrm>
        </p:grpSpPr>
        <p:sp>
          <p:nvSpPr>
            <p:cNvPr id="242" name="Google Shape;242;p6"/>
            <p:cNvSpPr/>
            <p:nvPr/>
          </p:nvSpPr>
          <p:spPr>
            <a:xfrm>
              <a:off x="0" y="0"/>
              <a:ext cx="4910336" cy="575459"/>
            </a:xfrm>
            <a:custGeom>
              <a:rect b="b" l="l" r="r" t="t"/>
              <a:pathLst>
                <a:path extrusionOk="0" h="575459" w="4910336">
                  <a:moveTo>
                    <a:pt x="0" y="0"/>
                  </a:moveTo>
                  <a:lnTo>
                    <a:pt x="4910336" y="0"/>
                  </a:lnTo>
                  <a:lnTo>
                    <a:pt x="4910336" y="575459"/>
                  </a:lnTo>
                  <a:lnTo>
                    <a:pt x="0" y="575459"/>
                  </a:lnTo>
                  <a:close/>
                </a:path>
              </a:pathLst>
            </a:custGeom>
            <a:solidFill>
              <a:srgbClr val="000000">
                <a:alpha val="0"/>
              </a:srgbClr>
            </a:solidFill>
            <a:ln>
              <a:noFill/>
            </a:ln>
          </p:spPr>
        </p:sp>
        <p:sp>
          <p:nvSpPr>
            <p:cNvPr id="243" name="Google Shape;243;p6"/>
            <p:cNvSpPr txBox="1"/>
            <p:nvPr/>
          </p:nvSpPr>
          <p:spPr>
            <a:xfrm>
              <a:off x="-779780" y="-203200"/>
              <a:ext cx="6470227" cy="632460"/>
            </a:xfrm>
            <a:prstGeom prst="rect">
              <a:avLst/>
            </a:prstGeom>
            <a:noFill/>
            <a:ln>
              <a:noFill/>
            </a:ln>
          </p:spPr>
          <p:txBody>
            <a:bodyPr anchorCtr="0" anchor="t" bIns="0" lIns="0" spcFirstLastPara="1" rIns="0" wrap="square" tIns="0">
              <a:noAutofit/>
            </a:bodyPr>
            <a:lstStyle/>
            <a:p>
              <a:pPr indent="0" lvl="0" marL="0" marR="0" rtl="0" algn="ctr">
                <a:lnSpc>
                  <a:spcPct val="140400"/>
                </a:lnSpc>
                <a:spcBef>
                  <a:spcPts val="0"/>
                </a:spcBef>
                <a:spcAft>
                  <a:spcPts val="0"/>
                </a:spcAft>
                <a:buNone/>
              </a:pPr>
              <a:r>
                <a:rPr b="1" lang="en-US" sz="2500">
                  <a:solidFill>
                    <a:srgbClr val="FFFFFF"/>
                  </a:solidFill>
                  <a:latin typeface="Calibri"/>
                  <a:ea typeface="Calibri"/>
                  <a:cs typeface="Calibri"/>
                  <a:sym typeface="Calibri"/>
                </a:rPr>
                <a:t>Licensing and Availability</a:t>
              </a:r>
              <a:endParaRPr b="1" sz="2500">
                <a:solidFill>
                  <a:srgbClr val="FFFFFF"/>
                </a:solidFill>
                <a:latin typeface="Calibri"/>
                <a:ea typeface="Calibri"/>
                <a:cs typeface="Calibri"/>
                <a:sym typeface="Calibri"/>
              </a:endParaRPr>
            </a:p>
          </p:txBody>
        </p:sp>
      </p:grpSp>
      <p:grpSp>
        <p:nvGrpSpPr>
          <p:cNvPr id="244" name="Google Shape;244;p6"/>
          <p:cNvGrpSpPr/>
          <p:nvPr/>
        </p:nvGrpSpPr>
        <p:grpSpPr>
          <a:xfrm>
            <a:off x="9470132" y="2072201"/>
            <a:ext cx="8486141" cy="1350756"/>
            <a:chOff x="0" y="-57150"/>
            <a:chExt cx="11314854" cy="1801009"/>
          </a:xfrm>
        </p:grpSpPr>
        <p:sp>
          <p:nvSpPr>
            <p:cNvPr id="245" name="Google Shape;245;p6"/>
            <p:cNvSpPr/>
            <p:nvPr/>
          </p:nvSpPr>
          <p:spPr>
            <a:xfrm>
              <a:off x="0" y="0"/>
              <a:ext cx="11314854" cy="1743859"/>
            </a:xfrm>
            <a:custGeom>
              <a:rect b="b" l="l" r="r" t="t"/>
              <a:pathLst>
                <a:path extrusionOk="0" h="1743859" w="11314854">
                  <a:moveTo>
                    <a:pt x="0" y="0"/>
                  </a:moveTo>
                  <a:lnTo>
                    <a:pt x="11314854" y="0"/>
                  </a:lnTo>
                  <a:lnTo>
                    <a:pt x="11314854" y="1743859"/>
                  </a:lnTo>
                  <a:lnTo>
                    <a:pt x="0" y="1743859"/>
                  </a:lnTo>
                  <a:close/>
                </a:path>
              </a:pathLst>
            </a:custGeom>
            <a:solidFill>
              <a:srgbClr val="000000">
                <a:alpha val="0"/>
              </a:srgbClr>
            </a:solidFill>
            <a:ln>
              <a:noFill/>
            </a:ln>
          </p:spPr>
        </p:sp>
        <p:sp>
          <p:nvSpPr>
            <p:cNvPr id="246" name="Google Shape;246;p6"/>
            <p:cNvSpPr txBox="1"/>
            <p:nvPr/>
          </p:nvSpPr>
          <p:spPr>
            <a:xfrm>
              <a:off x="0" y="-57150"/>
              <a:ext cx="11314853" cy="1801009"/>
            </a:xfrm>
            <a:prstGeom prst="rect">
              <a:avLst/>
            </a:prstGeom>
            <a:noFill/>
            <a:ln>
              <a:noFill/>
            </a:ln>
          </p:spPr>
          <p:txBody>
            <a:bodyPr anchorCtr="0" anchor="t" bIns="0" lIns="0" spcFirstLastPara="1" rIns="0" wrap="square" tIns="0">
              <a:noAutofit/>
            </a:bodyPr>
            <a:lstStyle/>
            <a:p>
              <a:pPr indent="0" lvl="0" marL="0" marR="0" rtl="0" algn="just">
                <a:lnSpc>
                  <a:spcPct val="140400"/>
                </a:lnSpc>
                <a:spcBef>
                  <a:spcPts val="0"/>
                </a:spcBef>
                <a:spcAft>
                  <a:spcPts val="0"/>
                </a:spcAft>
                <a:buNone/>
              </a:pPr>
              <a:r>
                <a:rPr b="1" lang="en-US" sz="2500">
                  <a:solidFill>
                    <a:srgbClr val="C1FF72"/>
                  </a:solidFill>
                  <a:latin typeface="Calibri"/>
                  <a:ea typeface="Calibri"/>
                  <a:cs typeface="Calibri"/>
                  <a:sym typeface="Calibri"/>
                </a:rPr>
                <a:t>UNIX</a:t>
              </a:r>
              <a:r>
                <a:rPr b="1" lang="en-US" sz="2500">
                  <a:solidFill>
                    <a:srgbClr val="FFFFFF"/>
                  </a:solidFill>
                  <a:latin typeface="Calibri"/>
                  <a:ea typeface="Calibri"/>
                  <a:cs typeface="Calibri"/>
                  <a:sym typeface="Calibri"/>
                </a:rPr>
                <a:t>: Proprietary and commercial versions exist, often licensed by companies such as IBM (AIX), HP (HP-UX), and Oracle (Solaris) </a:t>
              </a:r>
              <a:endParaRPr b="1" sz="2500">
                <a:solidFill>
                  <a:srgbClr val="FFFFFF"/>
                </a:solidFill>
                <a:latin typeface="Calibri"/>
                <a:ea typeface="Calibri"/>
                <a:cs typeface="Calibri"/>
                <a:sym typeface="Calibri"/>
              </a:endParaRPr>
            </a:p>
          </p:txBody>
        </p:sp>
      </p:grpSp>
      <p:sp>
        <p:nvSpPr>
          <p:cNvPr id="247" name="Google Shape;247;p6"/>
          <p:cNvSpPr/>
          <p:nvPr/>
        </p:nvSpPr>
        <p:spPr>
          <a:xfrm>
            <a:off x="9105902" y="2068867"/>
            <a:ext cx="57150" cy="1452372"/>
          </a:xfrm>
          <a:custGeom>
            <a:rect b="b" l="l" r="r" t="t"/>
            <a:pathLst>
              <a:path extrusionOk="0" h="1936496" w="76200">
                <a:moveTo>
                  <a:pt x="76200" y="762"/>
                </a:moveTo>
                <a:lnTo>
                  <a:pt x="50800" y="1936496"/>
                </a:lnTo>
                <a:lnTo>
                  <a:pt x="0" y="1935861"/>
                </a:lnTo>
                <a:lnTo>
                  <a:pt x="25400" y="0"/>
                </a:lnTo>
                <a:close/>
              </a:path>
            </a:pathLst>
          </a:custGeom>
          <a:solidFill>
            <a:srgbClr val="C1FF72"/>
          </a:solidFill>
          <a:ln>
            <a:noFill/>
          </a:ln>
        </p:spPr>
      </p:sp>
      <p:grpSp>
        <p:nvGrpSpPr>
          <p:cNvPr id="248" name="Google Shape;248;p6"/>
          <p:cNvGrpSpPr/>
          <p:nvPr/>
        </p:nvGrpSpPr>
        <p:grpSpPr>
          <a:xfrm>
            <a:off x="314963" y="2072201"/>
            <a:ext cx="8486141" cy="1350756"/>
            <a:chOff x="0" y="-57150"/>
            <a:chExt cx="11314854" cy="1801009"/>
          </a:xfrm>
        </p:grpSpPr>
        <p:sp>
          <p:nvSpPr>
            <p:cNvPr id="249" name="Google Shape;249;p6"/>
            <p:cNvSpPr/>
            <p:nvPr/>
          </p:nvSpPr>
          <p:spPr>
            <a:xfrm>
              <a:off x="0" y="0"/>
              <a:ext cx="11314854" cy="1743859"/>
            </a:xfrm>
            <a:custGeom>
              <a:rect b="b" l="l" r="r" t="t"/>
              <a:pathLst>
                <a:path extrusionOk="0" h="1743859" w="11314854">
                  <a:moveTo>
                    <a:pt x="0" y="0"/>
                  </a:moveTo>
                  <a:lnTo>
                    <a:pt x="11314854" y="0"/>
                  </a:lnTo>
                  <a:lnTo>
                    <a:pt x="11314854" y="1743859"/>
                  </a:lnTo>
                  <a:lnTo>
                    <a:pt x="0" y="1743859"/>
                  </a:lnTo>
                  <a:close/>
                </a:path>
              </a:pathLst>
            </a:custGeom>
            <a:solidFill>
              <a:srgbClr val="000000">
                <a:alpha val="0"/>
              </a:srgbClr>
            </a:solidFill>
            <a:ln>
              <a:noFill/>
            </a:ln>
          </p:spPr>
        </p:sp>
        <p:sp>
          <p:nvSpPr>
            <p:cNvPr id="250" name="Google Shape;250;p6"/>
            <p:cNvSpPr txBox="1"/>
            <p:nvPr/>
          </p:nvSpPr>
          <p:spPr>
            <a:xfrm>
              <a:off x="0" y="-57150"/>
              <a:ext cx="11314853" cy="1801009"/>
            </a:xfrm>
            <a:prstGeom prst="rect">
              <a:avLst/>
            </a:prstGeom>
            <a:noFill/>
            <a:ln>
              <a:noFill/>
            </a:ln>
          </p:spPr>
          <p:txBody>
            <a:bodyPr anchorCtr="0" anchor="t" bIns="0" lIns="0" spcFirstLastPara="1" rIns="0" wrap="square" tIns="0">
              <a:noAutofit/>
            </a:bodyPr>
            <a:lstStyle/>
            <a:p>
              <a:pPr indent="0" lvl="0" marL="0" marR="0" rtl="0" algn="just">
                <a:lnSpc>
                  <a:spcPct val="140400"/>
                </a:lnSpc>
                <a:spcBef>
                  <a:spcPts val="0"/>
                </a:spcBef>
                <a:spcAft>
                  <a:spcPts val="0"/>
                </a:spcAft>
                <a:buNone/>
              </a:pPr>
              <a:r>
                <a:rPr b="1" lang="en-US" sz="2500">
                  <a:solidFill>
                    <a:srgbClr val="C1FF72"/>
                  </a:solidFill>
                  <a:latin typeface="Calibri"/>
                  <a:ea typeface="Calibri"/>
                  <a:cs typeface="Calibri"/>
                  <a:sym typeface="Calibri"/>
                </a:rPr>
                <a:t>Linux</a:t>
              </a:r>
              <a:r>
                <a:rPr b="1" lang="en-US" sz="2500">
                  <a:solidFill>
                    <a:srgbClr val="FFFFFF"/>
                  </a:solidFill>
                  <a:latin typeface="Calibri"/>
                  <a:ea typeface="Calibri"/>
                  <a:cs typeface="Calibri"/>
                  <a:sym typeface="Calibri"/>
                </a:rPr>
                <a:t>: Open-source and free to use, with multiple distributions (Ubuntu, Fedora, Debian, Red Hat, etc.) maintained by communities and organizations.</a:t>
              </a:r>
              <a:endParaRPr b="1" sz="2500">
                <a:solidFill>
                  <a:srgbClr val="FFFFFF"/>
                </a:solidFill>
                <a:latin typeface="Calibri"/>
                <a:ea typeface="Calibri"/>
                <a:cs typeface="Calibri"/>
                <a:sym typeface="Calibri"/>
              </a:endParaRPr>
            </a:p>
          </p:txBody>
        </p:sp>
      </p:grpSp>
      <p:grpSp>
        <p:nvGrpSpPr>
          <p:cNvPr id="251" name="Google Shape;251;p6"/>
          <p:cNvGrpSpPr/>
          <p:nvPr/>
        </p:nvGrpSpPr>
        <p:grpSpPr>
          <a:xfrm>
            <a:off x="7683569" y="3525092"/>
            <a:ext cx="2825115" cy="506730"/>
            <a:chOff x="0" y="0"/>
            <a:chExt cx="3766820" cy="675640"/>
          </a:xfrm>
        </p:grpSpPr>
        <p:sp>
          <p:nvSpPr>
            <p:cNvPr id="252" name="Google Shape;252;p6"/>
            <p:cNvSpPr/>
            <p:nvPr/>
          </p:nvSpPr>
          <p:spPr>
            <a:xfrm>
              <a:off x="0" y="0"/>
              <a:ext cx="2307828" cy="575459"/>
            </a:xfrm>
            <a:custGeom>
              <a:rect b="b" l="l" r="r" t="t"/>
              <a:pathLst>
                <a:path extrusionOk="0" h="575459" w="2307828">
                  <a:moveTo>
                    <a:pt x="0" y="0"/>
                  </a:moveTo>
                  <a:lnTo>
                    <a:pt x="2307828" y="0"/>
                  </a:lnTo>
                  <a:lnTo>
                    <a:pt x="2307828" y="575459"/>
                  </a:lnTo>
                  <a:lnTo>
                    <a:pt x="0" y="575459"/>
                  </a:lnTo>
                  <a:close/>
                </a:path>
              </a:pathLst>
            </a:custGeom>
            <a:solidFill>
              <a:srgbClr val="000000">
                <a:alpha val="0"/>
              </a:srgbClr>
            </a:solidFill>
            <a:ln>
              <a:noFill/>
            </a:ln>
          </p:spPr>
        </p:sp>
        <p:sp>
          <p:nvSpPr>
            <p:cNvPr id="253" name="Google Shape;253;p6"/>
            <p:cNvSpPr txBox="1"/>
            <p:nvPr/>
          </p:nvSpPr>
          <p:spPr>
            <a:xfrm>
              <a:off x="220133" y="43180"/>
              <a:ext cx="3546687" cy="632460"/>
            </a:xfrm>
            <a:prstGeom prst="rect">
              <a:avLst/>
            </a:prstGeom>
            <a:noFill/>
            <a:ln>
              <a:noFill/>
            </a:ln>
          </p:spPr>
          <p:txBody>
            <a:bodyPr anchorCtr="0" anchor="t" bIns="0" lIns="0" spcFirstLastPara="1" rIns="0" wrap="square" tIns="0">
              <a:noAutofit/>
            </a:bodyPr>
            <a:lstStyle/>
            <a:p>
              <a:pPr indent="0" lvl="0" marL="0" marR="0" rtl="0" algn="ctr">
                <a:lnSpc>
                  <a:spcPct val="140400"/>
                </a:lnSpc>
                <a:spcBef>
                  <a:spcPts val="0"/>
                </a:spcBef>
                <a:spcAft>
                  <a:spcPts val="0"/>
                </a:spcAft>
                <a:buNone/>
              </a:pPr>
              <a:r>
                <a:rPr b="1" lang="en-US" sz="2500">
                  <a:solidFill>
                    <a:srgbClr val="FFFFFF"/>
                  </a:solidFill>
                  <a:latin typeface="Calibri"/>
                  <a:ea typeface="Calibri"/>
                  <a:cs typeface="Calibri"/>
                  <a:sym typeface="Calibri"/>
                </a:rPr>
                <a:t>Kernel Type</a:t>
              </a:r>
              <a:endParaRPr b="1" sz="2500">
                <a:solidFill>
                  <a:srgbClr val="FFFFFF"/>
                </a:solidFill>
                <a:latin typeface="Calibri"/>
                <a:ea typeface="Calibri"/>
                <a:cs typeface="Calibri"/>
                <a:sym typeface="Calibri"/>
              </a:endParaRPr>
            </a:p>
          </p:txBody>
        </p:sp>
      </p:grpSp>
      <p:grpSp>
        <p:nvGrpSpPr>
          <p:cNvPr id="254" name="Google Shape;254;p6"/>
          <p:cNvGrpSpPr/>
          <p:nvPr/>
        </p:nvGrpSpPr>
        <p:grpSpPr>
          <a:xfrm>
            <a:off x="314963" y="4223562"/>
            <a:ext cx="8486141" cy="1350756"/>
            <a:chOff x="0" y="-57150"/>
            <a:chExt cx="11314854" cy="1801009"/>
          </a:xfrm>
        </p:grpSpPr>
        <p:sp>
          <p:nvSpPr>
            <p:cNvPr id="255" name="Google Shape;255;p6"/>
            <p:cNvSpPr/>
            <p:nvPr/>
          </p:nvSpPr>
          <p:spPr>
            <a:xfrm>
              <a:off x="0" y="0"/>
              <a:ext cx="11314854" cy="1743859"/>
            </a:xfrm>
            <a:custGeom>
              <a:rect b="b" l="l" r="r" t="t"/>
              <a:pathLst>
                <a:path extrusionOk="0" h="1743859" w="11314854">
                  <a:moveTo>
                    <a:pt x="0" y="0"/>
                  </a:moveTo>
                  <a:lnTo>
                    <a:pt x="11314854" y="0"/>
                  </a:lnTo>
                  <a:lnTo>
                    <a:pt x="11314854" y="1743859"/>
                  </a:lnTo>
                  <a:lnTo>
                    <a:pt x="0" y="1743859"/>
                  </a:lnTo>
                  <a:close/>
                </a:path>
              </a:pathLst>
            </a:custGeom>
            <a:solidFill>
              <a:srgbClr val="000000">
                <a:alpha val="0"/>
              </a:srgbClr>
            </a:solidFill>
            <a:ln>
              <a:noFill/>
            </a:ln>
          </p:spPr>
        </p:sp>
        <p:sp>
          <p:nvSpPr>
            <p:cNvPr id="256" name="Google Shape;256;p6"/>
            <p:cNvSpPr txBox="1"/>
            <p:nvPr/>
          </p:nvSpPr>
          <p:spPr>
            <a:xfrm>
              <a:off x="0" y="-57150"/>
              <a:ext cx="11314853" cy="1801009"/>
            </a:xfrm>
            <a:prstGeom prst="rect">
              <a:avLst/>
            </a:prstGeom>
            <a:noFill/>
            <a:ln>
              <a:noFill/>
            </a:ln>
          </p:spPr>
          <p:txBody>
            <a:bodyPr anchorCtr="0" anchor="t" bIns="0" lIns="0" spcFirstLastPara="1" rIns="0" wrap="square" tIns="0">
              <a:noAutofit/>
            </a:bodyPr>
            <a:lstStyle/>
            <a:p>
              <a:pPr indent="0" lvl="0" marL="0" marR="0" rtl="0" algn="just">
                <a:lnSpc>
                  <a:spcPct val="140400"/>
                </a:lnSpc>
                <a:spcBef>
                  <a:spcPts val="0"/>
                </a:spcBef>
                <a:spcAft>
                  <a:spcPts val="0"/>
                </a:spcAft>
                <a:buNone/>
              </a:pPr>
              <a:r>
                <a:rPr b="1" lang="en-US" sz="2500">
                  <a:solidFill>
                    <a:srgbClr val="C1FF72"/>
                  </a:solidFill>
                  <a:latin typeface="Calibri"/>
                  <a:ea typeface="Calibri"/>
                  <a:cs typeface="Calibri"/>
                  <a:sym typeface="Calibri"/>
                </a:rPr>
                <a:t>Linux</a:t>
              </a:r>
              <a:r>
                <a:rPr b="1" lang="en-US" sz="2500">
                  <a:solidFill>
                    <a:srgbClr val="FFFFFF"/>
                  </a:solidFill>
                  <a:latin typeface="Calibri"/>
                  <a:ea typeface="Calibri"/>
                  <a:cs typeface="Calibri"/>
                  <a:sym typeface="Calibri"/>
                </a:rPr>
                <a:t>: Uses a monolithic kernel, meaning all essential services run in the kernel space, improving performance. </a:t>
              </a:r>
              <a:endParaRPr b="1" sz="2500">
                <a:solidFill>
                  <a:srgbClr val="FFFFFF"/>
                </a:solidFill>
                <a:latin typeface="Calibri"/>
                <a:ea typeface="Calibri"/>
                <a:cs typeface="Calibri"/>
                <a:sym typeface="Calibri"/>
              </a:endParaRPr>
            </a:p>
            <a:p>
              <a:pPr indent="0" lvl="0" marL="0" marR="0" rtl="0" algn="just">
                <a:lnSpc>
                  <a:spcPct val="140400"/>
                </a:lnSpc>
                <a:spcBef>
                  <a:spcPts val="0"/>
                </a:spcBef>
                <a:spcAft>
                  <a:spcPts val="0"/>
                </a:spcAft>
                <a:buNone/>
              </a:pPr>
              <a:r>
                <a:t/>
              </a:r>
              <a:endParaRPr sz="2500">
                <a:solidFill>
                  <a:schemeClr val="dk1"/>
                </a:solidFill>
                <a:latin typeface="Calibri"/>
                <a:ea typeface="Calibri"/>
                <a:cs typeface="Calibri"/>
                <a:sym typeface="Calibri"/>
              </a:endParaRPr>
            </a:p>
          </p:txBody>
        </p:sp>
      </p:grpSp>
      <p:sp>
        <p:nvSpPr>
          <p:cNvPr id="257" name="Google Shape;257;p6"/>
          <p:cNvSpPr/>
          <p:nvPr/>
        </p:nvSpPr>
        <p:spPr>
          <a:xfrm>
            <a:off x="9124950" y="4067175"/>
            <a:ext cx="38100" cy="1455992"/>
          </a:xfrm>
          <a:custGeom>
            <a:rect b="b" l="l" r="r" t="t"/>
            <a:pathLst>
              <a:path extrusionOk="0" h="1941322" w="50800">
                <a:moveTo>
                  <a:pt x="50800" y="0"/>
                </a:moveTo>
                <a:lnTo>
                  <a:pt x="50800" y="1941322"/>
                </a:lnTo>
                <a:lnTo>
                  <a:pt x="0" y="1941322"/>
                </a:lnTo>
                <a:lnTo>
                  <a:pt x="0" y="0"/>
                </a:lnTo>
                <a:close/>
              </a:path>
            </a:pathLst>
          </a:custGeom>
          <a:solidFill>
            <a:srgbClr val="C1FF72"/>
          </a:solidFill>
          <a:ln>
            <a:noFill/>
          </a:ln>
        </p:spPr>
      </p:sp>
      <p:grpSp>
        <p:nvGrpSpPr>
          <p:cNvPr id="258" name="Google Shape;258;p6"/>
          <p:cNvGrpSpPr/>
          <p:nvPr/>
        </p:nvGrpSpPr>
        <p:grpSpPr>
          <a:xfrm>
            <a:off x="9515485" y="4223562"/>
            <a:ext cx="8488424" cy="912606"/>
            <a:chOff x="0" y="-57150"/>
            <a:chExt cx="11317899" cy="1216809"/>
          </a:xfrm>
        </p:grpSpPr>
        <p:sp>
          <p:nvSpPr>
            <p:cNvPr id="259" name="Google Shape;259;p6"/>
            <p:cNvSpPr/>
            <p:nvPr/>
          </p:nvSpPr>
          <p:spPr>
            <a:xfrm>
              <a:off x="0" y="0"/>
              <a:ext cx="11317898" cy="1159659"/>
            </a:xfrm>
            <a:custGeom>
              <a:rect b="b" l="l" r="r" t="t"/>
              <a:pathLst>
                <a:path extrusionOk="0" h="1159659" w="11317898">
                  <a:moveTo>
                    <a:pt x="0" y="0"/>
                  </a:moveTo>
                  <a:lnTo>
                    <a:pt x="11317898" y="0"/>
                  </a:lnTo>
                  <a:lnTo>
                    <a:pt x="11317898" y="1159659"/>
                  </a:lnTo>
                  <a:lnTo>
                    <a:pt x="0" y="1159659"/>
                  </a:lnTo>
                  <a:close/>
                </a:path>
              </a:pathLst>
            </a:custGeom>
            <a:solidFill>
              <a:srgbClr val="000000">
                <a:alpha val="0"/>
              </a:srgbClr>
            </a:solidFill>
            <a:ln>
              <a:noFill/>
            </a:ln>
          </p:spPr>
        </p:sp>
        <p:sp>
          <p:nvSpPr>
            <p:cNvPr id="260" name="Google Shape;260;p6"/>
            <p:cNvSpPr txBox="1"/>
            <p:nvPr/>
          </p:nvSpPr>
          <p:spPr>
            <a:xfrm>
              <a:off x="0" y="-57150"/>
              <a:ext cx="11317899" cy="1216809"/>
            </a:xfrm>
            <a:prstGeom prst="rect">
              <a:avLst/>
            </a:prstGeom>
            <a:noFill/>
            <a:ln>
              <a:noFill/>
            </a:ln>
          </p:spPr>
          <p:txBody>
            <a:bodyPr anchorCtr="0" anchor="t" bIns="0" lIns="0" spcFirstLastPara="1" rIns="0" wrap="square" tIns="0">
              <a:noAutofit/>
            </a:bodyPr>
            <a:lstStyle/>
            <a:p>
              <a:pPr indent="0" lvl="0" marL="0" marR="0" rtl="0" algn="just">
                <a:lnSpc>
                  <a:spcPct val="140400"/>
                </a:lnSpc>
                <a:spcBef>
                  <a:spcPts val="0"/>
                </a:spcBef>
                <a:spcAft>
                  <a:spcPts val="0"/>
                </a:spcAft>
                <a:buNone/>
              </a:pPr>
              <a:r>
                <a:rPr b="1" lang="en-US" sz="2500">
                  <a:solidFill>
                    <a:srgbClr val="C1FF72"/>
                  </a:solidFill>
                  <a:latin typeface="Calibri"/>
                  <a:ea typeface="Calibri"/>
                  <a:cs typeface="Calibri"/>
                  <a:sym typeface="Calibri"/>
                </a:rPr>
                <a:t>UNIX</a:t>
              </a:r>
              <a:r>
                <a:rPr b="1" lang="en-US" sz="2500">
                  <a:solidFill>
                    <a:srgbClr val="FFFFFF"/>
                  </a:solidFill>
                  <a:latin typeface="Calibri"/>
                  <a:ea typeface="Calibri"/>
                  <a:cs typeface="Calibri"/>
                  <a:sym typeface="Calibri"/>
                </a:rPr>
                <a:t>: Can use monolithic, microkernel, or hybrid kernels, depending on the variant.</a:t>
              </a:r>
              <a:endParaRPr b="1" sz="2500">
                <a:solidFill>
                  <a:srgbClr val="FFFFFF"/>
                </a:solidFill>
                <a:latin typeface="Calibri"/>
                <a:ea typeface="Calibri"/>
                <a:cs typeface="Calibri"/>
                <a:sym typeface="Calibri"/>
              </a:endParaRPr>
            </a:p>
          </p:txBody>
        </p:sp>
      </p:grpSp>
      <p:grpSp>
        <p:nvGrpSpPr>
          <p:cNvPr id="261" name="Google Shape;261;p6"/>
          <p:cNvGrpSpPr/>
          <p:nvPr/>
        </p:nvGrpSpPr>
        <p:grpSpPr>
          <a:xfrm>
            <a:off x="7086679" y="5527270"/>
            <a:ext cx="4229100" cy="531289"/>
            <a:chOff x="-785707" y="-132927"/>
            <a:chExt cx="5638800" cy="708386"/>
          </a:xfrm>
        </p:grpSpPr>
        <p:sp>
          <p:nvSpPr>
            <p:cNvPr id="262" name="Google Shape;262;p6"/>
            <p:cNvSpPr/>
            <p:nvPr/>
          </p:nvSpPr>
          <p:spPr>
            <a:xfrm>
              <a:off x="0" y="0"/>
              <a:ext cx="3914775" cy="575459"/>
            </a:xfrm>
            <a:custGeom>
              <a:rect b="b" l="l" r="r" t="t"/>
              <a:pathLst>
                <a:path extrusionOk="0" h="575459" w="3914775">
                  <a:moveTo>
                    <a:pt x="0" y="0"/>
                  </a:moveTo>
                  <a:lnTo>
                    <a:pt x="3914775" y="0"/>
                  </a:lnTo>
                  <a:lnTo>
                    <a:pt x="3914775" y="575459"/>
                  </a:lnTo>
                  <a:lnTo>
                    <a:pt x="0" y="575459"/>
                  </a:lnTo>
                  <a:close/>
                </a:path>
              </a:pathLst>
            </a:custGeom>
            <a:solidFill>
              <a:srgbClr val="000000">
                <a:alpha val="0"/>
              </a:srgbClr>
            </a:solidFill>
            <a:ln>
              <a:noFill/>
            </a:ln>
          </p:spPr>
        </p:sp>
        <p:sp>
          <p:nvSpPr>
            <p:cNvPr id="263" name="Google Shape;263;p6"/>
            <p:cNvSpPr txBox="1"/>
            <p:nvPr/>
          </p:nvSpPr>
          <p:spPr>
            <a:xfrm>
              <a:off x="-785707" y="-132927"/>
              <a:ext cx="5638800" cy="632460"/>
            </a:xfrm>
            <a:prstGeom prst="rect">
              <a:avLst/>
            </a:prstGeom>
            <a:noFill/>
            <a:ln>
              <a:noFill/>
            </a:ln>
          </p:spPr>
          <p:txBody>
            <a:bodyPr anchorCtr="0" anchor="t" bIns="0" lIns="0" spcFirstLastPara="1" rIns="0" wrap="square" tIns="0">
              <a:noAutofit/>
            </a:bodyPr>
            <a:lstStyle/>
            <a:p>
              <a:pPr indent="0" lvl="0" marL="0" marR="0" rtl="0" algn="ctr">
                <a:lnSpc>
                  <a:spcPct val="140400"/>
                </a:lnSpc>
                <a:spcBef>
                  <a:spcPts val="0"/>
                </a:spcBef>
                <a:spcAft>
                  <a:spcPts val="0"/>
                </a:spcAft>
                <a:buNone/>
              </a:pPr>
              <a:r>
                <a:rPr b="1" lang="en-US" sz="2500">
                  <a:solidFill>
                    <a:srgbClr val="FFFFFF"/>
                  </a:solidFill>
                  <a:latin typeface="Calibri"/>
                  <a:ea typeface="Calibri"/>
                  <a:cs typeface="Calibri"/>
                  <a:sym typeface="Calibri"/>
                </a:rPr>
                <a:t>File System Support</a:t>
              </a:r>
              <a:endParaRPr b="1" sz="2500">
                <a:solidFill>
                  <a:srgbClr val="FFFFFF"/>
                </a:solidFill>
                <a:latin typeface="Calibri"/>
                <a:ea typeface="Calibri"/>
                <a:cs typeface="Calibri"/>
                <a:sym typeface="Calibri"/>
              </a:endParaRPr>
            </a:p>
          </p:txBody>
        </p:sp>
      </p:grpSp>
      <p:grpSp>
        <p:nvGrpSpPr>
          <p:cNvPr id="264" name="Google Shape;264;p6"/>
          <p:cNvGrpSpPr/>
          <p:nvPr/>
        </p:nvGrpSpPr>
        <p:grpSpPr>
          <a:xfrm>
            <a:off x="360316" y="6349071"/>
            <a:ext cx="8486141" cy="1350756"/>
            <a:chOff x="0" y="-57150"/>
            <a:chExt cx="11314854" cy="1801009"/>
          </a:xfrm>
        </p:grpSpPr>
        <p:sp>
          <p:nvSpPr>
            <p:cNvPr id="265" name="Google Shape;265;p6"/>
            <p:cNvSpPr/>
            <p:nvPr/>
          </p:nvSpPr>
          <p:spPr>
            <a:xfrm>
              <a:off x="0" y="0"/>
              <a:ext cx="11314854" cy="1743859"/>
            </a:xfrm>
            <a:custGeom>
              <a:rect b="b" l="l" r="r" t="t"/>
              <a:pathLst>
                <a:path extrusionOk="0" h="1743859" w="11314854">
                  <a:moveTo>
                    <a:pt x="0" y="0"/>
                  </a:moveTo>
                  <a:lnTo>
                    <a:pt x="11314854" y="0"/>
                  </a:lnTo>
                  <a:lnTo>
                    <a:pt x="11314854" y="1743859"/>
                  </a:lnTo>
                  <a:lnTo>
                    <a:pt x="0" y="1743859"/>
                  </a:lnTo>
                  <a:close/>
                </a:path>
              </a:pathLst>
            </a:custGeom>
            <a:solidFill>
              <a:srgbClr val="000000">
                <a:alpha val="0"/>
              </a:srgbClr>
            </a:solidFill>
            <a:ln>
              <a:noFill/>
            </a:ln>
          </p:spPr>
        </p:sp>
        <p:sp>
          <p:nvSpPr>
            <p:cNvPr id="266" name="Google Shape;266;p6"/>
            <p:cNvSpPr txBox="1"/>
            <p:nvPr/>
          </p:nvSpPr>
          <p:spPr>
            <a:xfrm>
              <a:off x="0" y="-57150"/>
              <a:ext cx="11314853" cy="1801009"/>
            </a:xfrm>
            <a:prstGeom prst="rect">
              <a:avLst/>
            </a:prstGeom>
            <a:noFill/>
            <a:ln>
              <a:noFill/>
            </a:ln>
          </p:spPr>
          <p:txBody>
            <a:bodyPr anchorCtr="0" anchor="t" bIns="0" lIns="0" spcFirstLastPara="1" rIns="0" wrap="square" tIns="0">
              <a:noAutofit/>
            </a:bodyPr>
            <a:lstStyle/>
            <a:p>
              <a:pPr indent="0" lvl="0" marL="0" marR="0" rtl="0" algn="just">
                <a:lnSpc>
                  <a:spcPct val="140400"/>
                </a:lnSpc>
                <a:spcBef>
                  <a:spcPts val="0"/>
                </a:spcBef>
                <a:spcAft>
                  <a:spcPts val="0"/>
                </a:spcAft>
                <a:buNone/>
              </a:pPr>
              <a:r>
                <a:rPr b="1" lang="en-US" sz="2500">
                  <a:solidFill>
                    <a:srgbClr val="C1FF72"/>
                  </a:solidFill>
                  <a:latin typeface="Calibri"/>
                  <a:ea typeface="Calibri"/>
                  <a:cs typeface="Calibri"/>
                  <a:sym typeface="Calibri"/>
                </a:rPr>
                <a:t>Linux</a:t>
              </a:r>
              <a:r>
                <a:rPr b="1" lang="en-US" sz="2500">
                  <a:solidFill>
                    <a:srgbClr val="FFFFFF"/>
                  </a:solidFill>
                  <a:latin typeface="Calibri"/>
                  <a:ea typeface="Calibri"/>
                  <a:cs typeface="Calibri"/>
                  <a:sym typeface="Calibri"/>
                </a:rPr>
                <a:t>: Supports Ext2, Ext3, Ext4, XFS, Btrfs, ReiserFS, FAT, NTFS, and more. </a:t>
              </a:r>
              <a:endParaRPr b="1" sz="2500">
                <a:solidFill>
                  <a:srgbClr val="FFFFFF"/>
                </a:solidFill>
                <a:latin typeface="Calibri"/>
                <a:ea typeface="Calibri"/>
                <a:cs typeface="Calibri"/>
                <a:sym typeface="Calibri"/>
              </a:endParaRPr>
            </a:p>
            <a:p>
              <a:pPr indent="0" lvl="0" marL="0" marR="0" rtl="0" algn="just">
                <a:lnSpc>
                  <a:spcPct val="140400"/>
                </a:lnSpc>
                <a:spcBef>
                  <a:spcPts val="0"/>
                </a:spcBef>
                <a:spcAft>
                  <a:spcPts val="0"/>
                </a:spcAft>
                <a:buNone/>
              </a:pPr>
              <a:r>
                <a:t/>
              </a:r>
              <a:endParaRPr sz="2500">
                <a:solidFill>
                  <a:schemeClr val="dk1"/>
                </a:solidFill>
                <a:latin typeface="Calibri"/>
                <a:ea typeface="Calibri"/>
                <a:cs typeface="Calibri"/>
                <a:sym typeface="Calibri"/>
              </a:endParaRPr>
            </a:p>
          </p:txBody>
        </p:sp>
      </p:grpSp>
      <p:sp>
        <p:nvSpPr>
          <p:cNvPr id="267" name="Google Shape;267;p6"/>
          <p:cNvSpPr/>
          <p:nvPr/>
        </p:nvSpPr>
        <p:spPr>
          <a:xfrm>
            <a:off x="9113158" y="6220447"/>
            <a:ext cx="57150" cy="1452372"/>
          </a:xfrm>
          <a:custGeom>
            <a:rect b="b" l="l" r="r" t="t"/>
            <a:pathLst>
              <a:path extrusionOk="0" h="1936496" w="76200">
                <a:moveTo>
                  <a:pt x="76200" y="762"/>
                </a:moveTo>
                <a:lnTo>
                  <a:pt x="50800" y="1936496"/>
                </a:lnTo>
                <a:lnTo>
                  <a:pt x="0" y="1935861"/>
                </a:lnTo>
                <a:lnTo>
                  <a:pt x="25400" y="0"/>
                </a:lnTo>
                <a:close/>
              </a:path>
            </a:pathLst>
          </a:custGeom>
          <a:solidFill>
            <a:srgbClr val="C1FF72"/>
          </a:solidFill>
          <a:ln>
            <a:noFill/>
          </a:ln>
        </p:spPr>
      </p:sp>
      <p:grpSp>
        <p:nvGrpSpPr>
          <p:cNvPr id="268" name="Google Shape;268;p6"/>
          <p:cNvGrpSpPr/>
          <p:nvPr/>
        </p:nvGrpSpPr>
        <p:grpSpPr>
          <a:xfrm>
            <a:off x="9515485" y="6339546"/>
            <a:ext cx="8488424" cy="1350756"/>
            <a:chOff x="0" y="-57150"/>
            <a:chExt cx="11317899" cy="1801009"/>
          </a:xfrm>
        </p:grpSpPr>
        <p:sp>
          <p:nvSpPr>
            <p:cNvPr id="269" name="Google Shape;269;p6"/>
            <p:cNvSpPr/>
            <p:nvPr/>
          </p:nvSpPr>
          <p:spPr>
            <a:xfrm>
              <a:off x="0" y="0"/>
              <a:ext cx="11317898" cy="1743859"/>
            </a:xfrm>
            <a:custGeom>
              <a:rect b="b" l="l" r="r" t="t"/>
              <a:pathLst>
                <a:path extrusionOk="0" h="1743859" w="11317898">
                  <a:moveTo>
                    <a:pt x="0" y="0"/>
                  </a:moveTo>
                  <a:lnTo>
                    <a:pt x="11317898" y="0"/>
                  </a:lnTo>
                  <a:lnTo>
                    <a:pt x="11317898" y="1743859"/>
                  </a:lnTo>
                  <a:lnTo>
                    <a:pt x="0" y="1743859"/>
                  </a:lnTo>
                  <a:close/>
                </a:path>
              </a:pathLst>
            </a:custGeom>
            <a:solidFill>
              <a:srgbClr val="000000">
                <a:alpha val="0"/>
              </a:srgbClr>
            </a:solidFill>
            <a:ln>
              <a:noFill/>
            </a:ln>
          </p:spPr>
        </p:sp>
        <p:sp>
          <p:nvSpPr>
            <p:cNvPr id="270" name="Google Shape;270;p6"/>
            <p:cNvSpPr txBox="1"/>
            <p:nvPr/>
          </p:nvSpPr>
          <p:spPr>
            <a:xfrm>
              <a:off x="0" y="-57150"/>
              <a:ext cx="11317899" cy="1801009"/>
            </a:xfrm>
            <a:prstGeom prst="rect">
              <a:avLst/>
            </a:prstGeom>
            <a:noFill/>
            <a:ln>
              <a:noFill/>
            </a:ln>
          </p:spPr>
          <p:txBody>
            <a:bodyPr anchorCtr="0" anchor="t" bIns="0" lIns="0" spcFirstLastPara="1" rIns="0" wrap="square" tIns="0">
              <a:noAutofit/>
            </a:bodyPr>
            <a:lstStyle/>
            <a:p>
              <a:pPr indent="0" lvl="0" marL="0" marR="0" rtl="0" algn="just">
                <a:lnSpc>
                  <a:spcPct val="140400"/>
                </a:lnSpc>
                <a:spcBef>
                  <a:spcPts val="0"/>
                </a:spcBef>
                <a:spcAft>
                  <a:spcPts val="0"/>
                </a:spcAft>
                <a:buNone/>
              </a:pPr>
              <a:r>
                <a:rPr b="1" lang="en-US" sz="2500">
                  <a:solidFill>
                    <a:srgbClr val="C1FF72"/>
                  </a:solidFill>
                  <a:latin typeface="Calibri"/>
                  <a:ea typeface="Calibri"/>
                  <a:cs typeface="Calibri"/>
                  <a:sym typeface="Calibri"/>
                </a:rPr>
                <a:t>UNIX</a:t>
              </a:r>
              <a:r>
                <a:rPr b="1" lang="en-US" sz="2500">
                  <a:solidFill>
                    <a:srgbClr val="FFFFFF"/>
                  </a:solidFill>
                  <a:latin typeface="Calibri"/>
                  <a:ea typeface="Calibri"/>
                  <a:cs typeface="Calibri"/>
                  <a:sym typeface="Calibri"/>
                </a:rPr>
                <a:t>: Supports JFS, GPFS, HFS, HFS+, UFS, XFS, ZFS, among others.</a:t>
              </a:r>
              <a:endParaRPr b="1" sz="2500">
                <a:solidFill>
                  <a:srgbClr val="FFFFFF"/>
                </a:solidFill>
                <a:latin typeface="Calibri"/>
                <a:ea typeface="Calibri"/>
                <a:cs typeface="Calibri"/>
                <a:sym typeface="Calibri"/>
              </a:endParaRPr>
            </a:p>
            <a:p>
              <a:pPr indent="0" lvl="0" marL="0" marR="0" rtl="0" algn="just">
                <a:lnSpc>
                  <a:spcPct val="140400"/>
                </a:lnSpc>
                <a:spcBef>
                  <a:spcPts val="0"/>
                </a:spcBef>
                <a:spcAft>
                  <a:spcPts val="0"/>
                </a:spcAft>
                <a:buNone/>
              </a:pPr>
              <a:r>
                <a:t/>
              </a:r>
              <a:endParaRPr sz="2500">
                <a:solidFill>
                  <a:schemeClr val="dk1"/>
                </a:solidFill>
                <a:latin typeface="Calibri"/>
                <a:ea typeface="Calibri"/>
                <a:cs typeface="Calibri"/>
                <a:sym typeface="Calibri"/>
              </a:endParaRPr>
            </a:p>
          </p:txBody>
        </p:sp>
      </p:grpSp>
      <p:grpSp>
        <p:nvGrpSpPr>
          <p:cNvPr id="271" name="Google Shape;271;p6"/>
          <p:cNvGrpSpPr/>
          <p:nvPr/>
        </p:nvGrpSpPr>
        <p:grpSpPr>
          <a:xfrm>
            <a:off x="6919615" y="7762057"/>
            <a:ext cx="5024755" cy="474345"/>
            <a:chOff x="0" y="-56727"/>
            <a:chExt cx="6699673" cy="632460"/>
          </a:xfrm>
        </p:grpSpPr>
        <p:sp>
          <p:nvSpPr>
            <p:cNvPr id="272" name="Google Shape;272;p6"/>
            <p:cNvSpPr/>
            <p:nvPr/>
          </p:nvSpPr>
          <p:spPr>
            <a:xfrm>
              <a:off x="0" y="0"/>
              <a:ext cx="5931693" cy="575459"/>
            </a:xfrm>
            <a:custGeom>
              <a:rect b="b" l="l" r="r" t="t"/>
              <a:pathLst>
                <a:path extrusionOk="0" h="575459" w="5931693">
                  <a:moveTo>
                    <a:pt x="0" y="0"/>
                  </a:moveTo>
                  <a:lnTo>
                    <a:pt x="5931693" y="0"/>
                  </a:lnTo>
                  <a:lnTo>
                    <a:pt x="5931693" y="575459"/>
                  </a:lnTo>
                  <a:lnTo>
                    <a:pt x="0" y="575459"/>
                  </a:lnTo>
                  <a:close/>
                </a:path>
              </a:pathLst>
            </a:custGeom>
            <a:solidFill>
              <a:srgbClr val="000000">
                <a:alpha val="0"/>
              </a:srgbClr>
            </a:solidFill>
            <a:ln>
              <a:noFill/>
            </a:ln>
          </p:spPr>
        </p:sp>
        <p:sp>
          <p:nvSpPr>
            <p:cNvPr id="273" name="Google Shape;273;p6"/>
            <p:cNvSpPr txBox="1"/>
            <p:nvPr/>
          </p:nvSpPr>
          <p:spPr>
            <a:xfrm>
              <a:off x="0" y="-56727"/>
              <a:ext cx="6699673" cy="632460"/>
            </a:xfrm>
            <a:prstGeom prst="rect">
              <a:avLst/>
            </a:prstGeom>
            <a:noFill/>
            <a:ln>
              <a:noFill/>
            </a:ln>
          </p:spPr>
          <p:txBody>
            <a:bodyPr anchorCtr="0" anchor="t" bIns="0" lIns="0" spcFirstLastPara="1" rIns="0" wrap="square" tIns="0">
              <a:noAutofit/>
            </a:bodyPr>
            <a:lstStyle/>
            <a:p>
              <a:pPr indent="0" lvl="0" marL="0" marR="0" rtl="0" algn="ctr">
                <a:lnSpc>
                  <a:spcPct val="140400"/>
                </a:lnSpc>
                <a:spcBef>
                  <a:spcPts val="0"/>
                </a:spcBef>
                <a:spcAft>
                  <a:spcPts val="0"/>
                </a:spcAft>
                <a:buNone/>
              </a:pPr>
              <a:r>
                <a:rPr b="1" lang="en-US" sz="2500">
                  <a:solidFill>
                    <a:srgbClr val="FFFFFF"/>
                  </a:solidFill>
                  <a:latin typeface="Calibri"/>
                  <a:ea typeface="Calibri"/>
                  <a:cs typeface="Calibri"/>
                  <a:sym typeface="Calibri"/>
                </a:rPr>
                <a:t>GUI (Graphical User Interface)</a:t>
              </a:r>
              <a:endParaRPr b="1" sz="2500">
                <a:solidFill>
                  <a:srgbClr val="FFFFFF"/>
                </a:solidFill>
                <a:latin typeface="Calibri"/>
                <a:ea typeface="Calibri"/>
                <a:cs typeface="Calibri"/>
                <a:sym typeface="Calibri"/>
              </a:endParaRPr>
            </a:p>
          </p:txBody>
        </p:sp>
      </p:grpSp>
      <p:sp>
        <p:nvSpPr>
          <p:cNvPr id="274" name="Google Shape;274;p6"/>
          <p:cNvSpPr/>
          <p:nvPr/>
        </p:nvSpPr>
        <p:spPr>
          <a:xfrm>
            <a:off x="9115426" y="8426660"/>
            <a:ext cx="57150" cy="1452372"/>
          </a:xfrm>
          <a:custGeom>
            <a:rect b="b" l="l" r="r" t="t"/>
            <a:pathLst>
              <a:path extrusionOk="0" h="1936496" w="76200">
                <a:moveTo>
                  <a:pt x="76200" y="762"/>
                </a:moveTo>
                <a:lnTo>
                  <a:pt x="50800" y="1936496"/>
                </a:lnTo>
                <a:lnTo>
                  <a:pt x="0" y="1935861"/>
                </a:lnTo>
                <a:lnTo>
                  <a:pt x="25400" y="0"/>
                </a:lnTo>
                <a:close/>
              </a:path>
            </a:pathLst>
          </a:custGeom>
          <a:solidFill>
            <a:srgbClr val="C1FF72"/>
          </a:solidFill>
          <a:ln>
            <a:noFill/>
          </a:ln>
        </p:spPr>
      </p:sp>
      <p:grpSp>
        <p:nvGrpSpPr>
          <p:cNvPr id="275" name="Google Shape;275;p6"/>
          <p:cNvGrpSpPr/>
          <p:nvPr/>
        </p:nvGrpSpPr>
        <p:grpSpPr>
          <a:xfrm>
            <a:off x="314963" y="8464565"/>
            <a:ext cx="8486141" cy="1350756"/>
            <a:chOff x="0" y="-57150"/>
            <a:chExt cx="11314854" cy="1801009"/>
          </a:xfrm>
        </p:grpSpPr>
        <p:sp>
          <p:nvSpPr>
            <p:cNvPr id="276" name="Google Shape;276;p6"/>
            <p:cNvSpPr/>
            <p:nvPr/>
          </p:nvSpPr>
          <p:spPr>
            <a:xfrm>
              <a:off x="0" y="0"/>
              <a:ext cx="11314854" cy="1743859"/>
            </a:xfrm>
            <a:custGeom>
              <a:rect b="b" l="l" r="r" t="t"/>
              <a:pathLst>
                <a:path extrusionOk="0" h="1743859" w="11314854">
                  <a:moveTo>
                    <a:pt x="0" y="0"/>
                  </a:moveTo>
                  <a:lnTo>
                    <a:pt x="11314854" y="0"/>
                  </a:lnTo>
                  <a:lnTo>
                    <a:pt x="11314854" y="1743859"/>
                  </a:lnTo>
                  <a:lnTo>
                    <a:pt x="0" y="1743859"/>
                  </a:lnTo>
                  <a:close/>
                </a:path>
              </a:pathLst>
            </a:custGeom>
            <a:solidFill>
              <a:srgbClr val="000000">
                <a:alpha val="0"/>
              </a:srgbClr>
            </a:solidFill>
            <a:ln>
              <a:noFill/>
            </a:ln>
          </p:spPr>
        </p:sp>
        <p:sp>
          <p:nvSpPr>
            <p:cNvPr id="277" name="Google Shape;277;p6"/>
            <p:cNvSpPr txBox="1"/>
            <p:nvPr/>
          </p:nvSpPr>
          <p:spPr>
            <a:xfrm>
              <a:off x="0" y="-57150"/>
              <a:ext cx="11314853" cy="1801009"/>
            </a:xfrm>
            <a:prstGeom prst="rect">
              <a:avLst/>
            </a:prstGeom>
            <a:noFill/>
            <a:ln>
              <a:noFill/>
            </a:ln>
          </p:spPr>
          <p:txBody>
            <a:bodyPr anchorCtr="0" anchor="t" bIns="0" lIns="0" spcFirstLastPara="1" rIns="0" wrap="square" tIns="0">
              <a:noAutofit/>
            </a:bodyPr>
            <a:lstStyle/>
            <a:p>
              <a:pPr indent="0" lvl="0" marL="0" marR="0" rtl="0" algn="just">
                <a:lnSpc>
                  <a:spcPct val="139840"/>
                </a:lnSpc>
                <a:spcBef>
                  <a:spcPts val="0"/>
                </a:spcBef>
                <a:spcAft>
                  <a:spcPts val="0"/>
                </a:spcAft>
                <a:buNone/>
              </a:pPr>
              <a:r>
                <a:rPr b="1" lang="en-US" sz="2510">
                  <a:solidFill>
                    <a:srgbClr val="C1FF72"/>
                  </a:solidFill>
                  <a:latin typeface="Calibri"/>
                  <a:ea typeface="Calibri"/>
                  <a:cs typeface="Calibri"/>
                  <a:sym typeface="Calibri"/>
                </a:rPr>
                <a:t>Linux</a:t>
              </a:r>
              <a:r>
                <a:rPr b="1" lang="en-US" sz="2510">
                  <a:solidFill>
                    <a:srgbClr val="FFFFFF"/>
                  </a:solidFill>
                  <a:latin typeface="Calibri"/>
                  <a:ea typeface="Calibri"/>
                  <a:cs typeface="Calibri"/>
                  <a:sym typeface="Calibri"/>
                </a:rPr>
                <a:t>: Offers multiple desktop environments like GNOME, KDE, Xfce, LXDE, Unity. </a:t>
              </a:r>
              <a:endParaRPr b="1" sz="2510">
                <a:solidFill>
                  <a:srgbClr val="FFFFFF"/>
                </a:solidFill>
                <a:latin typeface="Calibri"/>
                <a:ea typeface="Calibri"/>
                <a:cs typeface="Calibri"/>
                <a:sym typeface="Calibri"/>
              </a:endParaRPr>
            </a:p>
            <a:p>
              <a:pPr indent="0" lvl="0" marL="0" marR="0" rtl="0" algn="just">
                <a:lnSpc>
                  <a:spcPct val="195000"/>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78" name="Google Shape;278;p6"/>
          <p:cNvGrpSpPr/>
          <p:nvPr/>
        </p:nvGrpSpPr>
        <p:grpSpPr>
          <a:xfrm>
            <a:off x="9486898" y="8464565"/>
            <a:ext cx="8488424" cy="1788906"/>
            <a:chOff x="0" y="-57150"/>
            <a:chExt cx="11317899" cy="2385209"/>
          </a:xfrm>
        </p:grpSpPr>
        <p:sp>
          <p:nvSpPr>
            <p:cNvPr id="279" name="Google Shape;279;p6"/>
            <p:cNvSpPr/>
            <p:nvPr/>
          </p:nvSpPr>
          <p:spPr>
            <a:xfrm>
              <a:off x="0" y="0"/>
              <a:ext cx="11317898" cy="2328059"/>
            </a:xfrm>
            <a:custGeom>
              <a:rect b="b" l="l" r="r" t="t"/>
              <a:pathLst>
                <a:path extrusionOk="0" h="2328059" w="11317898">
                  <a:moveTo>
                    <a:pt x="0" y="0"/>
                  </a:moveTo>
                  <a:lnTo>
                    <a:pt x="11317898" y="0"/>
                  </a:lnTo>
                  <a:lnTo>
                    <a:pt x="11317898" y="2328059"/>
                  </a:lnTo>
                  <a:lnTo>
                    <a:pt x="0" y="2328059"/>
                  </a:lnTo>
                  <a:close/>
                </a:path>
              </a:pathLst>
            </a:custGeom>
            <a:solidFill>
              <a:srgbClr val="000000">
                <a:alpha val="0"/>
              </a:srgbClr>
            </a:solidFill>
            <a:ln>
              <a:noFill/>
            </a:ln>
          </p:spPr>
        </p:sp>
        <p:sp>
          <p:nvSpPr>
            <p:cNvPr id="280" name="Google Shape;280;p6"/>
            <p:cNvSpPr txBox="1"/>
            <p:nvPr/>
          </p:nvSpPr>
          <p:spPr>
            <a:xfrm>
              <a:off x="0" y="-57150"/>
              <a:ext cx="11317899" cy="2385209"/>
            </a:xfrm>
            <a:prstGeom prst="rect">
              <a:avLst/>
            </a:prstGeom>
            <a:noFill/>
            <a:ln>
              <a:noFill/>
            </a:ln>
          </p:spPr>
          <p:txBody>
            <a:bodyPr anchorCtr="0" anchor="t" bIns="0" lIns="0" spcFirstLastPara="1" rIns="0" wrap="square" tIns="0">
              <a:noAutofit/>
            </a:bodyPr>
            <a:lstStyle/>
            <a:p>
              <a:pPr indent="0" lvl="0" marL="0" marR="0" rtl="0" algn="just">
                <a:lnSpc>
                  <a:spcPct val="139840"/>
                </a:lnSpc>
                <a:spcBef>
                  <a:spcPts val="0"/>
                </a:spcBef>
                <a:spcAft>
                  <a:spcPts val="0"/>
                </a:spcAft>
                <a:buNone/>
              </a:pPr>
              <a:r>
                <a:rPr b="1" lang="en-US" sz="2510">
                  <a:solidFill>
                    <a:srgbClr val="C1FF72"/>
                  </a:solidFill>
                  <a:latin typeface="Calibri"/>
                  <a:ea typeface="Calibri"/>
                  <a:cs typeface="Calibri"/>
                  <a:sym typeface="Calibri"/>
                </a:rPr>
                <a:t>UNIX</a:t>
              </a:r>
              <a:r>
                <a:rPr b="1" lang="en-US" sz="2510">
                  <a:solidFill>
                    <a:srgbClr val="FFFFFF"/>
                  </a:solidFill>
                  <a:latin typeface="Calibri"/>
                  <a:ea typeface="Calibri"/>
                  <a:cs typeface="Calibri"/>
                  <a:sym typeface="Calibri"/>
                </a:rPr>
                <a:t>: Originally command-line based, but later versions introduced GUI support like Common Desktop Environment (CDE).</a:t>
              </a:r>
              <a:endParaRPr b="1" sz="2510">
                <a:solidFill>
                  <a:srgbClr val="FFFFFF"/>
                </a:solidFill>
                <a:latin typeface="Calibri"/>
                <a:ea typeface="Calibri"/>
                <a:cs typeface="Calibri"/>
                <a:sym typeface="Calibri"/>
              </a:endParaRPr>
            </a:p>
            <a:p>
              <a:pPr indent="0" lvl="0" marL="0" marR="0" rtl="0" algn="just">
                <a:lnSpc>
                  <a:spcPct val="195000"/>
                </a:lnSpc>
                <a:spcBef>
                  <a:spcPts val="0"/>
                </a:spcBef>
                <a:spcAft>
                  <a:spcPts val="0"/>
                </a:spcAft>
                <a:buNone/>
              </a:pPr>
              <a:r>
                <a:t/>
              </a:r>
              <a:endParaRPr sz="1800">
                <a:solidFill>
                  <a:schemeClr val="dk1"/>
                </a:solidFill>
                <a:latin typeface="Calibri"/>
                <a:ea typeface="Calibri"/>
                <a:cs typeface="Calibri"/>
                <a:sym typeface="Calibri"/>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7"/>
          <p:cNvSpPr/>
          <p:nvPr/>
        </p:nvSpPr>
        <p:spPr>
          <a:xfrm>
            <a:off x="0" y="11430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7" l="0" r="0" t="-9258"/>
            </a:stretch>
          </a:blipFill>
          <a:ln>
            <a:noFill/>
          </a:ln>
        </p:spPr>
      </p:sp>
      <p:grpSp>
        <p:nvGrpSpPr>
          <p:cNvPr id="286" name="Google Shape;286;p7"/>
          <p:cNvGrpSpPr/>
          <p:nvPr/>
        </p:nvGrpSpPr>
        <p:grpSpPr>
          <a:xfrm>
            <a:off x="1636711" y="493085"/>
            <a:ext cx="15228573" cy="1100455"/>
            <a:chOff x="-1738207" y="-94827"/>
            <a:chExt cx="20304764" cy="1467273"/>
          </a:xfrm>
        </p:grpSpPr>
        <p:sp>
          <p:nvSpPr>
            <p:cNvPr id="287" name="Google Shape;287;p7"/>
            <p:cNvSpPr/>
            <p:nvPr/>
          </p:nvSpPr>
          <p:spPr>
            <a:xfrm>
              <a:off x="0" y="0"/>
              <a:ext cx="18566557" cy="1371600"/>
            </a:xfrm>
            <a:custGeom>
              <a:rect b="b" l="l" r="r" t="t"/>
              <a:pathLst>
                <a:path extrusionOk="0" h="1371600" w="18566557">
                  <a:moveTo>
                    <a:pt x="0" y="0"/>
                  </a:moveTo>
                  <a:lnTo>
                    <a:pt x="18566557" y="0"/>
                  </a:lnTo>
                  <a:lnTo>
                    <a:pt x="18566557" y="1371600"/>
                  </a:lnTo>
                  <a:lnTo>
                    <a:pt x="0" y="1371600"/>
                  </a:lnTo>
                  <a:close/>
                </a:path>
              </a:pathLst>
            </a:custGeom>
            <a:solidFill>
              <a:srgbClr val="000000">
                <a:alpha val="0"/>
              </a:srgbClr>
            </a:solidFill>
            <a:ln>
              <a:noFill/>
            </a:ln>
          </p:spPr>
        </p:sp>
        <p:sp>
          <p:nvSpPr>
            <p:cNvPr id="288" name="Google Shape;288;p7"/>
            <p:cNvSpPr txBox="1"/>
            <p:nvPr/>
          </p:nvSpPr>
          <p:spPr>
            <a:xfrm>
              <a:off x="-1738207" y="-94827"/>
              <a:ext cx="20304760" cy="1467273"/>
            </a:xfrm>
            <a:prstGeom prst="rect">
              <a:avLst/>
            </a:prstGeom>
            <a:noFill/>
            <a:ln>
              <a:noFill/>
            </a:ln>
          </p:spPr>
          <p:txBody>
            <a:bodyPr anchorCtr="0" anchor="t" bIns="0" lIns="0" spcFirstLastPara="1" rIns="0" wrap="square" tIns="0">
              <a:noAutofit/>
            </a:bodyPr>
            <a:lstStyle/>
            <a:p>
              <a:pPr indent="0" lvl="0" marL="0" marR="0" rtl="0" algn="ctr">
                <a:lnSpc>
                  <a:spcPct val="87500"/>
                </a:lnSpc>
                <a:spcBef>
                  <a:spcPts val="0"/>
                </a:spcBef>
                <a:spcAft>
                  <a:spcPts val="0"/>
                </a:spcAft>
                <a:buNone/>
              </a:pPr>
              <a:r>
                <a:rPr b="1" lang="en-US" sz="8000">
                  <a:solidFill>
                    <a:srgbClr val="C1FF72"/>
                  </a:solidFill>
                  <a:latin typeface="Calibri"/>
                  <a:ea typeface="Calibri"/>
                  <a:cs typeface="Calibri"/>
                  <a:sym typeface="Calibri"/>
                </a:rPr>
                <a:t>CentOS8-Stream Installation</a:t>
              </a:r>
              <a:endParaRPr b="1" sz="5000">
                <a:solidFill>
                  <a:srgbClr val="C1FF72"/>
                </a:solidFill>
                <a:latin typeface="IBM Plex Sans"/>
                <a:ea typeface="IBM Plex Sans"/>
                <a:cs typeface="IBM Plex Sans"/>
                <a:sym typeface="IBM Plex Sans"/>
              </a:endParaRPr>
            </a:p>
          </p:txBody>
        </p:sp>
      </p:grpSp>
      <p:sp>
        <p:nvSpPr>
          <p:cNvPr id="289" name="Google Shape;289;p7"/>
          <p:cNvSpPr/>
          <p:nvPr/>
        </p:nvSpPr>
        <p:spPr>
          <a:xfrm>
            <a:off x="1295225" y="1143961"/>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290" name="Google Shape;290;p7"/>
          <p:cNvSpPr/>
          <p:nvPr/>
        </p:nvSpPr>
        <p:spPr>
          <a:xfrm>
            <a:off x="13759697" y="74040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291" name="Google Shape;291;p7"/>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292" name="Google Shape;292;p7"/>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293" name="Google Shape;293;p7"/>
          <p:cNvSpPr/>
          <p:nvPr/>
        </p:nvSpPr>
        <p:spPr>
          <a:xfrm>
            <a:off x="16280242" y="49517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294" name="Google Shape;294;p7"/>
          <p:cNvSpPr/>
          <p:nvPr/>
        </p:nvSpPr>
        <p:spPr>
          <a:xfrm>
            <a:off x="878206" y="9725103"/>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295" name="Google Shape;295;p7"/>
          <p:cNvSpPr txBox="1"/>
          <p:nvPr/>
        </p:nvSpPr>
        <p:spPr>
          <a:xfrm>
            <a:off x="304800" y="5472430"/>
            <a:ext cx="6377940" cy="449580"/>
          </a:xfrm>
          <a:prstGeom prst="rect">
            <a:avLst/>
          </a:prstGeom>
          <a:noFill/>
          <a:ln>
            <a:noFill/>
          </a:ln>
        </p:spPr>
        <p:txBody>
          <a:bodyPr anchorCtr="0" anchor="t" bIns="0" lIns="0" spcFirstLastPara="1" rIns="0" wrap="square" tIns="0">
            <a:spAutoFit/>
          </a:bodyPr>
          <a:lstStyle/>
          <a:p>
            <a:pPr indent="0" lvl="0" marL="0" marR="0" rtl="0" algn="l">
              <a:lnSpc>
                <a:spcPct val="139840"/>
              </a:lnSpc>
              <a:spcBef>
                <a:spcPts val="0"/>
              </a:spcBef>
              <a:spcAft>
                <a:spcPts val="0"/>
              </a:spcAft>
              <a:buNone/>
            </a:pPr>
            <a:r>
              <a:rPr b="1" lang="en-US" sz="2510">
                <a:solidFill>
                  <a:srgbClr val="C1FF72"/>
                </a:solidFill>
                <a:latin typeface="Calibri"/>
                <a:ea typeface="Calibri"/>
                <a:cs typeface="Calibri"/>
                <a:sym typeface="Calibri"/>
              </a:rPr>
              <a:t>Step-1: Download the latest CentOS-8</a:t>
            </a:r>
            <a:endParaRPr b="1" sz="2510">
              <a:solidFill>
                <a:srgbClr val="C1FF72"/>
              </a:solidFill>
              <a:latin typeface="Calibri"/>
              <a:ea typeface="Calibri"/>
              <a:cs typeface="Calibri"/>
              <a:sym typeface="Calibri"/>
            </a:endParaRPr>
          </a:p>
        </p:txBody>
      </p:sp>
      <p:sp>
        <p:nvSpPr>
          <p:cNvPr id="296" name="Google Shape;296;p7"/>
          <p:cNvSpPr txBox="1"/>
          <p:nvPr/>
        </p:nvSpPr>
        <p:spPr>
          <a:xfrm>
            <a:off x="685800" y="6142990"/>
            <a:ext cx="10043795" cy="636905"/>
          </a:xfrm>
          <a:prstGeom prst="rect">
            <a:avLst/>
          </a:prstGeom>
          <a:noFill/>
          <a:ln>
            <a:noFill/>
          </a:ln>
        </p:spPr>
        <p:txBody>
          <a:bodyPr anchorCtr="0" anchor="t" bIns="0" lIns="0" spcFirstLastPara="1" rIns="0" wrap="square" tIns="0">
            <a:noAutofit/>
          </a:bodyPr>
          <a:lstStyle/>
          <a:p>
            <a:pPr indent="0" lvl="0" marL="0" marR="0" rtl="0" algn="just">
              <a:lnSpc>
                <a:spcPct val="139840"/>
              </a:lnSpc>
              <a:spcBef>
                <a:spcPts val="0"/>
              </a:spcBef>
              <a:spcAft>
                <a:spcPts val="0"/>
              </a:spcAft>
              <a:buNone/>
            </a:pPr>
            <a:r>
              <a:rPr b="1" lang="en-US" sz="2510">
                <a:solidFill>
                  <a:srgbClr val="FFFFFF"/>
                </a:solidFill>
                <a:latin typeface="Calibri"/>
                <a:ea typeface="Calibri"/>
                <a:cs typeface="Calibri"/>
                <a:sym typeface="Calibri"/>
              </a:rPr>
              <a:t>Download CentOS 8 ISO file https://www.centos.org/download/</a:t>
            </a:r>
            <a:endParaRPr b="1" sz="2510">
              <a:solidFill>
                <a:srgbClr val="FFFFFF"/>
              </a:solidFill>
              <a:latin typeface="Calibri"/>
              <a:ea typeface="Calibri"/>
              <a:cs typeface="Calibri"/>
              <a:sym typeface="Calibri"/>
            </a:endParaRPr>
          </a:p>
        </p:txBody>
      </p:sp>
      <p:sp>
        <p:nvSpPr>
          <p:cNvPr id="297" name="Google Shape;297;p7"/>
          <p:cNvSpPr txBox="1"/>
          <p:nvPr/>
        </p:nvSpPr>
        <p:spPr>
          <a:xfrm>
            <a:off x="304800" y="7417435"/>
            <a:ext cx="4458335" cy="449580"/>
          </a:xfrm>
          <a:prstGeom prst="rect">
            <a:avLst/>
          </a:prstGeom>
          <a:noFill/>
          <a:ln>
            <a:noFill/>
          </a:ln>
        </p:spPr>
        <p:txBody>
          <a:bodyPr anchorCtr="0" anchor="t" bIns="0" lIns="0" spcFirstLastPara="1" rIns="0" wrap="square" tIns="0">
            <a:spAutoFit/>
          </a:bodyPr>
          <a:lstStyle/>
          <a:p>
            <a:pPr indent="0" lvl="0" marL="0" marR="0" rtl="0" algn="l">
              <a:lnSpc>
                <a:spcPct val="139840"/>
              </a:lnSpc>
              <a:spcBef>
                <a:spcPts val="0"/>
              </a:spcBef>
              <a:spcAft>
                <a:spcPts val="0"/>
              </a:spcAft>
              <a:buNone/>
            </a:pPr>
            <a:r>
              <a:rPr b="1" lang="en-US" sz="2510">
                <a:solidFill>
                  <a:srgbClr val="C1FF72"/>
                </a:solidFill>
                <a:latin typeface="Calibri"/>
                <a:ea typeface="Calibri"/>
                <a:cs typeface="Calibri"/>
                <a:sym typeface="Calibri"/>
              </a:rPr>
              <a:t>Step-2: Bootable USB</a:t>
            </a:r>
            <a:endParaRPr b="1" sz="2510">
              <a:solidFill>
                <a:srgbClr val="C1FF72"/>
              </a:solidFill>
              <a:latin typeface="Calibri"/>
              <a:ea typeface="Calibri"/>
              <a:cs typeface="Calibri"/>
              <a:sym typeface="Calibri"/>
            </a:endParaRPr>
          </a:p>
        </p:txBody>
      </p:sp>
      <p:sp>
        <p:nvSpPr>
          <p:cNvPr id="298" name="Google Shape;298;p7"/>
          <p:cNvSpPr txBox="1"/>
          <p:nvPr/>
        </p:nvSpPr>
        <p:spPr>
          <a:xfrm>
            <a:off x="762000" y="8114665"/>
            <a:ext cx="16809085" cy="899795"/>
          </a:xfrm>
          <a:prstGeom prst="rect">
            <a:avLst/>
          </a:prstGeom>
          <a:noFill/>
          <a:ln>
            <a:noFill/>
          </a:ln>
        </p:spPr>
        <p:txBody>
          <a:bodyPr anchorCtr="0" anchor="t" bIns="0" lIns="0" spcFirstLastPara="1" rIns="0" wrap="square" tIns="0">
            <a:spAutoFit/>
          </a:bodyPr>
          <a:lstStyle/>
          <a:p>
            <a:pPr indent="0" lvl="0" marL="0" marR="0" rtl="0" algn="just">
              <a:lnSpc>
                <a:spcPct val="139840"/>
              </a:lnSpc>
              <a:spcBef>
                <a:spcPts val="0"/>
              </a:spcBef>
              <a:spcAft>
                <a:spcPts val="0"/>
              </a:spcAft>
              <a:buNone/>
            </a:pPr>
            <a:r>
              <a:rPr b="1" lang="en-US" sz="2510">
                <a:solidFill>
                  <a:srgbClr val="FFFFFF"/>
                </a:solidFill>
                <a:latin typeface="Calibri"/>
                <a:ea typeface="Calibri"/>
                <a:cs typeface="Calibri"/>
                <a:sym typeface="Calibri"/>
              </a:rPr>
              <a:t>To install OS on standard servers, we need either a bootable USB. You can use the Rufus Software to create bootable USB, To install the OS in a virtual environment, then use the .iso file. </a:t>
            </a:r>
            <a:endParaRPr b="1" sz="2510">
              <a:solidFill>
                <a:srgbClr val="FFFFFF"/>
              </a:solidFill>
              <a:latin typeface="Calibri"/>
              <a:ea typeface="Calibri"/>
              <a:cs typeface="Calibri"/>
              <a:sym typeface="Calibri"/>
            </a:endParaRPr>
          </a:p>
        </p:txBody>
      </p:sp>
      <p:sp>
        <p:nvSpPr>
          <p:cNvPr id="299" name="Google Shape;299;p7"/>
          <p:cNvSpPr txBox="1"/>
          <p:nvPr/>
        </p:nvSpPr>
        <p:spPr>
          <a:xfrm>
            <a:off x="381000" y="2081530"/>
            <a:ext cx="5517515" cy="449580"/>
          </a:xfrm>
          <a:prstGeom prst="rect">
            <a:avLst/>
          </a:prstGeom>
          <a:noFill/>
          <a:ln>
            <a:noFill/>
          </a:ln>
        </p:spPr>
        <p:txBody>
          <a:bodyPr anchorCtr="0" anchor="t" bIns="0" lIns="0" spcFirstLastPara="1" rIns="0" wrap="square" tIns="0">
            <a:spAutoFit/>
          </a:bodyPr>
          <a:lstStyle/>
          <a:p>
            <a:pPr indent="0" lvl="0" marL="0" marR="0" rtl="0" algn="l">
              <a:lnSpc>
                <a:spcPct val="139840"/>
              </a:lnSpc>
              <a:spcBef>
                <a:spcPts val="0"/>
              </a:spcBef>
              <a:spcAft>
                <a:spcPts val="0"/>
              </a:spcAft>
              <a:buNone/>
            </a:pPr>
            <a:r>
              <a:rPr b="1" lang="en-US" sz="2510">
                <a:solidFill>
                  <a:srgbClr val="C1FF72"/>
                </a:solidFill>
                <a:latin typeface="Calibri"/>
                <a:ea typeface="Calibri"/>
                <a:cs typeface="Calibri"/>
                <a:sym typeface="Calibri"/>
              </a:rPr>
              <a:t>A brief introduction about CentOS</a:t>
            </a:r>
            <a:endParaRPr b="1" sz="2510">
              <a:solidFill>
                <a:srgbClr val="C1FF72"/>
              </a:solidFill>
              <a:latin typeface="Calibri"/>
              <a:ea typeface="Calibri"/>
              <a:cs typeface="Calibri"/>
              <a:sym typeface="Calibri"/>
            </a:endParaRPr>
          </a:p>
        </p:txBody>
      </p:sp>
      <p:sp>
        <p:nvSpPr>
          <p:cNvPr id="300" name="Google Shape;300;p7"/>
          <p:cNvSpPr txBox="1"/>
          <p:nvPr/>
        </p:nvSpPr>
        <p:spPr>
          <a:xfrm>
            <a:off x="620772" y="2575066"/>
            <a:ext cx="17259300" cy="1800225"/>
          </a:xfrm>
          <a:prstGeom prst="rect">
            <a:avLst/>
          </a:prstGeom>
          <a:noFill/>
          <a:ln>
            <a:noFill/>
          </a:ln>
        </p:spPr>
        <p:txBody>
          <a:bodyPr anchorCtr="0" anchor="t" bIns="0" lIns="0" spcFirstLastPara="1" rIns="0" wrap="square" tIns="0">
            <a:spAutoFit/>
          </a:bodyPr>
          <a:lstStyle/>
          <a:p>
            <a:pPr indent="0" lvl="0" marL="0" marR="0" rtl="0" algn="just">
              <a:lnSpc>
                <a:spcPct val="139840"/>
              </a:lnSpc>
              <a:spcBef>
                <a:spcPts val="0"/>
              </a:spcBef>
              <a:spcAft>
                <a:spcPts val="0"/>
              </a:spcAft>
              <a:buNone/>
            </a:pPr>
            <a:r>
              <a:rPr b="1" lang="en-US" sz="2510">
                <a:solidFill>
                  <a:srgbClr val="FFFFFF"/>
                </a:solidFill>
                <a:latin typeface="Calibri"/>
                <a:ea typeface="Calibri"/>
                <a:cs typeface="Calibri"/>
                <a:sym typeface="Calibri"/>
              </a:rPr>
              <a:t>CentOS is a Community-based Enterprise Operating System, with a free support platform which uses the source code of Red Hat Enterprises Linux (RHEL) distribution. The advantage of using CentOS is that it is completely free to install on any 64-bit x86 system. Most of the Web Hosting companies are using this free community enterprise edition on their servers. Each version of CentOS comes with a 10-year supported life cycle, more than any other OS in the market.</a:t>
            </a:r>
            <a:endParaRPr b="1" sz="2510">
              <a:solidFill>
                <a:srgbClr val="FFFFFF"/>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8"/>
          <p:cNvSpPr/>
          <p:nvPr/>
        </p:nvSpPr>
        <p:spPr>
          <a:xfrm>
            <a:off x="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7" l="0" r="0" t="-9258"/>
            </a:stretch>
          </a:blipFill>
          <a:ln>
            <a:noFill/>
          </a:ln>
        </p:spPr>
      </p:sp>
      <p:sp>
        <p:nvSpPr>
          <p:cNvPr id="306" name="Google Shape;306;p8"/>
          <p:cNvSpPr/>
          <p:nvPr/>
        </p:nvSpPr>
        <p:spPr>
          <a:xfrm>
            <a:off x="1178385" y="1143961"/>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307" name="Google Shape;307;p8"/>
          <p:cNvSpPr/>
          <p:nvPr/>
        </p:nvSpPr>
        <p:spPr>
          <a:xfrm>
            <a:off x="13759697" y="74040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308" name="Google Shape;308;p8"/>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309" name="Google Shape;309;p8"/>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310" name="Google Shape;310;p8"/>
          <p:cNvSpPr/>
          <p:nvPr/>
        </p:nvSpPr>
        <p:spPr>
          <a:xfrm>
            <a:off x="16078312" y="49517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311" name="Google Shape;311;p8"/>
          <p:cNvSpPr/>
          <p:nvPr/>
        </p:nvSpPr>
        <p:spPr>
          <a:xfrm>
            <a:off x="878206" y="9725103"/>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312" name="Google Shape;312;p8"/>
          <p:cNvSpPr/>
          <p:nvPr/>
        </p:nvSpPr>
        <p:spPr>
          <a:xfrm>
            <a:off x="3600158" y="3355611"/>
            <a:ext cx="11087684" cy="6208499"/>
          </a:xfrm>
          <a:custGeom>
            <a:rect b="b" l="l" r="r" t="t"/>
            <a:pathLst>
              <a:path extrusionOk="0" h="6208499" w="11087684">
                <a:moveTo>
                  <a:pt x="0" y="0"/>
                </a:moveTo>
                <a:lnTo>
                  <a:pt x="11087684" y="0"/>
                </a:lnTo>
                <a:lnTo>
                  <a:pt x="11087684" y="6208499"/>
                </a:lnTo>
                <a:lnTo>
                  <a:pt x="0" y="6208499"/>
                </a:lnTo>
                <a:lnTo>
                  <a:pt x="0" y="0"/>
                </a:lnTo>
                <a:close/>
              </a:path>
            </a:pathLst>
          </a:custGeom>
          <a:blipFill rotWithShape="1">
            <a:blip r:embed="rId5">
              <a:alphaModFix/>
            </a:blip>
            <a:stretch>
              <a:fillRect b="0" l="0" r="0" t="0"/>
            </a:stretch>
          </a:blipFill>
          <a:ln cap="flat" cmpd="sng" w="9525">
            <a:solidFill>
              <a:srgbClr val="F4F8FB"/>
            </a:solidFill>
            <a:prstDash val="solid"/>
            <a:round/>
            <a:headEnd len="sm" w="sm" type="none"/>
            <a:tailEnd len="sm" w="sm" type="none"/>
          </a:ln>
        </p:spPr>
      </p:sp>
      <p:sp>
        <p:nvSpPr>
          <p:cNvPr id="313" name="Google Shape;313;p8"/>
          <p:cNvSpPr txBox="1"/>
          <p:nvPr/>
        </p:nvSpPr>
        <p:spPr>
          <a:xfrm>
            <a:off x="606425" y="1186180"/>
            <a:ext cx="7225030" cy="449580"/>
          </a:xfrm>
          <a:prstGeom prst="rect">
            <a:avLst/>
          </a:prstGeom>
          <a:noFill/>
          <a:ln>
            <a:noFill/>
          </a:ln>
        </p:spPr>
        <p:txBody>
          <a:bodyPr anchorCtr="0" anchor="t" bIns="0" lIns="0" spcFirstLastPara="1" rIns="0" wrap="square" tIns="0">
            <a:spAutoFit/>
          </a:bodyPr>
          <a:lstStyle/>
          <a:p>
            <a:pPr indent="0" lvl="0" marL="0" marR="0" rtl="0" algn="ctr">
              <a:lnSpc>
                <a:spcPct val="139840"/>
              </a:lnSpc>
              <a:spcBef>
                <a:spcPts val="0"/>
              </a:spcBef>
              <a:spcAft>
                <a:spcPts val="0"/>
              </a:spcAft>
              <a:buNone/>
            </a:pPr>
            <a:r>
              <a:rPr b="1" lang="en-US" sz="2510">
                <a:solidFill>
                  <a:srgbClr val="C1FF72"/>
                </a:solidFill>
                <a:latin typeface="IBM Plex Sans"/>
                <a:ea typeface="IBM Plex Sans"/>
                <a:cs typeface="IBM Plex Sans"/>
                <a:sym typeface="IBM Plex Sans"/>
              </a:rPr>
              <a:t>Step-3: Let's start the CentOS-8 Installation</a:t>
            </a:r>
            <a:endParaRPr b="1" sz="2510">
              <a:solidFill>
                <a:srgbClr val="C1FF72"/>
              </a:solidFill>
              <a:latin typeface="IBM Plex Sans"/>
              <a:ea typeface="IBM Plex Sans"/>
              <a:cs typeface="IBM Plex Sans"/>
              <a:sym typeface="IBM Plex Sans"/>
            </a:endParaRPr>
          </a:p>
        </p:txBody>
      </p:sp>
      <p:sp>
        <p:nvSpPr>
          <p:cNvPr id="314" name="Google Shape;314;p8"/>
          <p:cNvSpPr txBox="1"/>
          <p:nvPr/>
        </p:nvSpPr>
        <p:spPr>
          <a:xfrm>
            <a:off x="1028700" y="1749758"/>
            <a:ext cx="16821209" cy="1307922"/>
          </a:xfrm>
          <a:prstGeom prst="rect">
            <a:avLst/>
          </a:prstGeom>
          <a:noFill/>
          <a:ln>
            <a:noFill/>
          </a:ln>
        </p:spPr>
        <p:txBody>
          <a:bodyPr anchorCtr="0" anchor="t" bIns="0" lIns="0" spcFirstLastPara="1" rIns="0" wrap="square" tIns="0">
            <a:spAutoFit/>
          </a:bodyPr>
          <a:lstStyle/>
          <a:p>
            <a:pPr indent="0" lvl="0" marL="0" marR="0" rtl="0" algn="just">
              <a:lnSpc>
                <a:spcPct val="139840"/>
              </a:lnSpc>
              <a:spcBef>
                <a:spcPts val="0"/>
              </a:spcBef>
              <a:spcAft>
                <a:spcPts val="0"/>
              </a:spcAft>
              <a:buNone/>
            </a:pPr>
            <a:r>
              <a:rPr b="1" lang="en-US" sz="2510">
                <a:solidFill>
                  <a:srgbClr val="FFFFFF"/>
                </a:solidFill>
                <a:latin typeface="IBM Plex Sans"/>
                <a:ea typeface="IBM Plex Sans"/>
                <a:cs typeface="IBM Plex Sans"/>
                <a:sym typeface="IBM Plex Sans"/>
              </a:rPr>
              <a:t>The following screen will appear when you boot the system with either ".iso or bootable media" kit for CentOS 8 for the first time. Choose either "</a:t>
            </a:r>
            <a:r>
              <a:rPr b="1" lang="en-US" sz="2510">
                <a:solidFill>
                  <a:srgbClr val="C1FF72"/>
                </a:solidFill>
                <a:latin typeface="IBM Plex Sans"/>
                <a:ea typeface="IBM Plex Sans"/>
                <a:cs typeface="IBM Plex Sans"/>
                <a:sym typeface="IBM Plex Sans"/>
              </a:rPr>
              <a:t>Install CentOS Linux 8</a:t>
            </a:r>
            <a:r>
              <a:rPr b="1" lang="en-US" sz="2510">
                <a:solidFill>
                  <a:srgbClr val="FFFFFF"/>
                </a:solidFill>
                <a:latin typeface="IBM Plex Sans"/>
                <a:ea typeface="IBM Plex Sans"/>
                <a:cs typeface="IBM Plex Sans"/>
                <a:sym typeface="IBM Plex Sans"/>
              </a:rPr>
              <a:t>" OR "</a:t>
            </a:r>
            <a:r>
              <a:rPr b="1" lang="en-US" sz="2510">
                <a:solidFill>
                  <a:srgbClr val="C1FF72"/>
                </a:solidFill>
                <a:latin typeface="IBM Plex Sans"/>
                <a:ea typeface="IBM Plex Sans"/>
                <a:cs typeface="IBM Plex Sans"/>
                <a:sym typeface="IBM Plex Sans"/>
              </a:rPr>
              <a:t>Test this media &amp; Install CentOS Linux 8</a:t>
            </a:r>
            <a:r>
              <a:rPr b="1" lang="en-US" sz="2510">
                <a:solidFill>
                  <a:srgbClr val="FFFFFF"/>
                </a:solidFill>
                <a:latin typeface="IBM Plex Sans"/>
                <a:ea typeface="IBM Plex Sans"/>
                <a:cs typeface="IBM Plex Sans"/>
                <a:sym typeface="IBM Plex Sans"/>
              </a:rPr>
              <a:t> "and hit the enter key to proceed.</a:t>
            </a:r>
            <a:endParaRPr b="1" sz="2510">
              <a:solidFill>
                <a:srgbClr val="FFFFFF"/>
              </a:solidFill>
              <a:latin typeface="IBM Plex Sans"/>
              <a:ea typeface="IBM Plex Sans"/>
              <a:cs typeface="IBM Plex Sans"/>
              <a:sym typeface="IBM Plex Sans"/>
            </a:endParaRPr>
          </a:p>
        </p:txBody>
      </p:sp>
      <p:grpSp>
        <p:nvGrpSpPr>
          <p:cNvPr id="315" name="Google Shape;315;p8"/>
          <p:cNvGrpSpPr/>
          <p:nvPr/>
        </p:nvGrpSpPr>
        <p:grpSpPr>
          <a:xfrm>
            <a:off x="1636711" y="493085"/>
            <a:ext cx="15228573" cy="1100455"/>
            <a:chOff x="-1738207" y="-94827"/>
            <a:chExt cx="20304764" cy="1467273"/>
          </a:xfrm>
        </p:grpSpPr>
        <p:sp>
          <p:nvSpPr>
            <p:cNvPr id="316" name="Google Shape;316;p8"/>
            <p:cNvSpPr/>
            <p:nvPr/>
          </p:nvSpPr>
          <p:spPr>
            <a:xfrm>
              <a:off x="0" y="0"/>
              <a:ext cx="18566557" cy="1371600"/>
            </a:xfrm>
            <a:custGeom>
              <a:rect b="b" l="l" r="r" t="t"/>
              <a:pathLst>
                <a:path extrusionOk="0" h="1371600" w="18566557">
                  <a:moveTo>
                    <a:pt x="0" y="0"/>
                  </a:moveTo>
                  <a:lnTo>
                    <a:pt x="18566557" y="0"/>
                  </a:lnTo>
                  <a:lnTo>
                    <a:pt x="18566557" y="1371600"/>
                  </a:lnTo>
                  <a:lnTo>
                    <a:pt x="0" y="1371600"/>
                  </a:lnTo>
                  <a:close/>
                </a:path>
              </a:pathLst>
            </a:custGeom>
            <a:solidFill>
              <a:srgbClr val="000000">
                <a:alpha val="0"/>
              </a:srgbClr>
            </a:solidFill>
            <a:ln>
              <a:noFill/>
            </a:ln>
          </p:spPr>
        </p:sp>
        <p:sp>
          <p:nvSpPr>
            <p:cNvPr id="317" name="Google Shape;317;p8"/>
            <p:cNvSpPr txBox="1"/>
            <p:nvPr/>
          </p:nvSpPr>
          <p:spPr>
            <a:xfrm>
              <a:off x="-1738207" y="-94827"/>
              <a:ext cx="20304760" cy="1467273"/>
            </a:xfrm>
            <a:prstGeom prst="rect">
              <a:avLst/>
            </a:prstGeom>
            <a:noFill/>
            <a:ln>
              <a:noFill/>
            </a:ln>
          </p:spPr>
          <p:txBody>
            <a:bodyPr anchorCtr="0" anchor="t" bIns="0" lIns="0" spcFirstLastPara="1" rIns="0" wrap="square" tIns="0">
              <a:noAutofit/>
            </a:bodyPr>
            <a:lstStyle/>
            <a:p>
              <a:pPr indent="0" lvl="0" marL="0" marR="0" rtl="0" algn="ctr">
                <a:lnSpc>
                  <a:spcPct val="87500"/>
                </a:lnSpc>
                <a:spcBef>
                  <a:spcPts val="0"/>
                </a:spcBef>
                <a:spcAft>
                  <a:spcPts val="0"/>
                </a:spcAft>
                <a:buNone/>
              </a:pPr>
              <a:r>
                <a:rPr b="1" lang="en-US" sz="8000">
                  <a:solidFill>
                    <a:srgbClr val="C1FF72"/>
                  </a:solidFill>
                  <a:latin typeface="Calibri"/>
                  <a:ea typeface="Calibri"/>
                  <a:cs typeface="Calibri"/>
                  <a:sym typeface="Calibri"/>
                </a:rPr>
                <a:t>CentOS8-Stream Installation</a:t>
              </a:r>
              <a:endParaRPr b="1" sz="5000">
                <a:solidFill>
                  <a:srgbClr val="C1FF72"/>
                </a:solidFill>
                <a:latin typeface="IBM Plex Sans"/>
                <a:ea typeface="IBM Plex Sans"/>
                <a:cs typeface="IBM Plex Sans"/>
                <a:sym typeface="IBM Plex Sans"/>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9"/>
          <p:cNvSpPr/>
          <p:nvPr/>
        </p:nvSpPr>
        <p:spPr>
          <a:xfrm>
            <a:off x="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7" l="0" r="0" t="-9258"/>
            </a:stretch>
          </a:blipFill>
          <a:ln>
            <a:noFill/>
          </a:ln>
        </p:spPr>
      </p:sp>
      <p:sp>
        <p:nvSpPr>
          <p:cNvPr id="323" name="Google Shape;323;p9"/>
          <p:cNvSpPr/>
          <p:nvPr/>
        </p:nvSpPr>
        <p:spPr>
          <a:xfrm>
            <a:off x="367106" y="1617492"/>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324" name="Google Shape;324;p9"/>
          <p:cNvSpPr/>
          <p:nvPr/>
        </p:nvSpPr>
        <p:spPr>
          <a:xfrm>
            <a:off x="13759697" y="74040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325" name="Google Shape;325;p9"/>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326" name="Google Shape;326;p9"/>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327" name="Google Shape;327;p9"/>
          <p:cNvSpPr/>
          <p:nvPr/>
        </p:nvSpPr>
        <p:spPr>
          <a:xfrm>
            <a:off x="15849712" y="49517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328" name="Google Shape;328;p9"/>
          <p:cNvSpPr/>
          <p:nvPr/>
        </p:nvSpPr>
        <p:spPr>
          <a:xfrm>
            <a:off x="878206" y="9725103"/>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329" name="Google Shape;329;p9"/>
          <p:cNvSpPr txBox="1"/>
          <p:nvPr/>
        </p:nvSpPr>
        <p:spPr>
          <a:xfrm>
            <a:off x="493146" y="1185870"/>
            <a:ext cx="5485279" cy="431622"/>
          </a:xfrm>
          <a:prstGeom prst="rect">
            <a:avLst/>
          </a:prstGeom>
          <a:noFill/>
          <a:ln>
            <a:noFill/>
          </a:ln>
        </p:spPr>
        <p:txBody>
          <a:bodyPr anchorCtr="0" anchor="t" bIns="0" lIns="0" spcFirstLastPara="1" rIns="0" wrap="square" tIns="0">
            <a:spAutoFit/>
          </a:bodyPr>
          <a:lstStyle/>
          <a:p>
            <a:pPr indent="0" lvl="0" marL="0" marR="0" rtl="0" algn="ctr">
              <a:lnSpc>
                <a:spcPct val="139840"/>
              </a:lnSpc>
              <a:spcBef>
                <a:spcPts val="0"/>
              </a:spcBef>
              <a:spcAft>
                <a:spcPts val="0"/>
              </a:spcAft>
              <a:buNone/>
            </a:pPr>
            <a:r>
              <a:rPr b="1" lang="en-US" sz="2510">
                <a:solidFill>
                  <a:srgbClr val="C1FF72"/>
                </a:solidFill>
                <a:latin typeface="IBM Plex Sans"/>
                <a:ea typeface="IBM Plex Sans"/>
                <a:cs typeface="IBM Plex Sans"/>
                <a:sym typeface="IBM Plex Sans"/>
              </a:rPr>
              <a:t>Step-4: Language selection screen</a:t>
            </a:r>
            <a:endParaRPr b="1" sz="2510">
              <a:solidFill>
                <a:srgbClr val="C1FF72"/>
              </a:solidFill>
              <a:latin typeface="IBM Plex Sans"/>
              <a:ea typeface="IBM Plex Sans"/>
              <a:cs typeface="IBM Plex Sans"/>
              <a:sym typeface="IBM Plex Sans"/>
            </a:endParaRPr>
          </a:p>
        </p:txBody>
      </p:sp>
      <p:sp>
        <p:nvSpPr>
          <p:cNvPr id="330" name="Google Shape;330;p9"/>
          <p:cNvSpPr txBox="1"/>
          <p:nvPr/>
        </p:nvSpPr>
        <p:spPr>
          <a:xfrm>
            <a:off x="1028700" y="1749758"/>
            <a:ext cx="16821209" cy="869772"/>
          </a:xfrm>
          <a:prstGeom prst="rect">
            <a:avLst/>
          </a:prstGeom>
          <a:noFill/>
          <a:ln>
            <a:noFill/>
          </a:ln>
        </p:spPr>
        <p:txBody>
          <a:bodyPr anchorCtr="0" anchor="t" bIns="0" lIns="0" spcFirstLastPara="1" rIns="0" wrap="square" tIns="0">
            <a:spAutoFit/>
          </a:bodyPr>
          <a:lstStyle/>
          <a:p>
            <a:pPr indent="0" lvl="0" marL="0" marR="0" rtl="0" algn="just">
              <a:lnSpc>
                <a:spcPct val="139840"/>
              </a:lnSpc>
              <a:spcBef>
                <a:spcPts val="0"/>
              </a:spcBef>
              <a:spcAft>
                <a:spcPts val="0"/>
              </a:spcAft>
              <a:buNone/>
            </a:pPr>
            <a:r>
              <a:rPr b="1" lang="en-US" sz="2510">
                <a:solidFill>
                  <a:srgbClr val="FFFFFF"/>
                </a:solidFill>
                <a:latin typeface="IBM Plex Sans"/>
                <a:ea typeface="IBM Plex Sans"/>
                <a:cs typeface="IBM Plex Sans"/>
                <a:sym typeface="IBM Plex Sans"/>
              </a:rPr>
              <a:t>On this screen you can choose your preferred language, in our case we will go with English United States and click on Continue.</a:t>
            </a:r>
            <a:endParaRPr b="1" sz="2510">
              <a:solidFill>
                <a:srgbClr val="FFFFFF"/>
              </a:solidFill>
              <a:latin typeface="IBM Plex Sans"/>
              <a:ea typeface="IBM Plex Sans"/>
              <a:cs typeface="IBM Plex Sans"/>
              <a:sym typeface="IBM Plex Sans"/>
            </a:endParaRPr>
          </a:p>
        </p:txBody>
      </p:sp>
      <p:pic>
        <p:nvPicPr>
          <p:cNvPr descr="Screenshot 2025-05-21 125901" id="331" name="Google Shape;331;p9"/>
          <p:cNvPicPr preferRelativeResize="0"/>
          <p:nvPr/>
        </p:nvPicPr>
        <p:blipFill rotWithShape="1">
          <a:blip r:embed="rId5">
            <a:alphaModFix/>
          </a:blip>
          <a:srcRect b="0" l="0" r="0" t="0"/>
          <a:stretch/>
        </p:blipFill>
        <p:spPr>
          <a:xfrm>
            <a:off x="4343400" y="2476500"/>
            <a:ext cx="9664679" cy="7315200"/>
          </a:xfrm>
          <a:prstGeom prst="rect">
            <a:avLst/>
          </a:prstGeom>
          <a:noFill/>
          <a:ln>
            <a:noFill/>
          </a:ln>
        </p:spPr>
      </p:pic>
      <p:grpSp>
        <p:nvGrpSpPr>
          <p:cNvPr id="332" name="Google Shape;332;p9"/>
          <p:cNvGrpSpPr/>
          <p:nvPr/>
        </p:nvGrpSpPr>
        <p:grpSpPr>
          <a:xfrm>
            <a:off x="1636711" y="493085"/>
            <a:ext cx="15228573" cy="1100455"/>
            <a:chOff x="-1738207" y="-94827"/>
            <a:chExt cx="20304764" cy="1467273"/>
          </a:xfrm>
        </p:grpSpPr>
        <p:sp>
          <p:nvSpPr>
            <p:cNvPr id="333" name="Google Shape;333;p9"/>
            <p:cNvSpPr/>
            <p:nvPr/>
          </p:nvSpPr>
          <p:spPr>
            <a:xfrm>
              <a:off x="0" y="0"/>
              <a:ext cx="18566557" cy="1371600"/>
            </a:xfrm>
            <a:custGeom>
              <a:rect b="b" l="l" r="r" t="t"/>
              <a:pathLst>
                <a:path extrusionOk="0" h="1371600" w="18566557">
                  <a:moveTo>
                    <a:pt x="0" y="0"/>
                  </a:moveTo>
                  <a:lnTo>
                    <a:pt x="18566557" y="0"/>
                  </a:lnTo>
                  <a:lnTo>
                    <a:pt x="18566557" y="1371600"/>
                  </a:lnTo>
                  <a:lnTo>
                    <a:pt x="0" y="1371600"/>
                  </a:lnTo>
                  <a:close/>
                </a:path>
              </a:pathLst>
            </a:custGeom>
            <a:solidFill>
              <a:srgbClr val="000000">
                <a:alpha val="0"/>
              </a:srgbClr>
            </a:solidFill>
            <a:ln>
              <a:noFill/>
            </a:ln>
          </p:spPr>
        </p:sp>
        <p:sp>
          <p:nvSpPr>
            <p:cNvPr id="334" name="Google Shape;334;p9"/>
            <p:cNvSpPr txBox="1"/>
            <p:nvPr/>
          </p:nvSpPr>
          <p:spPr>
            <a:xfrm>
              <a:off x="-1738207" y="-94827"/>
              <a:ext cx="20304760" cy="1467273"/>
            </a:xfrm>
            <a:prstGeom prst="rect">
              <a:avLst/>
            </a:prstGeom>
            <a:noFill/>
            <a:ln>
              <a:noFill/>
            </a:ln>
          </p:spPr>
          <p:txBody>
            <a:bodyPr anchorCtr="0" anchor="t" bIns="0" lIns="0" spcFirstLastPara="1" rIns="0" wrap="square" tIns="0">
              <a:noAutofit/>
            </a:bodyPr>
            <a:lstStyle/>
            <a:p>
              <a:pPr indent="0" lvl="0" marL="0" marR="0" rtl="0" algn="ctr">
                <a:lnSpc>
                  <a:spcPct val="87500"/>
                </a:lnSpc>
                <a:spcBef>
                  <a:spcPts val="0"/>
                </a:spcBef>
                <a:spcAft>
                  <a:spcPts val="0"/>
                </a:spcAft>
                <a:buNone/>
              </a:pPr>
              <a:r>
                <a:rPr b="1" lang="en-US" sz="8000">
                  <a:solidFill>
                    <a:srgbClr val="C1FF72"/>
                  </a:solidFill>
                  <a:latin typeface="Calibri"/>
                  <a:ea typeface="Calibri"/>
                  <a:cs typeface="Calibri"/>
                  <a:sym typeface="Calibri"/>
                </a:rPr>
                <a:t>CentOS8-Stream Installation</a:t>
              </a:r>
              <a:endParaRPr b="1" sz="5000">
                <a:solidFill>
                  <a:srgbClr val="C1FF72"/>
                </a:solidFill>
                <a:latin typeface="IBM Plex Sans"/>
                <a:ea typeface="IBM Plex Sans"/>
                <a:cs typeface="IBM Plex Sans"/>
                <a:sym typeface="IBM Plex Sans"/>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10"/>
          <p:cNvSpPr/>
          <p:nvPr/>
        </p:nvSpPr>
        <p:spPr>
          <a:xfrm>
            <a:off x="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7" l="0" r="0" t="-9258"/>
            </a:stretch>
          </a:blipFill>
          <a:ln>
            <a:noFill/>
          </a:ln>
        </p:spPr>
      </p:sp>
      <p:sp>
        <p:nvSpPr>
          <p:cNvPr id="340" name="Google Shape;340;p10"/>
          <p:cNvSpPr/>
          <p:nvPr/>
        </p:nvSpPr>
        <p:spPr>
          <a:xfrm>
            <a:off x="2181225" y="214630"/>
            <a:ext cx="13924915" cy="1028700"/>
          </a:xfrm>
          <a:custGeom>
            <a:rect b="b" l="l" r="r" t="t"/>
            <a:pathLst>
              <a:path extrusionOk="0" h="1371600" w="18566557">
                <a:moveTo>
                  <a:pt x="0" y="0"/>
                </a:moveTo>
                <a:lnTo>
                  <a:pt x="18566557" y="0"/>
                </a:lnTo>
                <a:lnTo>
                  <a:pt x="18566557" y="1371600"/>
                </a:lnTo>
                <a:lnTo>
                  <a:pt x="0" y="1371600"/>
                </a:lnTo>
                <a:close/>
              </a:path>
            </a:pathLst>
          </a:custGeom>
          <a:solidFill>
            <a:srgbClr val="000000">
              <a:alpha val="0"/>
            </a:srgbClr>
          </a:solidFill>
          <a:ln>
            <a:noFill/>
          </a:ln>
        </p:spPr>
      </p:sp>
      <p:sp>
        <p:nvSpPr>
          <p:cNvPr id="341" name="Google Shape;341;p10"/>
          <p:cNvSpPr/>
          <p:nvPr/>
        </p:nvSpPr>
        <p:spPr>
          <a:xfrm>
            <a:off x="367106" y="1617492"/>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342" name="Google Shape;342;p10"/>
          <p:cNvSpPr/>
          <p:nvPr/>
        </p:nvSpPr>
        <p:spPr>
          <a:xfrm>
            <a:off x="13759697" y="74040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343" name="Google Shape;343;p10"/>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344" name="Google Shape;344;p10"/>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345" name="Google Shape;345;p10"/>
          <p:cNvSpPr/>
          <p:nvPr/>
        </p:nvSpPr>
        <p:spPr>
          <a:xfrm>
            <a:off x="16080852" y="61328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346" name="Google Shape;346;p10"/>
          <p:cNvSpPr/>
          <p:nvPr/>
        </p:nvSpPr>
        <p:spPr>
          <a:xfrm>
            <a:off x="878206" y="9725103"/>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347" name="Google Shape;347;p10"/>
          <p:cNvSpPr txBox="1"/>
          <p:nvPr/>
        </p:nvSpPr>
        <p:spPr>
          <a:xfrm>
            <a:off x="493395" y="1186180"/>
            <a:ext cx="6313805" cy="449580"/>
          </a:xfrm>
          <a:prstGeom prst="rect">
            <a:avLst/>
          </a:prstGeom>
          <a:noFill/>
          <a:ln>
            <a:noFill/>
          </a:ln>
        </p:spPr>
        <p:txBody>
          <a:bodyPr anchorCtr="0" anchor="t" bIns="0" lIns="0" spcFirstLastPara="1" rIns="0" wrap="square" tIns="0">
            <a:spAutoFit/>
          </a:bodyPr>
          <a:lstStyle/>
          <a:p>
            <a:pPr indent="0" lvl="0" marL="0" marR="0" rtl="0" algn="ctr">
              <a:lnSpc>
                <a:spcPct val="139840"/>
              </a:lnSpc>
              <a:spcBef>
                <a:spcPts val="0"/>
              </a:spcBef>
              <a:spcAft>
                <a:spcPts val="0"/>
              </a:spcAft>
              <a:buNone/>
            </a:pPr>
            <a:r>
              <a:rPr b="1" lang="en-US" sz="2510">
                <a:solidFill>
                  <a:srgbClr val="C1FF72"/>
                </a:solidFill>
                <a:latin typeface="IBM Plex Sans"/>
                <a:ea typeface="IBM Plex Sans"/>
                <a:cs typeface="IBM Plex Sans"/>
                <a:sym typeface="IBM Plex Sans"/>
              </a:rPr>
              <a:t>Step-5: Configure Installation summary</a:t>
            </a:r>
            <a:endParaRPr b="1" sz="2510">
              <a:solidFill>
                <a:srgbClr val="C1FF72"/>
              </a:solidFill>
              <a:latin typeface="IBM Plex Sans"/>
              <a:ea typeface="IBM Plex Sans"/>
              <a:cs typeface="IBM Plex Sans"/>
              <a:sym typeface="IBM Plex Sans"/>
            </a:endParaRPr>
          </a:p>
        </p:txBody>
      </p:sp>
      <p:sp>
        <p:nvSpPr>
          <p:cNvPr id="348" name="Google Shape;348;p10"/>
          <p:cNvSpPr txBox="1"/>
          <p:nvPr/>
        </p:nvSpPr>
        <p:spPr>
          <a:xfrm>
            <a:off x="1028700" y="1749758"/>
            <a:ext cx="16821209" cy="899795"/>
          </a:xfrm>
          <a:prstGeom prst="rect">
            <a:avLst/>
          </a:prstGeom>
          <a:noFill/>
          <a:ln>
            <a:noFill/>
          </a:ln>
        </p:spPr>
        <p:txBody>
          <a:bodyPr anchorCtr="0" anchor="t" bIns="0" lIns="0" spcFirstLastPara="1" rIns="0" wrap="square" tIns="0">
            <a:spAutoFit/>
          </a:bodyPr>
          <a:lstStyle/>
          <a:p>
            <a:pPr indent="0" lvl="0" marL="0" marR="0" rtl="0" algn="just">
              <a:lnSpc>
                <a:spcPct val="139840"/>
              </a:lnSpc>
              <a:spcBef>
                <a:spcPts val="0"/>
              </a:spcBef>
              <a:spcAft>
                <a:spcPts val="0"/>
              </a:spcAft>
              <a:buNone/>
            </a:pPr>
            <a:r>
              <a:rPr b="1" lang="en-US" sz="2510">
                <a:solidFill>
                  <a:srgbClr val="FFFFFF"/>
                </a:solidFill>
                <a:latin typeface="IBM Plex Sans"/>
                <a:ea typeface="IBM Plex Sans"/>
                <a:cs typeface="IBM Plex Sans"/>
                <a:sym typeface="IBM Plex Sans"/>
              </a:rPr>
              <a:t>We need to configure the respective options to customize the installation based on our requirements on the following screen:</a:t>
            </a:r>
            <a:endParaRPr b="1" sz="2510">
              <a:solidFill>
                <a:srgbClr val="FFFFFF"/>
              </a:solidFill>
              <a:latin typeface="IBM Plex Sans"/>
              <a:ea typeface="IBM Plex Sans"/>
              <a:cs typeface="IBM Plex Sans"/>
              <a:sym typeface="IBM Plex Sans"/>
            </a:endParaRPr>
          </a:p>
        </p:txBody>
      </p:sp>
      <p:pic>
        <p:nvPicPr>
          <p:cNvPr descr="Screenshot 2025-05-21 142644" id="349" name="Google Shape;349;p10"/>
          <p:cNvPicPr preferRelativeResize="0"/>
          <p:nvPr/>
        </p:nvPicPr>
        <p:blipFill rotWithShape="1">
          <a:blip r:embed="rId5">
            <a:alphaModFix/>
          </a:blip>
          <a:srcRect b="0" l="0" r="0" t="0"/>
          <a:stretch/>
        </p:blipFill>
        <p:spPr>
          <a:xfrm>
            <a:off x="4800600" y="2476500"/>
            <a:ext cx="9674516" cy="7315200"/>
          </a:xfrm>
          <a:prstGeom prst="rect">
            <a:avLst/>
          </a:prstGeom>
          <a:noFill/>
          <a:ln>
            <a:noFill/>
          </a:ln>
        </p:spPr>
      </p:pic>
      <p:grpSp>
        <p:nvGrpSpPr>
          <p:cNvPr id="350" name="Google Shape;350;p10"/>
          <p:cNvGrpSpPr/>
          <p:nvPr/>
        </p:nvGrpSpPr>
        <p:grpSpPr>
          <a:xfrm>
            <a:off x="1636711" y="493085"/>
            <a:ext cx="15228573" cy="1100455"/>
            <a:chOff x="-1738207" y="-94827"/>
            <a:chExt cx="20304764" cy="1467273"/>
          </a:xfrm>
        </p:grpSpPr>
        <p:sp>
          <p:nvSpPr>
            <p:cNvPr id="351" name="Google Shape;351;p10"/>
            <p:cNvSpPr/>
            <p:nvPr/>
          </p:nvSpPr>
          <p:spPr>
            <a:xfrm>
              <a:off x="0" y="0"/>
              <a:ext cx="18566557" cy="1371600"/>
            </a:xfrm>
            <a:custGeom>
              <a:rect b="b" l="l" r="r" t="t"/>
              <a:pathLst>
                <a:path extrusionOk="0" h="1371600" w="18566557">
                  <a:moveTo>
                    <a:pt x="0" y="0"/>
                  </a:moveTo>
                  <a:lnTo>
                    <a:pt x="18566557" y="0"/>
                  </a:lnTo>
                  <a:lnTo>
                    <a:pt x="18566557" y="1371600"/>
                  </a:lnTo>
                  <a:lnTo>
                    <a:pt x="0" y="1371600"/>
                  </a:lnTo>
                  <a:close/>
                </a:path>
              </a:pathLst>
            </a:custGeom>
            <a:solidFill>
              <a:srgbClr val="000000">
                <a:alpha val="0"/>
              </a:srgbClr>
            </a:solidFill>
            <a:ln>
              <a:noFill/>
            </a:ln>
          </p:spPr>
        </p:sp>
        <p:sp>
          <p:nvSpPr>
            <p:cNvPr id="352" name="Google Shape;352;p10"/>
            <p:cNvSpPr txBox="1"/>
            <p:nvPr/>
          </p:nvSpPr>
          <p:spPr>
            <a:xfrm>
              <a:off x="-1738207" y="-94827"/>
              <a:ext cx="20304760" cy="1467273"/>
            </a:xfrm>
            <a:prstGeom prst="rect">
              <a:avLst/>
            </a:prstGeom>
            <a:noFill/>
            <a:ln>
              <a:noFill/>
            </a:ln>
          </p:spPr>
          <p:txBody>
            <a:bodyPr anchorCtr="0" anchor="t" bIns="0" lIns="0" spcFirstLastPara="1" rIns="0" wrap="square" tIns="0">
              <a:noAutofit/>
            </a:bodyPr>
            <a:lstStyle/>
            <a:p>
              <a:pPr indent="0" lvl="0" marL="0" marR="0" rtl="0" algn="ctr">
                <a:lnSpc>
                  <a:spcPct val="87500"/>
                </a:lnSpc>
                <a:spcBef>
                  <a:spcPts val="0"/>
                </a:spcBef>
                <a:spcAft>
                  <a:spcPts val="0"/>
                </a:spcAft>
                <a:buNone/>
              </a:pPr>
              <a:r>
                <a:rPr b="1" lang="en-US" sz="8000">
                  <a:solidFill>
                    <a:srgbClr val="C1FF72"/>
                  </a:solidFill>
                  <a:latin typeface="Calibri"/>
                  <a:ea typeface="Calibri"/>
                  <a:cs typeface="Calibri"/>
                  <a:sym typeface="Calibri"/>
                </a:rPr>
                <a:t>CentOS8-Stream Installation</a:t>
              </a:r>
              <a:endParaRPr b="1" sz="5000">
                <a:solidFill>
                  <a:srgbClr val="C1FF72"/>
                </a:solidFill>
                <a:latin typeface="IBM Plex Sans"/>
                <a:ea typeface="IBM Plex Sans"/>
                <a:cs typeface="IBM Plex Sans"/>
                <a:sym typeface="IBM Plex Sans"/>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11"/>
          <p:cNvSpPr/>
          <p:nvPr/>
        </p:nvSpPr>
        <p:spPr>
          <a:xfrm>
            <a:off x="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7" l="0" r="0" t="-9258"/>
            </a:stretch>
          </a:blipFill>
          <a:ln>
            <a:noFill/>
          </a:ln>
        </p:spPr>
      </p:sp>
      <p:sp>
        <p:nvSpPr>
          <p:cNvPr id="358" name="Google Shape;358;p11"/>
          <p:cNvSpPr/>
          <p:nvPr/>
        </p:nvSpPr>
        <p:spPr>
          <a:xfrm>
            <a:off x="367106" y="1617492"/>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359" name="Google Shape;359;p11"/>
          <p:cNvSpPr/>
          <p:nvPr/>
        </p:nvSpPr>
        <p:spPr>
          <a:xfrm>
            <a:off x="13759697" y="74040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360" name="Google Shape;360;p11"/>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361" name="Google Shape;361;p11"/>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362" name="Google Shape;362;p11"/>
          <p:cNvSpPr/>
          <p:nvPr/>
        </p:nvSpPr>
        <p:spPr>
          <a:xfrm>
            <a:off x="16230712" y="57137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363" name="Google Shape;363;p11"/>
          <p:cNvSpPr/>
          <p:nvPr/>
        </p:nvSpPr>
        <p:spPr>
          <a:xfrm>
            <a:off x="878206" y="9725103"/>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364" name="Google Shape;364;p11"/>
          <p:cNvSpPr txBox="1"/>
          <p:nvPr/>
        </p:nvSpPr>
        <p:spPr>
          <a:xfrm>
            <a:off x="493395" y="1186180"/>
            <a:ext cx="6313805" cy="449580"/>
          </a:xfrm>
          <a:prstGeom prst="rect">
            <a:avLst/>
          </a:prstGeom>
          <a:noFill/>
          <a:ln>
            <a:noFill/>
          </a:ln>
        </p:spPr>
        <p:txBody>
          <a:bodyPr anchorCtr="0" anchor="t" bIns="0" lIns="0" spcFirstLastPara="1" rIns="0" wrap="square" tIns="0">
            <a:spAutoFit/>
          </a:bodyPr>
          <a:lstStyle/>
          <a:p>
            <a:pPr indent="0" lvl="0" marL="0" marR="0" rtl="0" algn="ctr">
              <a:lnSpc>
                <a:spcPct val="139840"/>
              </a:lnSpc>
              <a:spcBef>
                <a:spcPts val="0"/>
              </a:spcBef>
              <a:spcAft>
                <a:spcPts val="0"/>
              </a:spcAft>
              <a:buNone/>
            </a:pPr>
            <a:r>
              <a:rPr b="1" lang="en-US" sz="2510">
                <a:solidFill>
                  <a:srgbClr val="C1FF72"/>
                </a:solidFill>
                <a:latin typeface="IBM Plex Sans"/>
                <a:ea typeface="IBM Plex Sans"/>
                <a:cs typeface="IBM Plex Sans"/>
                <a:sym typeface="IBM Plex Sans"/>
              </a:rPr>
              <a:t>Step-6: System (Installation Destination)</a:t>
            </a:r>
            <a:endParaRPr b="1" sz="2510">
              <a:solidFill>
                <a:srgbClr val="C1FF72"/>
              </a:solidFill>
              <a:latin typeface="IBM Plex Sans"/>
              <a:ea typeface="IBM Plex Sans"/>
              <a:cs typeface="IBM Plex Sans"/>
              <a:sym typeface="IBM Plex Sans"/>
            </a:endParaRPr>
          </a:p>
        </p:txBody>
      </p:sp>
      <p:sp>
        <p:nvSpPr>
          <p:cNvPr id="365" name="Google Shape;365;p11"/>
          <p:cNvSpPr txBox="1"/>
          <p:nvPr/>
        </p:nvSpPr>
        <p:spPr>
          <a:xfrm>
            <a:off x="1028700" y="1749758"/>
            <a:ext cx="16821209" cy="1800225"/>
          </a:xfrm>
          <a:prstGeom prst="rect">
            <a:avLst/>
          </a:prstGeom>
          <a:noFill/>
          <a:ln>
            <a:noFill/>
          </a:ln>
        </p:spPr>
        <p:txBody>
          <a:bodyPr anchorCtr="0" anchor="t" bIns="0" lIns="0" spcFirstLastPara="1" rIns="0" wrap="square" tIns="0">
            <a:spAutoFit/>
          </a:bodyPr>
          <a:lstStyle/>
          <a:p>
            <a:pPr indent="0" lvl="0" marL="0" marR="0" rtl="0" algn="just">
              <a:lnSpc>
                <a:spcPct val="139840"/>
              </a:lnSpc>
              <a:spcBef>
                <a:spcPts val="0"/>
              </a:spcBef>
              <a:spcAft>
                <a:spcPts val="0"/>
              </a:spcAft>
              <a:buNone/>
            </a:pPr>
            <a:r>
              <a:rPr b="1" lang="en-US" sz="2510">
                <a:solidFill>
                  <a:srgbClr val="FFFFFF"/>
                </a:solidFill>
                <a:latin typeface="IBM Plex Sans"/>
                <a:ea typeface="IBM Plex Sans"/>
                <a:cs typeface="IBM Plex Sans"/>
                <a:sym typeface="IBM Plex Sans"/>
              </a:rPr>
              <a:t>You can see a 20GB virtual disk is available to install CentOS 8. Here, we have two options (Automatic and Custom) to configure the disk partition. The Automatic option will create all the partitions by the system itself. To configure the partition manually, we need to select the "custom option". In our case, I will go with the custom partition based on my requirements. Click on Done to proceed.</a:t>
            </a:r>
            <a:endParaRPr b="1" sz="2510">
              <a:solidFill>
                <a:srgbClr val="FFFFFF"/>
              </a:solidFill>
              <a:latin typeface="IBM Plex Sans"/>
              <a:ea typeface="IBM Plex Sans"/>
              <a:cs typeface="IBM Plex Sans"/>
              <a:sym typeface="IBM Plex Sans"/>
            </a:endParaRPr>
          </a:p>
        </p:txBody>
      </p:sp>
      <p:pic>
        <p:nvPicPr>
          <p:cNvPr descr="Screenshot 2025-05-21 142951" id="366" name="Google Shape;366;p11"/>
          <p:cNvPicPr preferRelativeResize="0"/>
          <p:nvPr/>
        </p:nvPicPr>
        <p:blipFill rotWithShape="1">
          <a:blip r:embed="rId5">
            <a:alphaModFix/>
          </a:blip>
          <a:srcRect b="0" l="0" r="0" t="0"/>
          <a:stretch/>
        </p:blipFill>
        <p:spPr>
          <a:xfrm>
            <a:off x="4572635" y="3660140"/>
            <a:ext cx="8467090" cy="6245860"/>
          </a:xfrm>
          <a:prstGeom prst="rect">
            <a:avLst/>
          </a:prstGeom>
          <a:noFill/>
          <a:ln>
            <a:noFill/>
          </a:ln>
        </p:spPr>
      </p:pic>
      <p:grpSp>
        <p:nvGrpSpPr>
          <p:cNvPr id="367" name="Google Shape;367;p11"/>
          <p:cNvGrpSpPr/>
          <p:nvPr/>
        </p:nvGrpSpPr>
        <p:grpSpPr>
          <a:xfrm>
            <a:off x="1636711" y="493085"/>
            <a:ext cx="15228573" cy="1100455"/>
            <a:chOff x="-1738207" y="-94827"/>
            <a:chExt cx="20304764" cy="1467273"/>
          </a:xfrm>
        </p:grpSpPr>
        <p:sp>
          <p:nvSpPr>
            <p:cNvPr id="368" name="Google Shape;368;p11"/>
            <p:cNvSpPr/>
            <p:nvPr/>
          </p:nvSpPr>
          <p:spPr>
            <a:xfrm>
              <a:off x="0" y="0"/>
              <a:ext cx="18566557" cy="1371600"/>
            </a:xfrm>
            <a:custGeom>
              <a:rect b="b" l="l" r="r" t="t"/>
              <a:pathLst>
                <a:path extrusionOk="0" h="1371600" w="18566557">
                  <a:moveTo>
                    <a:pt x="0" y="0"/>
                  </a:moveTo>
                  <a:lnTo>
                    <a:pt x="18566557" y="0"/>
                  </a:lnTo>
                  <a:lnTo>
                    <a:pt x="18566557" y="1371600"/>
                  </a:lnTo>
                  <a:lnTo>
                    <a:pt x="0" y="1371600"/>
                  </a:lnTo>
                  <a:close/>
                </a:path>
              </a:pathLst>
            </a:custGeom>
            <a:solidFill>
              <a:srgbClr val="000000">
                <a:alpha val="0"/>
              </a:srgbClr>
            </a:solidFill>
            <a:ln>
              <a:noFill/>
            </a:ln>
          </p:spPr>
        </p:sp>
        <p:sp>
          <p:nvSpPr>
            <p:cNvPr id="369" name="Google Shape;369;p11"/>
            <p:cNvSpPr txBox="1"/>
            <p:nvPr/>
          </p:nvSpPr>
          <p:spPr>
            <a:xfrm>
              <a:off x="-1738207" y="-94827"/>
              <a:ext cx="20304760" cy="1467273"/>
            </a:xfrm>
            <a:prstGeom prst="rect">
              <a:avLst/>
            </a:prstGeom>
            <a:noFill/>
            <a:ln>
              <a:noFill/>
            </a:ln>
          </p:spPr>
          <p:txBody>
            <a:bodyPr anchorCtr="0" anchor="t" bIns="0" lIns="0" spcFirstLastPara="1" rIns="0" wrap="square" tIns="0">
              <a:noAutofit/>
            </a:bodyPr>
            <a:lstStyle/>
            <a:p>
              <a:pPr indent="0" lvl="0" marL="0" marR="0" rtl="0" algn="ctr">
                <a:lnSpc>
                  <a:spcPct val="87500"/>
                </a:lnSpc>
                <a:spcBef>
                  <a:spcPts val="0"/>
                </a:spcBef>
                <a:spcAft>
                  <a:spcPts val="0"/>
                </a:spcAft>
                <a:buNone/>
              </a:pPr>
              <a:r>
                <a:rPr b="1" lang="en-US" sz="8000">
                  <a:solidFill>
                    <a:srgbClr val="C1FF72"/>
                  </a:solidFill>
                  <a:latin typeface="Calibri"/>
                  <a:ea typeface="Calibri"/>
                  <a:cs typeface="Calibri"/>
                  <a:sym typeface="Calibri"/>
                </a:rPr>
                <a:t>CentOS8-Stream Installation</a:t>
              </a:r>
              <a:endParaRPr b="1" sz="5000">
                <a:solidFill>
                  <a:srgbClr val="C1FF72"/>
                </a:solidFill>
                <a:latin typeface="IBM Plex Sans"/>
                <a:ea typeface="IBM Plex Sans"/>
                <a:cs typeface="IBM Plex Sans"/>
                <a:sym typeface="IBM Plex Sans"/>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12"/>
          <p:cNvSpPr/>
          <p:nvPr/>
        </p:nvSpPr>
        <p:spPr>
          <a:xfrm>
            <a:off x="7620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7" l="0" r="0" t="-9258"/>
            </a:stretch>
          </a:blipFill>
          <a:ln>
            <a:noFill/>
          </a:ln>
        </p:spPr>
      </p:sp>
      <p:sp>
        <p:nvSpPr>
          <p:cNvPr id="375" name="Google Shape;375;p12"/>
          <p:cNvSpPr/>
          <p:nvPr/>
        </p:nvSpPr>
        <p:spPr>
          <a:xfrm>
            <a:off x="367106" y="1617492"/>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376" name="Google Shape;376;p12"/>
          <p:cNvSpPr/>
          <p:nvPr/>
        </p:nvSpPr>
        <p:spPr>
          <a:xfrm>
            <a:off x="13759697" y="74040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377" name="Google Shape;377;p12"/>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378" name="Google Shape;378;p12"/>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379" name="Google Shape;379;p12"/>
          <p:cNvSpPr/>
          <p:nvPr/>
        </p:nvSpPr>
        <p:spPr>
          <a:xfrm>
            <a:off x="15925912" y="49517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380" name="Google Shape;380;p12"/>
          <p:cNvSpPr/>
          <p:nvPr/>
        </p:nvSpPr>
        <p:spPr>
          <a:xfrm>
            <a:off x="878206" y="9725103"/>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381" name="Google Shape;381;p12"/>
          <p:cNvSpPr txBox="1"/>
          <p:nvPr/>
        </p:nvSpPr>
        <p:spPr>
          <a:xfrm>
            <a:off x="609600" y="1104900"/>
            <a:ext cx="5785485" cy="449580"/>
          </a:xfrm>
          <a:prstGeom prst="rect">
            <a:avLst/>
          </a:prstGeom>
          <a:noFill/>
          <a:ln>
            <a:noFill/>
          </a:ln>
        </p:spPr>
        <p:txBody>
          <a:bodyPr anchorCtr="0" anchor="t" bIns="0" lIns="0" spcFirstLastPara="1" rIns="0" wrap="square" tIns="0">
            <a:spAutoFit/>
          </a:bodyPr>
          <a:lstStyle/>
          <a:p>
            <a:pPr indent="0" lvl="0" marL="0" marR="0" rtl="0" algn="l">
              <a:lnSpc>
                <a:spcPct val="139840"/>
              </a:lnSpc>
              <a:spcBef>
                <a:spcPts val="0"/>
              </a:spcBef>
              <a:spcAft>
                <a:spcPts val="0"/>
              </a:spcAft>
              <a:buNone/>
            </a:pPr>
            <a:r>
              <a:rPr b="1" lang="en-US" sz="2510">
                <a:solidFill>
                  <a:srgbClr val="C1FF72"/>
                </a:solidFill>
                <a:latin typeface="IBM Plex Sans"/>
                <a:ea typeface="IBM Plex Sans"/>
                <a:cs typeface="IBM Plex Sans"/>
                <a:sym typeface="IBM Plex Sans"/>
              </a:rPr>
              <a:t>Step-6.1: Manual Partitioning</a:t>
            </a:r>
            <a:endParaRPr b="1" sz="2510">
              <a:solidFill>
                <a:srgbClr val="C1FF72"/>
              </a:solidFill>
              <a:latin typeface="IBM Plex Sans"/>
              <a:ea typeface="IBM Plex Sans"/>
              <a:cs typeface="IBM Plex Sans"/>
              <a:sym typeface="IBM Plex Sans"/>
            </a:endParaRPr>
          </a:p>
        </p:txBody>
      </p:sp>
      <p:sp>
        <p:nvSpPr>
          <p:cNvPr id="382" name="Google Shape;382;p12"/>
          <p:cNvSpPr txBox="1"/>
          <p:nvPr/>
        </p:nvSpPr>
        <p:spPr>
          <a:xfrm>
            <a:off x="1028700" y="1749758"/>
            <a:ext cx="16821209" cy="1350010"/>
          </a:xfrm>
          <a:prstGeom prst="rect">
            <a:avLst/>
          </a:prstGeom>
          <a:noFill/>
          <a:ln>
            <a:noFill/>
          </a:ln>
        </p:spPr>
        <p:txBody>
          <a:bodyPr anchorCtr="0" anchor="t" bIns="0" lIns="0" spcFirstLastPara="1" rIns="0" wrap="square" tIns="0">
            <a:spAutoFit/>
          </a:bodyPr>
          <a:lstStyle/>
          <a:p>
            <a:pPr indent="0" lvl="0" marL="0" marR="0" rtl="0" algn="just">
              <a:lnSpc>
                <a:spcPct val="139840"/>
              </a:lnSpc>
              <a:spcBef>
                <a:spcPts val="0"/>
              </a:spcBef>
              <a:spcAft>
                <a:spcPts val="0"/>
              </a:spcAft>
              <a:buNone/>
            </a:pPr>
            <a:r>
              <a:rPr b="1" lang="en-US" sz="2510">
                <a:solidFill>
                  <a:srgbClr val="FFFFFF"/>
                </a:solidFill>
                <a:latin typeface="IBM Plex Sans"/>
                <a:ea typeface="IBM Plex Sans"/>
                <a:cs typeface="IBM Plex Sans"/>
                <a:sym typeface="IBM Plex Sans"/>
              </a:rPr>
              <a:t>We have the choice of selecting three different mount partition schemes, which are Standard, LVM, and LVM Thin Provisioning. By default, LVM is selected, to change the scheme, click the drop-down list then select the option based on your requirement. Here, I choose the standard partition option.</a:t>
            </a:r>
            <a:endParaRPr b="1" sz="2510">
              <a:solidFill>
                <a:srgbClr val="FFFFFF"/>
              </a:solidFill>
              <a:latin typeface="IBM Plex Sans"/>
              <a:ea typeface="IBM Plex Sans"/>
              <a:cs typeface="IBM Plex Sans"/>
              <a:sym typeface="IBM Plex Sans"/>
            </a:endParaRPr>
          </a:p>
        </p:txBody>
      </p:sp>
      <p:pic>
        <p:nvPicPr>
          <p:cNvPr descr="Screenshot 2025-05-21 143438" id="383" name="Google Shape;383;p12"/>
          <p:cNvPicPr preferRelativeResize="0"/>
          <p:nvPr/>
        </p:nvPicPr>
        <p:blipFill rotWithShape="1">
          <a:blip r:embed="rId5">
            <a:alphaModFix/>
          </a:blip>
          <a:srcRect b="0" l="0" r="0" t="0"/>
          <a:stretch/>
        </p:blipFill>
        <p:spPr>
          <a:xfrm>
            <a:off x="4708525" y="3347085"/>
            <a:ext cx="8824595" cy="6591300"/>
          </a:xfrm>
          <a:prstGeom prst="rect">
            <a:avLst/>
          </a:prstGeom>
          <a:noFill/>
          <a:ln>
            <a:noFill/>
          </a:ln>
        </p:spPr>
      </p:pic>
      <p:grpSp>
        <p:nvGrpSpPr>
          <p:cNvPr id="384" name="Google Shape;384;p12"/>
          <p:cNvGrpSpPr/>
          <p:nvPr/>
        </p:nvGrpSpPr>
        <p:grpSpPr>
          <a:xfrm>
            <a:off x="1636711" y="493085"/>
            <a:ext cx="15228573" cy="1100455"/>
            <a:chOff x="-1738207" y="-94827"/>
            <a:chExt cx="20304764" cy="1467273"/>
          </a:xfrm>
        </p:grpSpPr>
        <p:sp>
          <p:nvSpPr>
            <p:cNvPr id="385" name="Google Shape;385;p12"/>
            <p:cNvSpPr/>
            <p:nvPr/>
          </p:nvSpPr>
          <p:spPr>
            <a:xfrm>
              <a:off x="0" y="0"/>
              <a:ext cx="18566557" cy="1371600"/>
            </a:xfrm>
            <a:custGeom>
              <a:rect b="b" l="l" r="r" t="t"/>
              <a:pathLst>
                <a:path extrusionOk="0" h="1371600" w="18566557">
                  <a:moveTo>
                    <a:pt x="0" y="0"/>
                  </a:moveTo>
                  <a:lnTo>
                    <a:pt x="18566557" y="0"/>
                  </a:lnTo>
                  <a:lnTo>
                    <a:pt x="18566557" y="1371600"/>
                  </a:lnTo>
                  <a:lnTo>
                    <a:pt x="0" y="1371600"/>
                  </a:lnTo>
                  <a:close/>
                </a:path>
              </a:pathLst>
            </a:custGeom>
            <a:solidFill>
              <a:srgbClr val="000000">
                <a:alpha val="0"/>
              </a:srgbClr>
            </a:solidFill>
            <a:ln>
              <a:noFill/>
            </a:ln>
          </p:spPr>
        </p:sp>
        <p:sp>
          <p:nvSpPr>
            <p:cNvPr id="386" name="Google Shape;386;p12"/>
            <p:cNvSpPr txBox="1"/>
            <p:nvPr/>
          </p:nvSpPr>
          <p:spPr>
            <a:xfrm>
              <a:off x="-1738207" y="-94827"/>
              <a:ext cx="20304760" cy="1467273"/>
            </a:xfrm>
            <a:prstGeom prst="rect">
              <a:avLst/>
            </a:prstGeom>
            <a:noFill/>
            <a:ln>
              <a:noFill/>
            </a:ln>
          </p:spPr>
          <p:txBody>
            <a:bodyPr anchorCtr="0" anchor="t" bIns="0" lIns="0" spcFirstLastPara="1" rIns="0" wrap="square" tIns="0">
              <a:noAutofit/>
            </a:bodyPr>
            <a:lstStyle/>
            <a:p>
              <a:pPr indent="0" lvl="0" marL="0" marR="0" rtl="0" algn="ctr">
                <a:lnSpc>
                  <a:spcPct val="87500"/>
                </a:lnSpc>
                <a:spcBef>
                  <a:spcPts val="0"/>
                </a:spcBef>
                <a:spcAft>
                  <a:spcPts val="0"/>
                </a:spcAft>
                <a:buNone/>
              </a:pPr>
              <a:r>
                <a:rPr b="1" lang="en-US" sz="8000">
                  <a:solidFill>
                    <a:srgbClr val="C1FF72"/>
                  </a:solidFill>
                  <a:latin typeface="Calibri"/>
                  <a:ea typeface="Calibri"/>
                  <a:cs typeface="Calibri"/>
                  <a:sym typeface="Calibri"/>
                </a:rPr>
                <a:t>CentOS8-Stream Installation</a:t>
              </a:r>
              <a:endParaRPr b="1" sz="5000">
                <a:solidFill>
                  <a:srgbClr val="C1FF72"/>
                </a:solidFill>
                <a:latin typeface="IBM Plex Sans"/>
                <a:ea typeface="IBM Plex Sans"/>
                <a:cs typeface="IBM Plex Sans"/>
                <a:sym typeface="IBM Plex Sans"/>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13"/>
          <p:cNvSpPr/>
          <p:nvPr/>
        </p:nvSpPr>
        <p:spPr>
          <a:xfrm>
            <a:off x="7620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7" l="0" r="0" t="-9258"/>
            </a:stretch>
          </a:blipFill>
          <a:ln>
            <a:noFill/>
          </a:ln>
        </p:spPr>
      </p:sp>
      <p:sp>
        <p:nvSpPr>
          <p:cNvPr id="392" name="Google Shape;392;p13"/>
          <p:cNvSpPr/>
          <p:nvPr/>
        </p:nvSpPr>
        <p:spPr>
          <a:xfrm>
            <a:off x="2181225" y="214630"/>
            <a:ext cx="13924915" cy="1028700"/>
          </a:xfrm>
          <a:custGeom>
            <a:rect b="b" l="l" r="r" t="t"/>
            <a:pathLst>
              <a:path extrusionOk="0" h="1371600" w="18566557">
                <a:moveTo>
                  <a:pt x="0" y="0"/>
                </a:moveTo>
                <a:lnTo>
                  <a:pt x="18566557" y="0"/>
                </a:lnTo>
                <a:lnTo>
                  <a:pt x="18566557" y="1371600"/>
                </a:lnTo>
                <a:lnTo>
                  <a:pt x="0" y="1371600"/>
                </a:lnTo>
                <a:close/>
              </a:path>
            </a:pathLst>
          </a:custGeom>
          <a:solidFill>
            <a:srgbClr val="000000">
              <a:alpha val="0"/>
            </a:srgbClr>
          </a:solidFill>
          <a:ln>
            <a:noFill/>
          </a:ln>
        </p:spPr>
      </p:sp>
      <p:sp>
        <p:nvSpPr>
          <p:cNvPr id="393" name="Google Shape;393;p13"/>
          <p:cNvSpPr/>
          <p:nvPr/>
        </p:nvSpPr>
        <p:spPr>
          <a:xfrm>
            <a:off x="367106" y="1617492"/>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394" name="Google Shape;394;p13"/>
          <p:cNvSpPr/>
          <p:nvPr/>
        </p:nvSpPr>
        <p:spPr>
          <a:xfrm>
            <a:off x="13759697" y="74040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395" name="Google Shape;395;p13"/>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396" name="Google Shape;396;p13"/>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397" name="Google Shape;397;p13"/>
          <p:cNvSpPr/>
          <p:nvPr/>
        </p:nvSpPr>
        <p:spPr>
          <a:xfrm>
            <a:off x="16230712" y="57137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398" name="Google Shape;398;p13"/>
          <p:cNvSpPr/>
          <p:nvPr/>
        </p:nvSpPr>
        <p:spPr>
          <a:xfrm>
            <a:off x="878206" y="9725103"/>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399" name="Google Shape;399;p13"/>
          <p:cNvSpPr txBox="1"/>
          <p:nvPr/>
        </p:nvSpPr>
        <p:spPr>
          <a:xfrm>
            <a:off x="609600" y="1104900"/>
            <a:ext cx="5785485" cy="449580"/>
          </a:xfrm>
          <a:prstGeom prst="rect">
            <a:avLst/>
          </a:prstGeom>
          <a:noFill/>
          <a:ln>
            <a:noFill/>
          </a:ln>
        </p:spPr>
        <p:txBody>
          <a:bodyPr anchorCtr="0" anchor="t" bIns="0" lIns="0" spcFirstLastPara="1" rIns="0" wrap="square" tIns="0">
            <a:spAutoFit/>
          </a:bodyPr>
          <a:lstStyle/>
          <a:p>
            <a:pPr indent="0" lvl="0" marL="0" marR="0" rtl="0" algn="l">
              <a:lnSpc>
                <a:spcPct val="139840"/>
              </a:lnSpc>
              <a:spcBef>
                <a:spcPts val="0"/>
              </a:spcBef>
              <a:spcAft>
                <a:spcPts val="0"/>
              </a:spcAft>
              <a:buNone/>
            </a:pPr>
            <a:r>
              <a:rPr b="1" lang="en-US" sz="2510">
                <a:solidFill>
                  <a:srgbClr val="C1FF72"/>
                </a:solidFill>
                <a:latin typeface="IBM Plex Sans"/>
                <a:ea typeface="IBM Plex Sans"/>
                <a:cs typeface="IBM Plex Sans"/>
                <a:sym typeface="IBM Plex Sans"/>
              </a:rPr>
              <a:t>Step-6.2: Manual Partitioning</a:t>
            </a:r>
            <a:endParaRPr b="1" sz="2510">
              <a:solidFill>
                <a:srgbClr val="C1FF72"/>
              </a:solidFill>
              <a:latin typeface="IBM Plex Sans"/>
              <a:ea typeface="IBM Plex Sans"/>
              <a:cs typeface="IBM Plex Sans"/>
              <a:sym typeface="IBM Plex Sans"/>
            </a:endParaRPr>
          </a:p>
        </p:txBody>
      </p:sp>
      <p:sp>
        <p:nvSpPr>
          <p:cNvPr id="400" name="Google Shape;400;p13"/>
          <p:cNvSpPr txBox="1"/>
          <p:nvPr/>
        </p:nvSpPr>
        <p:spPr>
          <a:xfrm>
            <a:off x="1028700" y="1749758"/>
            <a:ext cx="16821209" cy="899795"/>
          </a:xfrm>
          <a:prstGeom prst="rect">
            <a:avLst/>
          </a:prstGeom>
          <a:noFill/>
          <a:ln>
            <a:noFill/>
          </a:ln>
        </p:spPr>
        <p:txBody>
          <a:bodyPr anchorCtr="0" anchor="t" bIns="0" lIns="0" spcFirstLastPara="1" rIns="0" wrap="square" tIns="0">
            <a:spAutoFit/>
          </a:bodyPr>
          <a:lstStyle/>
          <a:p>
            <a:pPr indent="0" lvl="0" marL="0" marR="0" rtl="0" algn="just">
              <a:lnSpc>
                <a:spcPct val="139840"/>
              </a:lnSpc>
              <a:spcBef>
                <a:spcPts val="0"/>
              </a:spcBef>
              <a:spcAft>
                <a:spcPts val="0"/>
              </a:spcAft>
              <a:buNone/>
            </a:pPr>
            <a:r>
              <a:rPr b="1" lang="en-US" sz="2510">
                <a:solidFill>
                  <a:srgbClr val="FFFFFF"/>
                </a:solidFill>
                <a:latin typeface="IBM Plex Sans"/>
                <a:ea typeface="IBM Plex Sans"/>
                <a:cs typeface="IBM Plex Sans"/>
                <a:sym typeface="IBM Plex Sans"/>
              </a:rPr>
              <a:t>Here, I go with 1GB size of (boot) partition. You can enter the desired size based on your requirement, mostly 1 or 2 GB is fair enough for the boot partition. Then click "Add mount points" to continue.</a:t>
            </a:r>
            <a:endParaRPr b="1" sz="2510">
              <a:solidFill>
                <a:srgbClr val="FFFFFF"/>
              </a:solidFill>
              <a:latin typeface="IBM Plex Sans"/>
              <a:ea typeface="IBM Plex Sans"/>
              <a:cs typeface="IBM Plex Sans"/>
              <a:sym typeface="IBM Plex Sans"/>
            </a:endParaRPr>
          </a:p>
        </p:txBody>
      </p:sp>
      <p:pic>
        <p:nvPicPr>
          <p:cNvPr descr="Screenshot 2025-05-21 144737" id="401" name="Google Shape;401;p13"/>
          <p:cNvPicPr preferRelativeResize="0"/>
          <p:nvPr/>
        </p:nvPicPr>
        <p:blipFill rotWithShape="1">
          <a:blip r:embed="rId5">
            <a:alphaModFix/>
          </a:blip>
          <a:srcRect b="0" l="0" r="0" t="0"/>
          <a:stretch/>
        </p:blipFill>
        <p:spPr>
          <a:xfrm>
            <a:off x="5081905" y="2933065"/>
            <a:ext cx="9683750" cy="7163435"/>
          </a:xfrm>
          <a:prstGeom prst="rect">
            <a:avLst/>
          </a:prstGeom>
          <a:noFill/>
          <a:ln>
            <a:noFill/>
          </a:ln>
        </p:spPr>
      </p:pic>
      <p:grpSp>
        <p:nvGrpSpPr>
          <p:cNvPr id="402" name="Google Shape;402;p13"/>
          <p:cNvGrpSpPr/>
          <p:nvPr/>
        </p:nvGrpSpPr>
        <p:grpSpPr>
          <a:xfrm>
            <a:off x="1636711" y="493085"/>
            <a:ext cx="15228573" cy="1100455"/>
            <a:chOff x="-1738207" y="-94827"/>
            <a:chExt cx="20304764" cy="1467273"/>
          </a:xfrm>
        </p:grpSpPr>
        <p:sp>
          <p:nvSpPr>
            <p:cNvPr id="403" name="Google Shape;403;p13"/>
            <p:cNvSpPr/>
            <p:nvPr/>
          </p:nvSpPr>
          <p:spPr>
            <a:xfrm>
              <a:off x="0" y="0"/>
              <a:ext cx="18566557" cy="1371600"/>
            </a:xfrm>
            <a:custGeom>
              <a:rect b="b" l="l" r="r" t="t"/>
              <a:pathLst>
                <a:path extrusionOk="0" h="1371600" w="18566557">
                  <a:moveTo>
                    <a:pt x="0" y="0"/>
                  </a:moveTo>
                  <a:lnTo>
                    <a:pt x="18566557" y="0"/>
                  </a:lnTo>
                  <a:lnTo>
                    <a:pt x="18566557" y="1371600"/>
                  </a:lnTo>
                  <a:lnTo>
                    <a:pt x="0" y="1371600"/>
                  </a:lnTo>
                  <a:close/>
                </a:path>
              </a:pathLst>
            </a:custGeom>
            <a:solidFill>
              <a:srgbClr val="000000">
                <a:alpha val="0"/>
              </a:srgbClr>
            </a:solidFill>
            <a:ln>
              <a:noFill/>
            </a:ln>
          </p:spPr>
        </p:sp>
        <p:sp>
          <p:nvSpPr>
            <p:cNvPr id="404" name="Google Shape;404;p13"/>
            <p:cNvSpPr txBox="1"/>
            <p:nvPr/>
          </p:nvSpPr>
          <p:spPr>
            <a:xfrm>
              <a:off x="-1738207" y="-94827"/>
              <a:ext cx="20304760" cy="1467273"/>
            </a:xfrm>
            <a:prstGeom prst="rect">
              <a:avLst/>
            </a:prstGeom>
            <a:noFill/>
            <a:ln>
              <a:noFill/>
            </a:ln>
          </p:spPr>
          <p:txBody>
            <a:bodyPr anchorCtr="0" anchor="t" bIns="0" lIns="0" spcFirstLastPara="1" rIns="0" wrap="square" tIns="0">
              <a:noAutofit/>
            </a:bodyPr>
            <a:lstStyle/>
            <a:p>
              <a:pPr indent="0" lvl="0" marL="0" marR="0" rtl="0" algn="ctr">
                <a:lnSpc>
                  <a:spcPct val="87500"/>
                </a:lnSpc>
                <a:spcBef>
                  <a:spcPts val="0"/>
                </a:spcBef>
                <a:spcAft>
                  <a:spcPts val="0"/>
                </a:spcAft>
                <a:buNone/>
              </a:pPr>
              <a:r>
                <a:rPr b="1" lang="en-US" sz="8000">
                  <a:solidFill>
                    <a:srgbClr val="C1FF72"/>
                  </a:solidFill>
                  <a:latin typeface="Calibri"/>
                  <a:ea typeface="Calibri"/>
                  <a:cs typeface="Calibri"/>
                  <a:sym typeface="Calibri"/>
                </a:rPr>
                <a:t>CentOS8-Stream Installation</a:t>
              </a:r>
              <a:endParaRPr b="1" sz="5000">
                <a:solidFill>
                  <a:srgbClr val="C1FF72"/>
                </a:solidFill>
                <a:latin typeface="IBM Plex Sans"/>
                <a:ea typeface="IBM Plex Sans"/>
                <a:cs typeface="IBM Plex Sans"/>
                <a:sym typeface="IBM Plex Sans"/>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14"/>
          <p:cNvSpPr/>
          <p:nvPr/>
        </p:nvSpPr>
        <p:spPr>
          <a:xfrm>
            <a:off x="7620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7" l="0" r="0" t="-9258"/>
            </a:stretch>
          </a:blipFill>
          <a:ln>
            <a:noFill/>
          </a:ln>
        </p:spPr>
      </p:sp>
      <p:grpSp>
        <p:nvGrpSpPr>
          <p:cNvPr id="410" name="Google Shape;410;p14"/>
          <p:cNvGrpSpPr/>
          <p:nvPr/>
        </p:nvGrpSpPr>
        <p:grpSpPr>
          <a:xfrm>
            <a:off x="2181541" y="142882"/>
            <a:ext cx="13924918" cy="1100138"/>
            <a:chOff x="0" y="-95250"/>
            <a:chExt cx="18566557" cy="1466850"/>
          </a:xfrm>
        </p:grpSpPr>
        <p:sp>
          <p:nvSpPr>
            <p:cNvPr id="411" name="Google Shape;411;p14"/>
            <p:cNvSpPr/>
            <p:nvPr/>
          </p:nvSpPr>
          <p:spPr>
            <a:xfrm>
              <a:off x="0" y="0"/>
              <a:ext cx="18566557" cy="1371600"/>
            </a:xfrm>
            <a:custGeom>
              <a:rect b="b" l="l" r="r" t="t"/>
              <a:pathLst>
                <a:path extrusionOk="0" h="1371600" w="18566557">
                  <a:moveTo>
                    <a:pt x="0" y="0"/>
                  </a:moveTo>
                  <a:lnTo>
                    <a:pt x="18566557" y="0"/>
                  </a:lnTo>
                  <a:lnTo>
                    <a:pt x="18566557" y="1371600"/>
                  </a:lnTo>
                  <a:lnTo>
                    <a:pt x="0" y="1371600"/>
                  </a:lnTo>
                  <a:close/>
                </a:path>
              </a:pathLst>
            </a:custGeom>
            <a:solidFill>
              <a:srgbClr val="000000">
                <a:alpha val="0"/>
              </a:srgbClr>
            </a:solidFill>
            <a:ln>
              <a:noFill/>
            </a:ln>
          </p:spPr>
        </p:sp>
        <p:sp>
          <p:nvSpPr>
            <p:cNvPr id="412" name="Google Shape;412;p14"/>
            <p:cNvSpPr txBox="1"/>
            <p:nvPr/>
          </p:nvSpPr>
          <p:spPr>
            <a:xfrm>
              <a:off x="0" y="-95250"/>
              <a:ext cx="18566557" cy="1466850"/>
            </a:xfrm>
            <a:prstGeom prst="rect">
              <a:avLst/>
            </a:prstGeom>
            <a:noFill/>
            <a:ln>
              <a:noFill/>
            </a:ln>
          </p:spPr>
          <p:txBody>
            <a:bodyPr anchorCtr="0" anchor="t" bIns="0" lIns="0" spcFirstLastPara="1" rIns="0" wrap="square" tIns="0">
              <a:noAutofit/>
            </a:bodyPr>
            <a:lstStyle/>
            <a:p>
              <a:pPr indent="0" lvl="0" marL="0" marR="0" rtl="0" algn="ctr">
                <a:lnSpc>
                  <a:spcPct val="87500"/>
                </a:lnSpc>
                <a:spcBef>
                  <a:spcPts val="0"/>
                </a:spcBef>
                <a:spcAft>
                  <a:spcPts val="0"/>
                </a:spcAft>
                <a:buNone/>
              </a:pPr>
              <a:r>
                <a:rPr b="1" lang="en-US" sz="8000">
                  <a:solidFill>
                    <a:srgbClr val="C1FF72"/>
                  </a:solidFill>
                  <a:latin typeface="Calibri"/>
                  <a:ea typeface="Calibri"/>
                  <a:cs typeface="Calibri"/>
                  <a:sym typeface="Calibri"/>
                </a:rPr>
                <a:t>CentOS8-Stream Installation</a:t>
              </a:r>
              <a:endParaRPr b="1" sz="8000">
                <a:solidFill>
                  <a:srgbClr val="C1FF72"/>
                </a:solidFill>
                <a:latin typeface="Calibri"/>
                <a:ea typeface="Calibri"/>
                <a:cs typeface="Calibri"/>
                <a:sym typeface="Calibri"/>
              </a:endParaRPr>
            </a:p>
          </p:txBody>
        </p:sp>
      </p:grpSp>
      <p:sp>
        <p:nvSpPr>
          <p:cNvPr id="413" name="Google Shape;413;p14"/>
          <p:cNvSpPr/>
          <p:nvPr/>
        </p:nvSpPr>
        <p:spPr>
          <a:xfrm>
            <a:off x="367106" y="1617492"/>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414" name="Google Shape;414;p14"/>
          <p:cNvSpPr/>
          <p:nvPr/>
        </p:nvSpPr>
        <p:spPr>
          <a:xfrm>
            <a:off x="13759697" y="74040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415" name="Google Shape;415;p14"/>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416" name="Google Shape;416;p14"/>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417" name="Google Shape;417;p14"/>
          <p:cNvSpPr/>
          <p:nvPr/>
        </p:nvSpPr>
        <p:spPr>
          <a:xfrm>
            <a:off x="16230712" y="57137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418" name="Google Shape;418;p14"/>
          <p:cNvSpPr/>
          <p:nvPr/>
        </p:nvSpPr>
        <p:spPr>
          <a:xfrm>
            <a:off x="533401" y="8410653"/>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9" name="Google Shape;419;p14"/>
          <p:cNvSpPr txBox="1"/>
          <p:nvPr/>
        </p:nvSpPr>
        <p:spPr>
          <a:xfrm>
            <a:off x="609600" y="1104900"/>
            <a:ext cx="5785485" cy="449580"/>
          </a:xfrm>
          <a:prstGeom prst="rect">
            <a:avLst/>
          </a:prstGeom>
          <a:noFill/>
          <a:ln>
            <a:noFill/>
          </a:ln>
        </p:spPr>
        <p:txBody>
          <a:bodyPr anchorCtr="0" anchor="t" bIns="0" lIns="0" spcFirstLastPara="1" rIns="0" wrap="square" tIns="0">
            <a:spAutoFit/>
          </a:bodyPr>
          <a:lstStyle/>
          <a:p>
            <a:pPr indent="0" lvl="0" marL="0" marR="0" rtl="0" algn="l">
              <a:lnSpc>
                <a:spcPct val="139840"/>
              </a:lnSpc>
              <a:spcBef>
                <a:spcPts val="0"/>
              </a:spcBef>
              <a:spcAft>
                <a:spcPts val="0"/>
              </a:spcAft>
              <a:buNone/>
            </a:pPr>
            <a:r>
              <a:rPr b="1" lang="en-US" sz="2510">
                <a:solidFill>
                  <a:srgbClr val="C1FF72"/>
                </a:solidFill>
                <a:latin typeface="IBM Plex Sans"/>
                <a:ea typeface="IBM Plex Sans"/>
                <a:cs typeface="IBM Plex Sans"/>
                <a:sym typeface="IBM Plex Sans"/>
              </a:rPr>
              <a:t>Step-6.3: Manual Partitioning</a:t>
            </a:r>
            <a:endParaRPr b="1" sz="2510">
              <a:solidFill>
                <a:srgbClr val="C1FF72"/>
              </a:solidFill>
              <a:latin typeface="IBM Plex Sans"/>
              <a:ea typeface="IBM Plex Sans"/>
              <a:cs typeface="IBM Plex Sans"/>
              <a:sym typeface="IBM Plex Sans"/>
            </a:endParaRPr>
          </a:p>
        </p:txBody>
      </p:sp>
      <p:sp>
        <p:nvSpPr>
          <p:cNvPr id="420" name="Google Shape;420;p14"/>
          <p:cNvSpPr txBox="1"/>
          <p:nvPr/>
        </p:nvSpPr>
        <p:spPr>
          <a:xfrm>
            <a:off x="1028700" y="1749758"/>
            <a:ext cx="16821209" cy="899795"/>
          </a:xfrm>
          <a:prstGeom prst="rect">
            <a:avLst/>
          </a:prstGeom>
          <a:noFill/>
          <a:ln>
            <a:noFill/>
          </a:ln>
        </p:spPr>
        <p:txBody>
          <a:bodyPr anchorCtr="0" anchor="t" bIns="0" lIns="0" spcFirstLastPara="1" rIns="0" wrap="square" tIns="0">
            <a:spAutoFit/>
          </a:bodyPr>
          <a:lstStyle/>
          <a:p>
            <a:pPr indent="0" lvl="0" marL="0" marR="0" rtl="0" algn="just">
              <a:lnSpc>
                <a:spcPct val="139840"/>
              </a:lnSpc>
              <a:spcBef>
                <a:spcPts val="0"/>
              </a:spcBef>
              <a:spcAft>
                <a:spcPts val="0"/>
              </a:spcAft>
              <a:buNone/>
            </a:pPr>
            <a:r>
              <a:rPr b="1" lang="en-US" sz="2510">
                <a:solidFill>
                  <a:srgbClr val="FFFFFF"/>
                </a:solidFill>
                <a:latin typeface="IBM Plex Sans"/>
                <a:ea typeface="IBM Plex Sans"/>
                <a:cs typeface="IBM Plex Sans"/>
                <a:sym typeface="IBM Plex Sans"/>
              </a:rPr>
              <a:t>Next, create the "/ " (parent) partition which is called "root" partition. Here, I am going to use an 8GB size for this partition. Then click "Add mount points" to continue.</a:t>
            </a:r>
            <a:endParaRPr b="1" sz="2510">
              <a:solidFill>
                <a:srgbClr val="FFFFFF"/>
              </a:solidFill>
              <a:latin typeface="IBM Plex Sans"/>
              <a:ea typeface="IBM Plex Sans"/>
              <a:cs typeface="IBM Plex Sans"/>
              <a:sym typeface="IBM Plex Sans"/>
            </a:endParaRPr>
          </a:p>
        </p:txBody>
      </p:sp>
      <p:pic>
        <p:nvPicPr>
          <p:cNvPr descr="Screenshot 2025-05-21 145225" id="421" name="Google Shape;421;p14"/>
          <p:cNvPicPr preferRelativeResize="0"/>
          <p:nvPr/>
        </p:nvPicPr>
        <p:blipFill rotWithShape="1">
          <a:blip r:embed="rId5">
            <a:alphaModFix/>
          </a:blip>
          <a:srcRect b="0" l="0" r="0" t="0"/>
          <a:stretch/>
        </p:blipFill>
        <p:spPr>
          <a:xfrm>
            <a:off x="4419600" y="2705100"/>
            <a:ext cx="9629775" cy="719582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15"/>
          <p:cNvSpPr/>
          <p:nvPr/>
        </p:nvSpPr>
        <p:spPr>
          <a:xfrm>
            <a:off x="7620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7" l="0" r="0" t="-9258"/>
            </a:stretch>
          </a:blipFill>
          <a:ln>
            <a:noFill/>
          </a:ln>
        </p:spPr>
      </p:sp>
      <p:grpSp>
        <p:nvGrpSpPr>
          <p:cNvPr id="427" name="Google Shape;427;p15"/>
          <p:cNvGrpSpPr/>
          <p:nvPr/>
        </p:nvGrpSpPr>
        <p:grpSpPr>
          <a:xfrm>
            <a:off x="2181541" y="142882"/>
            <a:ext cx="13924918" cy="1100138"/>
            <a:chOff x="0" y="-95250"/>
            <a:chExt cx="18566557" cy="1466850"/>
          </a:xfrm>
        </p:grpSpPr>
        <p:sp>
          <p:nvSpPr>
            <p:cNvPr id="428" name="Google Shape;428;p15"/>
            <p:cNvSpPr/>
            <p:nvPr/>
          </p:nvSpPr>
          <p:spPr>
            <a:xfrm>
              <a:off x="0" y="0"/>
              <a:ext cx="18566557" cy="1371600"/>
            </a:xfrm>
            <a:custGeom>
              <a:rect b="b" l="l" r="r" t="t"/>
              <a:pathLst>
                <a:path extrusionOk="0" h="1371600" w="18566557">
                  <a:moveTo>
                    <a:pt x="0" y="0"/>
                  </a:moveTo>
                  <a:lnTo>
                    <a:pt x="18566557" y="0"/>
                  </a:lnTo>
                  <a:lnTo>
                    <a:pt x="18566557" y="1371600"/>
                  </a:lnTo>
                  <a:lnTo>
                    <a:pt x="0" y="1371600"/>
                  </a:lnTo>
                  <a:close/>
                </a:path>
              </a:pathLst>
            </a:custGeom>
            <a:solidFill>
              <a:srgbClr val="000000">
                <a:alpha val="0"/>
              </a:srgbClr>
            </a:solidFill>
            <a:ln>
              <a:noFill/>
            </a:ln>
          </p:spPr>
        </p:sp>
        <p:sp>
          <p:nvSpPr>
            <p:cNvPr id="429" name="Google Shape;429;p15"/>
            <p:cNvSpPr txBox="1"/>
            <p:nvPr/>
          </p:nvSpPr>
          <p:spPr>
            <a:xfrm>
              <a:off x="0" y="-95250"/>
              <a:ext cx="18566557" cy="1466850"/>
            </a:xfrm>
            <a:prstGeom prst="rect">
              <a:avLst/>
            </a:prstGeom>
            <a:noFill/>
            <a:ln>
              <a:noFill/>
            </a:ln>
          </p:spPr>
          <p:txBody>
            <a:bodyPr anchorCtr="0" anchor="t" bIns="0" lIns="0" spcFirstLastPara="1" rIns="0" wrap="square" tIns="0">
              <a:noAutofit/>
            </a:bodyPr>
            <a:lstStyle/>
            <a:p>
              <a:pPr indent="0" lvl="0" marL="0" marR="0" rtl="0" algn="ctr">
                <a:lnSpc>
                  <a:spcPct val="87500"/>
                </a:lnSpc>
                <a:spcBef>
                  <a:spcPts val="0"/>
                </a:spcBef>
                <a:spcAft>
                  <a:spcPts val="0"/>
                </a:spcAft>
                <a:buNone/>
              </a:pPr>
              <a:r>
                <a:rPr b="1" lang="en-US" sz="8000">
                  <a:solidFill>
                    <a:srgbClr val="C1FF72"/>
                  </a:solidFill>
                  <a:latin typeface="Calibri"/>
                  <a:ea typeface="Calibri"/>
                  <a:cs typeface="Calibri"/>
                  <a:sym typeface="Calibri"/>
                </a:rPr>
                <a:t>CentOS8-Stream Installation</a:t>
              </a:r>
              <a:endParaRPr b="1" sz="5000">
                <a:solidFill>
                  <a:srgbClr val="C1FF72"/>
                </a:solidFill>
                <a:latin typeface="IBM Plex Sans"/>
                <a:ea typeface="IBM Plex Sans"/>
                <a:cs typeface="IBM Plex Sans"/>
                <a:sym typeface="IBM Plex Sans"/>
              </a:endParaRPr>
            </a:p>
          </p:txBody>
        </p:sp>
      </p:grpSp>
      <p:sp>
        <p:nvSpPr>
          <p:cNvPr id="430" name="Google Shape;430;p15"/>
          <p:cNvSpPr/>
          <p:nvPr/>
        </p:nvSpPr>
        <p:spPr>
          <a:xfrm>
            <a:off x="367106" y="1617492"/>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431" name="Google Shape;431;p15"/>
          <p:cNvSpPr/>
          <p:nvPr/>
        </p:nvSpPr>
        <p:spPr>
          <a:xfrm>
            <a:off x="13759697" y="74040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432" name="Google Shape;432;p15"/>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433" name="Google Shape;433;p15"/>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434" name="Google Shape;434;p15"/>
          <p:cNvSpPr/>
          <p:nvPr/>
        </p:nvSpPr>
        <p:spPr>
          <a:xfrm>
            <a:off x="16230712" y="57137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435" name="Google Shape;435;p15"/>
          <p:cNvSpPr/>
          <p:nvPr/>
        </p:nvSpPr>
        <p:spPr>
          <a:xfrm>
            <a:off x="533401" y="8410653"/>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6" name="Google Shape;436;p15"/>
          <p:cNvSpPr txBox="1"/>
          <p:nvPr/>
        </p:nvSpPr>
        <p:spPr>
          <a:xfrm>
            <a:off x="609600" y="1104900"/>
            <a:ext cx="5785485" cy="449580"/>
          </a:xfrm>
          <a:prstGeom prst="rect">
            <a:avLst/>
          </a:prstGeom>
          <a:noFill/>
          <a:ln>
            <a:noFill/>
          </a:ln>
        </p:spPr>
        <p:txBody>
          <a:bodyPr anchorCtr="0" anchor="t" bIns="0" lIns="0" spcFirstLastPara="1" rIns="0" wrap="square" tIns="0">
            <a:spAutoFit/>
          </a:bodyPr>
          <a:lstStyle/>
          <a:p>
            <a:pPr indent="0" lvl="0" marL="0" marR="0" rtl="0" algn="l">
              <a:lnSpc>
                <a:spcPct val="139840"/>
              </a:lnSpc>
              <a:spcBef>
                <a:spcPts val="0"/>
              </a:spcBef>
              <a:spcAft>
                <a:spcPts val="0"/>
              </a:spcAft>
              <a:buNone/>
            </a:pPr>
            <a:r>
              <a:rPr b="1" lang="en-US" sz="2510">
                <a:solidFill>
                  <a:srgbClr val="C1FF72"/>
                </a:solidFill>
                <a:latin typeface="IBM Plex Sans"/>
                <a:ea typeface="IBM Plex Sans"/>
                <a:cs typeface="IBM Plex Sans"/>
                <a:sym typeface="IBM Plex Sans"/>
              </a:rPr>
              <a:t>Step-6.4: Manual Partitioning</a:t>
            </a:r>
            <a:endParaRPr b="1" sz="2510">
              <a:solidFill>
                <a:srgbClr val="C1FF72"/>
              </a:solidFill>
              <a:latin typeface="IBM Plex Sans"/>
              <a:ea typeface="IBM Plex Sans"/>
              <a:cs typeface="IBM Plex Sans"/>
              <a:sym typeface="IBM Plex Sans"/>
            </a:endParaRPr>
          </a:p>
        </p:txBody>
      </p:sp>
      <p:sp>
        <p:nvSpPr>
          <p:cNvPr id="437" name="Google Shape;437;p15"/>
          <p:cNvSpPr txBox="1"/>
          <p:nvPr/>
        </p:nvSpPr>
        <p:spPr>
          <a:xfrm>
            <a:off x="1028700" y="1749758"/>
            <a:ext cx="16821209" cy="449580"/>
          </a:xfrm>
          <a:prstGeom prst="rect">
            <a:avLst/>
          </a:prstGeom>
          <a:noFill/>
          <a:ln>
            <a:noFill/>
          </a:ln>
        </p:spPr>
        <p:txBody>
          <a:bodyPr anchorCtr="0" anchor="t" bIns="0" lIns="0" spcFirstLastPara="1" rIns="0" wrap="square" tIns="0">
            <a:spAutoFit/>
          </a:bodyPr>
          <a:lstStyle/>
          <a:p>
            <a:pPr indent="0" lvl="0" marL="0" marR="0" rtl="0" algn="just">
              <a:lnSpc>
                <a:spcPct val="139840"/>
              </a:lnSpc>
              <a:spcBef>
                <a:spcPts val="0"/>
              </a:spcBef>
              <a:spcAft>
                <a:spcPts val="0"/>
              </a:spcAft>
              <a:buNone/>
            </a:pPr>
            <a:r>
              <a:rPr b="1" lang="en-US" sz="2510">
                <a:solidFill>
                  <a:srgbClr val="FFFFFF"/>
                </a:solidFill>
                <a:latin typeface="IBM Plex Sans"/>
                <a:ea typeface="IBM Plex Sans"/>
                <a:cs typeface="IBM Plex Sans"/>
                <a:sym typeface="IBM Plex Sans"/>
              </a:rPr>
              <a:t>Similarly, we can use the same method to create remaining partitions (/home, /var, and Swap).</a:t>
            </a:r>
            <a:endParaRPr b="1" sz="2510">
              <a:solidFill>
                <a:srgbClr val="FFFFFF"/>
              </a:solidFill>
              <a:latin typeface="IBM Plex Sans"/>
              <a:ea typeface="IBM Plex Sans"/>
              <a:cs typeface="IBM Plex Sans"/>
              <a:sym typeface="IBM Plex Sans"/>
            </a:endParaRPr>
          </a:p>
        </p:txBody>
      </p:sp>
      <p:pic>
        <p:nvPicPr>
          <p:cNvPr descr="Screenshot 2025-05-21 145354" id="438" name="Google Shape;438;p15"/>
          <p:cNvPicPr preferRelativeResize="0"/>
          <p:nvPr/>
        </p:nvPicPr>
        <p:blipFill rotWithShape="1">
          <a:blip r:embed="rId5">
            <a:alphaModFix/>
          </a:blip>
          <a:srcRect b="0" l="0" r="0" t="0"/>
          <a:stretch/>
        </p:blipFill>
        <p:spPr>
          <a:xfrm>
            <a:off x="4334510" y="2552700"/>
            <a:ext cx="9771399" cy="73152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16"/>
          <p:cNvSpPr/>
          <p:nvPr/>
        </p:nvSpPr>
        <p:spPr>
          <a:xfrm>
            <a:off x="7620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7" l="0" r="0" t="-9258"/>
            </a:stretch>
          </a:blipFill>
          <a:ln>
            <a:noFill/>
          </a:ln>
        </p:spPr>
      </p:sp>
      <p:sp>
        <p:nvSpPr>
          <p:cNvPr id="444" name="Google Shape;444;p16"/>
          <p:cNvSpPr/>
          <p:nvPr/>
        </p:nvSpPr>
        <p:spPr>
          <a:xfrm>
            <a:off x="367106" y="1617492"/>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445" name="Google Shape;445;p16"/>
          <p:cNvSpPr/>
          <p:nvPr/>
        </p:nvSpPr>
        <p:spPr>
          <a:xfrm>
            <a:off x="13759697" y="74040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446" name="Google Shape;446;p16"/>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447" name="Google Shape;447;p16"/>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448" name="Google Shape;448;p16"/>
          <p:cNvSpPr/>
          <p:nvPr/>
        </p:nvSpPr>
        <p:spPr>
          <a:xfrm>
            <a:off x="16230712" y="57137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449" name="Google Shape;449;p16"/>
          <p:cNvSpPr/>
          <p:nvPr/>
        </p:nvSpPr>
        <p:spPr>
          <a:xfrm>
            <a:off x="533401" y="8410653"/>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0" name="Google Shape;450;p16"/>
          <p:cNvSpPr txBox="1"/>
          <p:nvPr/>
        </p:nvSpPr>
        <p:spPr>
          <a:xfrm>
            <a:off x="609600" y="1104900"/>
            <a:ext cx="5785485" cy="449580"/>
          </a:xfrm>
          <a:prstGeom prst="rect">
            <a:avLst/>
          </a:prstGeom>
          <a:noFill/>
          <a:ln>
            <a:noFill/>
          </a:ln>
        </p:spPr>
        <p:txBody>
          <a:bodyPr anchorCtr="0" anchor="t" bIns="0" lIns="0" spcFirstLastPara="1" rIns="0" wrap="square" tIns="0">
            <a:spAutoFit/>
          </a:bodyPr>
          <a:lstStyle/>
          <a:p>
            <a:pPr indent="0" lvl="0" marL="0" marR="0" rtl="0" algn="l">
              <a:lnSpc>
                <a:spcPct val="139840"/>
              </a:lnSpc>
              <a:spcBef>
                <a:spcPts val="0"/>
              </a:spcBef>
              <a:spcAft>
                <a:spcPts val="0"/>
              </a:spcAft>
              <a:buNone/>
            </a:pPr>
            <a:r>
              <a:rPr b="1" lang="en-US" sz="2510">
                <a:solidFill>
                  <a:srgbClr val="C1FF72"/>
                </a:solidFill>
                <a:latin typeface="IBM Plex Sans"/>
                <a:ea typeface="IBM Plex Sans"/>
                <a:cs typeface="IBM Plex Sans"/>
                <a:sym typeface="IBM Plex Sans"/>
              </a:rPr>
              <a:t>Step-6.4: Manual Partitioning</a:t>
            </a:r>
            <a:endParaRPr b="1" sz="2510">
              <a:solidFill>
                <a:srgbClr val="C1FF72"/>
              </a:solidFill>
              <a:latin typeface="IBM Plex Sans"/>
              <a:ea typeface="IBM Plex Sans"/>
              <a:cs typeface="IBM Plex Sans"/>
              <a:sym typeface="IBM Plex Sans"/>
            </a:endParaRPr>
          </a:p>
        </p:txBody>
      </p:sp>
      <p:sp>
        <p:nvSpPr>
          <p:cNvPr id="451" name="Google Shape;451;p16"/>
          <p:cNvSpPr txBox="1"/>
          <p:nvPr/>
        </p:nvSpPr>
        <p:spPr>
          <a:xfrm>
            <a:off x="1028700" y="1749758"/>
            <a:ext cx="16821209" cy="449580"/>
          </a:xfrm>
          <a:prstGeom prst="rect">
            <a:avLst/>
          </a:prstGeom>
          <a:noFill/>
          <a:ln>
            <a:noFill/>
          </a:ln>
        </p:spPr>
        <p:txBody>
          <a:bodyPr anchorCtr="0" anchor="t" bIns="0" lIns="0" spcFirstLastPara="1" rIns="0" wrap="square" tIns="0">
            <a:spAutoFit/>
          </a:bodyPr>
          <a:lstStyle/>
          <a:p>
            <a:pPr indent="0" lvl="0" marL="0" marR="0" rtl="0" algn="just">
              <a:lnSpc>
                <a:spcPct val="139840"/>
              </a:lnSpc>
              <a:spcBef>
                <a:spcPts val="0"/>
              </a:spcBef>
              <a:spcAft>
                <a:spcPts val="0"/>
              </a:spcAft>
              <a:buNone/>
            </a:pPr>
            <a:r>
              <a:rPr b="1" lang="en-US" sz="2510">
                <a:solidFill>
                  <a:srgbClr val="FFFFFF"/>
                </a:solidFill>
                <a:latin typeface="IBM Plex Sans"/>
                <a:ea typeface="IBM Plex Sans"/>
                <a:cs typeface="IBM Plex Sans"/>
                <a:sym typeface="IBM Plex Sans"/>
              </a:rPr>
              <a:t>Similarly, we can use the same method to create remaining partitions (/home, /var, and Swap).</a:t>
            </a:r>
            <a:endParaRPr b="1" sz="2510">
              <a:solidFill>
                <a:srgbClr val="FFFFFF"/>
              </a:solidFill>
              <a:latin typeface="IBM Plex Sans"/>
              <a:ea typeface="IBM Plex Sans"/>
              <a:cs typeface="IBM Plex Sans"/>
              <a:sym typeface="IBM Plex Sans"/>
            </a:endParaRPr>
          </a:p>
        </p:txBody>
      </p:sp>
      <p:pic>
        <p:nvPicPr>
          <p:cNvPr descr="Screenshot 2025-05-21 145631" id="452" name="Google Shape;452;p16"/>
          <p:cNvPicPr preferRelativeResize="0"/>
          <p:nvPr/>
        </p:nvPicPr>
        <p:blipFill rotWithShape="1">
          <a:blip r:embed="rId5">
            <a:alphaModFix/>
          </a:blip>
          <a:srcRect b="0" l="0" r="0" t="0"/>
          <a:stretch/>
        </p:blipFill>
        <p:spPr>
          <a:xfrm>
            <a:off x="4271645" y="2476500"/>
            <a:ext cx="9744701" cy="7315200"/>
          </a:xfrm>
          <a:prstGeom prst="rect">
            <a:avLst/>
          </a:prstGeom>
          <a:noFill/>
          <a:ln>
            <a:noFill/>
          </a:ln>
        </p:spPr>
      </p:pic>
      <p:grpSp>
        <p:nvGrpSpPr>
          <p:cNvPr id="453" name="Google Shape;453;p16"/>
          <p:cNvGrpSpPr/>
          <p:nvPr/>
        </p:nvGrpSpPr>
        <p:grpSpPr>
          <a:xfrm>
            <a:off x="1636711" y="493085"/>
            <a:ext cx="15228573" cy="1100455"/>
            <a:chOff x="-1738207" y="-94827"/>
            <a:chExt cx="20304764" cy="1467273"/>
          </a:xfrm>
        </p:grpSpPr>
        <p:sp>
          <p:nvSpPr>
            <p:cNvPr id="454" name="Google Shape;454;p16"/>
            <p:cNvSpPr/>
            <p:nvPr/>
          </p:nvSpPr>
          <p:spPr>
            <a:xfrm>
              <a:off x="0" y="0"/>
              <a:ext cx="18566557" cy="1371600"/>
            </a:xfrm>
            <a:custGeom>
              <a:rect b="b" l="l" r="r" t="t"/>
              <a:pathLst>
                <a:path extrusionOk="0" h="1371600" w="18566557">
                  <a:moveTo>
                    <a:pt x="0" y="0"/>
                  </a:moveTo>
                  <a:lnTo>
                    <a:pt x="18566557" y="0"/>
                  </a:lnTo>
                  <a:lnTo>
                    <a:pt x="18566557" y="1371600"/>
                  </a:lnTo>
                  <a:lnTo>
                    <a:pt x="0" y="1371600"/>
                  </a:lnTo>
                  <a:close/>
                </a:path>
              </a:pathLst>
            </a:custGeom>
            <a:solidFill>
              <a:srgbClr val="000000">
                <a:alpha val="0"/>
              </a:srgbClr>
            </a:solidFill>
            <a:ln>
              <a:noFill/>
            </a:ln>
          </p:spPr>
        </p:sp>
        <p:sp>
          <p:nvSpPr>
            <p:cNvPr id="455" name="Google Shape;455;p16"/>
            <p:cNvSpPr txBox="1"/>
            <p:nvPr/>
          </p:nvSpPr>
          <p:spPr>
            <a:xfrm>
              <a:off x="-1738207" y="-94827"/>
              <a:ext cx="20304760" cy="1467273"/>
            </a:xfrm>
            <a:prstGeom prst="rect">
              <a:avLst/>
            </a:prstGeom>
            <a:noFill/>
            <a:ln>
              <a:noFill/>
            </a:ln>
          </p:spPr>
          <p:txBody>
            <a:bodyPr anchorCtr="0" anchor="t" bIns="0" lIns="0" spcFirstLastPara="1" rIns="0" wrap="square" tIns="0">
              <a:noAutofit/>
            </a:bodyPr>
            <a:lstStyle/>
            <a:p>
              <a:pPr indent="0" lvl="0" marL="0" marR="0" rtl="0" algn="ctr">
                <a:lnSpc>
                  <a:spcPct val="87500"/>
                </a:lnSpc>
                <a:spcBef>
                  <a:spcPts val="0"/>
                </a:spcBef>
                <a:spcAft>
                  <a:spcPts val="0"/>
                </a:spcAft>
                <a:buNone/>
              </a:pPr>
              <a:r>
                <a:rPr b="1" lang="en-US" sz="8000">
                  <a:solidFill>
                    <a:srgbClr val="C1FF72"/>
                  </a:solidFill>
                  <a:latin typeface="Calibri"/>
                  <a:ea typeface="Calibri"/>
                  <a:cs typeface="Calibri"/>
                  <a:sym typeface="Calibri"/>
                </a:rPr>
                <a:t>CentOS8-Stream Installation</a:t>
              </a:r>
              <a:endParaRPr b="1" sz="5000">
                <a:solidFill>
                  <a:srgbClr val="C1FF72"/>
                </a:solidFill>
                <a:latin typeface="IBM Plex Sans"/>
                <a:ea typeface="IBM Plex Sans"/>
                <a:cs typeface="IBM Plex Sans"/>
                <a:sym typeface="IBM Plex Sans"/>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17"/>
          <p:cNvSpPr/>
          <p:nvPr/>
        </p:nvSpPr>
        <p:spPr>
          <a:xfrm>
            <a:off x="7620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7" l="0" r="0" t="-9258"/>
            </a:stretch>
          </a:blipFill>
          <a:ln>
            <a:noFill/>
          </a:ln>
        </p:spPr>
      </p:sp>
      <p:grpSp>
        <p:nvGrpSpPr>
          <p:cNvPr id="461" name="Google Shape;461;p17"/>
          <p:cNvGrpSpPr/>
          <p:nvPr/>
        </p:nvGrpSpPr>
        <p:grpSpPr>
          <a:xfrm>
            <a:off x="2181541" y="142882"/>
            <a:ext cx="13924918" cy="1100138"/>
            <a:chOff x="0" y="-95250"/>
            <a:chExt cx="18566557" cy="1466850"/>
          </a:xfrm>
        </p:grpSpPr>
        <p:sp>
          <p:nvSpPr>
            <p:cNvPr id="462" name="Google Shape;462;p17"/>
            <p:cNvSpPr/>
            <p:nvPr/>
          </p:nvSpPr>
          <p:spPr>
            <a:xfrm>
              <a:off x="0" y="0"/>
              <a:ext cx="18566557" cy="1371600"/>
            </a:xfrm>
            <a:custGeom>
              <a:rect b="b" l="l" r="r" t="t"/>
              <a:pathLst>
                <a:path extrusionOk="0" h="1371600" w="18566557">
                  <a:moveTo>
                    <a:pt x="0" y="0"/>
                  </a:moveTo>
                  <a:lnTo>
                    <a:pt x="18566557" y="0"/>
                  </a:lnTo>
                  <a:lnTo>
                    <a:pt x="18566557" y="1371600"/>
                  </a:lnTo>
                  <a:lnTo>
                    <a:pt x="0" y="1371600"/>
                  </a:lnTo>
                  <a:close/>
                </a:path>
              </a:pathLst>
            </a:custGeom>
            <a:solidFill>
              <a:srgbClr val="000000">
                <a:alpha val="0"/>
              </a:srgbClr>
            </a:solidFill>
            <a:ln>
              <a:noFill/>
            </a:ln>
          </p:spPr>
        </p:sp>
        <p:sp>
          <p:nvSpPr>
            <p:cNvPr id="463" name="Google Shape;463;p17"/>
            <p:cNvSpPr txBox="1"/>
            <p:nvPr/>
          </p:nvSpPr>
          <p:spPr>
            <a:xfrm>
              <a:off x="0" y="-95250"/>
              <a:ext cx="18566557" cy="1466850"/>
            </a:xfrm>
            <a:prstGeom prst="rect">
              <a:avLst/>
            </a:prstGeom>
            <a:noFill/>
            <a:ln>
              <a:noFill/>
            </a:ln>
          </p:spPr>
          <p:txBody>
            <a:bodyPr anchorCtr="0" anchor="t" bIns="0" lIns="0" spcFirstLastPara="1" rIns="0" wrap="square" tIns="0">
              <a:noAutofit/>
            </a:bodyPr>
            <a:lstStyle/>
            <a:p>
              <a:pPr indent="0" lvl="0" marL="0" marR="0" rtl="0" algn="ctr">
                <a:lnSpc>
                  <a:spcPct val="87500"/>
                </a:lnSpc>
                <a:spcBef>
                  <a:spcPts val="0"/>
                </a:spcBef>
                <a:spcAft>
                  <a:spcPts val="0"/>
                </a:spcAft>
                <a:buNone/>
              </a:pPr>
              <a:r>
                <a:rPr b="1" lang="en-US" sz="8000">
                  <a:solidFill>
                    <a:srgbClr val="C1FF72"/>
                  </a:solidFill>
                  <a:latin typeface="Calibri"/>
                  <a:ea typeface="Calibri"/>
                  <a:cs typeface="Calibri"/>
                  <a:sym typeface="Calibri"/>
                </a:rPr>
                <a:t>CentOS8-Stream Installation</a:t>
              </a:r>
              <a:endParaRPr b="1" sz="8000">
                <a:solidFill>
                  <a:srgbClr val="C1FF72"/>
                </a:solidFill>
                <a:latin typeface="Calibri"/>
                <a:ea typeface="Calibri"/>
                <a:cs typeface="Calibri"/>
                <a:sym typeface="Calibri"/>
              </a:endParaRPr>
            </a:p>
          </p:txBody>
        </p:sp>
      </p:grpSp>
      <p:sp>
        <p:nvSpPr>
          <p:cNvPr id="464" name="Google Shape;464;p17"/>
          <p:cNvSpPr/>
          <p:nvPr/>
        </p:nvSpPr>
        <p:spPr>
          <a:xfrm>
            <a:off x="367106" y="1617492"/>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465" name="Google Shape;465;p17"/>
          <p:cNvSpPr/>
          <p:nvPr/>
        </p:nvSpPr>
        <p:spPr>
          <a:xfrm>
            <a:off x="13785732" y="75056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466" name="Google Shape;466;p17"/>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467" name="Google Shape;467;p17"/>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468" name="Google Shape;468;p17"/>
          <p:cNvSpPr/>
          <p:nvPr/>
        </p:nvSpPr>
        <p:spPr>
          <a:xfrm>
            <a:off x="16230712" y="57137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469" name="Google Shape;469;p17"/>
          <p:cNvSpPr/>
          <p:nvPr/>
        </p:nvSpPr>
        <p:spPr>
          <a:xfrm>
            <a:off x="533401" y="8410653"/>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0" name="Google Shape;470;p17"/>
          <p:cNvSpPr txBox="1"/>
          <p:nvPr/>
        </p:nvSpPr>
        <p:spPr>
          <a:xfrm>
            <a:off x="609600" y="1104900"/>
            <a:ext cx="5785485" cy="449580"/>
          </a:xfrm>
          <a:prstGeom prst="rect">
            <a:avLst/>
          </a:prstGeom>
          <a:noFill/>
          <a:ln>
            <a:noFill/>
          </a:ln>
        </p:spPr>
        <p:txBody>
          <a:bodyPr anchorCtr="0" anchor="t" bIns="0" lIns="0" spcFirstLastPara="1" rIns="0" wrap="square" tIns="0">
            <a:spAutoFit/>
          </a:bodyPr>
          <a:lstStyle/>
          <a:p>
            <a:pPr indent="0" lvl="0" marL="0" marR="0" rtl="0" algn="l">
              <a:lnSpc>
                <a:spcPct val="139840"/>
              </a:lnSpc>
              <a:spcBef>
                <a:spcPts val="0"/>
              </a:spcBef>
              <a:spcAft>
                <a:spcPts val="0"/>
              </a:spcAft>
              <a:buNone/>
            </a:pPr>
            <a:r>
              <a:rPr b="1" lang="en-US" sz="2510">
                <a:solidFill>
                  <a:srgbClr val="C1FF72"/>
                </a:solidFill>
                <a:latin typeface="IBM Plex Sans"/>
                <a:ea typeface="IBM Plex Sans"/>
                <a:cs typeface="IBM Plex Sans"/>
                <a:sym typeface="IBM Plex Sans"/>
              </a:rPr>
              <a:t>Step-6.4: Manual Partitioning</a:t>
            </a:r>
            <a:endParaRPr b="1" sz="2510">
              <a:solidFill>
                <a:srgbClr val="C1FF72"/>
              </a:solidFill>
              <a:latin typeface="IBM Plex Sans"/>
              <a:ea typeface="IBM Plex Sans"/>
              <a:cs typeface="IBM Plex Sans"/>
              <a:sym typeface="IBM Plex Sans"/>
            </a:endParaRPr>
          </a:p>
        </p:txBody>
      </p:sp>
      <p:sp>
        <p:nvSpPr>
          <p:cNvPr id="471" name="Google Shape;471;p17"/>
          <p:cNvSpPr txBox="1"/>
          <p:nvPr/>
        </p:nvSpPr>
        <p:spPr>
          <a:xfrm>
            <a:off x="1028700" y="1749758"/>
            <a:ext cx="16821209" cy="449580"/>
          </a:xfrm>
          <a:prstGeom prst="rect">
            <a:avLst/>
          </a:prstGeom>
          <a:noFill/>
          <a:ln>
            <a:noFill/>
          </a:ln>
        </p:spPr>
        <p:txBody>
          <a:bodyPr anchorCtr="0" anchor="t" bIns="0" lIns="0" spcFirstLastPara="1" rIns="0" wrap="square" tIns="0">
            <a:spAutoFit/>
          </a:bodyPr>
          <a:lstStyle/>
          <a:p>
            <a:pPr indent="0" lvl="0" marL="0" marR="0" rtl="0" algn="just">
              <a:lnSpc>
                <a:spcPct val="139840"/>
              </a:lnSpc>
              <a:spcBef>
                <a:spcPts val="0"/>
              </a:spcBef>
              <a:spcAft>
                <a:spcPts val="0"/>
              </a:spcAft>
              <a:buNone/>
            </a:pPr>
            <a:r>
              <a:rPr b="1" lang="en-US" sz="2510">
                <a:solidFill>
                  <a:srgbClr val="FFFFFF"/>
                </a:solidFill>
                <a:latin typeface="IBM Plex Sans"/>
                <a:ea typeface="IBM Plex Sans"/>
                <a:cs typeface="IBM Plex Sans"/>
                <a:sym typeface="IBM Plex Sans"/>
              </a:rPr>
              <a:t>Similarly, we can use the same method to create remaining partitions (/home, /var, and Swap).</a:t>
            </a:r>
            <a:endParaRPr b="1" sz="2510">
              <a:solidFill>
                <a:srgbClr val="FFFFFF"/>
              </a:solidFill>
              <a:latin typeface="IBM Plex Sans"/>
              <a:ea typeface="IBM Plex Sans"/>
              <a:cs typeface="IBM Plex Sans"/>
              <a:sym typeface="IBM Plex Sans"/>
            </a:endParaRPr>
          </a:p>
        </p:txBody>
      </p:sp>
      <p:pic>
        <p:nvPicPr>
          <p:cNvPr descr="Screenshot 2025-05-21 145909" id="472" name="Google Shape;472;p17"/>
          <p:cNvPicPr preferRelativeResize="0"/>
          <p:nvPr/>
        </p:nvPicPr>
        <p:blipFill rotWithShape="1">
          <a:blip r:embed="rId5">
            <a:alphaModFix/>
          </a:blip>
          <a:srcRect b="0" l="0" r="0" t="0"/>
          <a:stretch/>
        </p:blipFill>
        <p:spPr>
          <a:xfrm>
            <a:off x="4267200" y="2511425"/>
            <a:ext cx="9687339" cy="73152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18"/>
          <p:cNvSpPr/>
          <p:nvPr/>
        </p:nvSpPr>
        <p:spPr>
          <a:xfrm>
            <a:off x="7620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7" l="0" r="0" t="-9258"/>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8" name="Google Shape;478;p18"/>
          <p:cNvSpPr/>
          <p:nvPr/>
        </p:nvSpPr>
        <p:spPr>
          <a:xfrm>
            <a:off x="367106" y="1617492"/>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479" name="Google Shape;479;p18"/>
          <p:cNvSpPr/>
          <p:nvPr/>
        </p:nvSpPr>
        <p:spPr>
          <a:xfrm>
            <a:off x="13785732" y="75056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480" name="Google Shape;480;p18"/>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481" name="Google Shape;481;p18"/>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482" name="Google Shape;482;p18"/>
          <p:cNvSpPr/>
          <p:nvPr/>
        </p:nvSpPr>
        <p:spPr>
          <a:xfrm>
            <a:off x="16230712" y="57137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483" name="Google Shape;483;p18"/>
          <p:cNvSpPr/>
          <p:nvPr/>
        </p:nvSpPr>
        <p:spPr>
          <a:xfrm>
            <a:off x="533401" y="8410653"/>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4" name="Google Shape;484;p18"/>
          <p:cNvSpPr txBox="1"/>
          <p:nvPr/>
        </p:nvSpPr>
        <p:spPr>
          <a:xfrm>
            <a:off x="609600" y="1104900"/>
            <a:ext cx="5785485" cy="449580"/>
          </a:xfrm>
          <a:prstGeom prst="rect">
            <a:avLst/>
          </a:prstGeom>
          <a:noFill/>
          <a:ln>
            <a:noFill/>
          </a:ln>
        </p:spPr>
        <p:txBody>
          <a:bodyPr anchorCtr="0" anchor="t" bIns="0" lIns="0" spcFirstLastPara="1" rIns="0" wrap="square" tIns="0">
            <a:spAutoFit/>
          </a:bodyPr>
          <a:lstStyle/>
          <a:p>
            <a:pPr indent="0" lvl="0" marL="0" marR="0" rtl="0" algn="l">
              <a:lnSpc>
                <a:spcPct val="139840"/>
              </a:lnSpc>
              <a:spcBef>
                <a:spcPts val="0"/>
              </a:spcBef>
              <a:spcAft>
                <a:spcPts val="0"/>
              </a:spcAft>
              <a:buNone/>
            </a:pPr>
            <a:r>
              <a:rPr b="1" lang="en-US" sz="2510">
                <a:solidFill>
                  <a:srgbClr val="C1FF72"/>
                </a:solidFill>
                <a:latin typeface="IBM Plex Sans"/>
                <a:ea typeface="IBM Plex Sans"/>
                <a:cs typeface="IBM Plex Sans"/>
                <a:sym typeface="IBM Plex Sans"/>
              </a:rPr>
              <a:t>Step-6.4: Manual Partitioning</a:t>
            </a:r>
            <a:endParaRPr b="1" sz="2510">
              <a:solidFill>
                <a:srgbClr val="C1FF72"/>
              </a:solidFill>
              <a:latin typeface="IBM Plex Sans"/>
              <a:ea typeface="IBM Plex Sans"/>
              <a:cs typeface="IBM Plex Sans"/>
              <a:sym typeface="IBM Plex Sans"/>
            </a:endParaRPr>
          </a:p>
        </p:txBody>
      </p:sp>
      <p:sp>
        <p:nvSpPr>
          <p:cNvPr id="485" name="Google Shape;485;p18"/>
          <p:cNvSpPr txBox="1"/>
          <p:nvPr/>
        </p:nvSpPr>
        <p:spPr>
          <a:xfrm>
            <a:off x="1028700" y="1749758"/>
            <a:ext cx="16821209" cy="449580"/>
          </a:xfrm>
          <a:prstGeom prst="rect">
            <a:avLst/>
          </a:prstGeom>
          <a:noFill/>
          <a:ln>
            <a:noFill/>
          </a:ln>
        </p:spPr>
        <p:txBody>
          <a:bodyPr anchorCtr="0" anchor="t" bIns="0" lIns="0" spcFirstLastPara="1" rIns="0" wrap="square" tIns="0">
            <a:spAutoFit/>
          </a:bodyPr>
          <a:lstStyle/>
          <a:p>
            <a:pPr indent="0" lvl="0" marL="0" marR="0" rtl="0" algn="just">
              <a:lnSpc>
                <a:spcPct val="139840"/>
              </a:lnSpc>
              <a:spcBef>
                <a:spcPts val="0"/>
              </a:spcBef>
              <a:spcAft>
                <a:spcPts val="0"/>
              </a:spcAft>
              <a:buNone/>
            </a:pPr>
            <a:r>
              <a:rPr b="1" lang="en-US" sz="2510">
                <a:solidFill>
                  <a:srgbClr val="FFFFFF"/>
                </a:solidFill>
                <a:latin typeface="IBM Plex Sans"/>
                <a:ea typeface="IBM Plex Sans"/>
                <a:cs typeface="IBM Plex Sans"/>
                <a:sym typeface="IBM Plex Sans"/>
              </a:rPr>
              <a:t>Once you have completed the disk partition, click "Done" to proceed, as shown below:</a:t>
            </a:r>
            <a:endParaRPr b="1" sz="2510">
              <a:solidFill>
                <a:srgbClr val="FFFFFF"/>
              </a:solidFill>
              <a:latin typeface="IBM Plex Sans"/>
              <a:ea typeface="IBM Plex Sans"/>
              <a:cs typeface="IBM Plex Sans"/>
              <a:sym typeface="IBM Plex Sans"/>
            </a:endParaRPr>
          </a:p>
        </p:txBody>
      </p:sp>
      <p:pic>
        <p:nvPicPr>
          <p:cNvPr descr="Screenshot 2025-05-21 150140" id="486" name="Google Shape;486;p18"/>
          <p:cNvPicPr preferRelativeResize="0"/>
          <p:nvPr/>
        </p:nvPicPr>
        <p:blipFill rotWithShape="1">
          <a:blip r:embed="rId5">
            <a:alphaModFix/>
          </a:blip>
          <a:srcRect b="0" l="0" r="0" t="0"/>
          <a:stretch/>
        </p:blipFill>
        <p:spPr>
          <a:xfrm>
            <a:off x="4191000" y="2628900"/>
            <a:ext cx="9789068" cy="7315200"/>
          </a:xfrm>
          <a:prstGeom prst="rect">
            <a:avLst/>
          </a:prstGeom>
          <a:noFill/>
          <a:ln>
            <a:noFill/>
          </a:ln>
        </p:spPr>
      </p:pic>
      <p:grpSp>
        <p:nvGrpSpPr>
          <p:cNvPr id="487" name="Google Shape;487;p18"/>
          <p:cNvGrpSpPr/>
          <p:nvPr/>
        </p:nvGrpSpPr>
        <p:grpSpPr>
          <a:xfrm>
            <a:off x="1636711" y="493085"/>
            <a:ext cx="15228573" cy="1100455"/>
            <a:chOff x="-1738207" y="-94827"/>
            <a:chExt cx="20304764" cy="1467273"/>
          </a:xfrm>
        </p:grpSpPr>
        <p:sp>
          <p:nvSpPr>
            <p:cNvPr id="488" name="Google Shape;488;p18"/>
            <p:cNvSpPr/>
            <p:nvPr/>
          </p:nvSpPr>
          <p:spPr>
            <a:xfrm>
              <a:off x="0" y="0"/>
              <a:ext cx="18566557" cy="1371600"/>
            </a:xfrm>
            <a:custGeom>
              <a:rect b="b" l="l" r="r" t="t"/>
              <a:pathLst>
                <a:path extrusionOk="0" h="1371600" w="18566557">
                  <a:moveTo>
                    <a:pt x="0" y="0"/>
                  </a:moveTo>
                  <a:lnTo>
                    <a:pt x="18566557" y="0"/>
                  </a:lnTo>
                  <a:lnTo>
                    <a:pt x="18566557" y="1371600"/>
                  </a:lnTo>
                  <a:lnTo>
                    <a:pt x="0" y="1371600"/>
                  </a:lnTo>
                  <a:close/>
                </a:path>
              </a:pathLst>
            </a:custGeom>
            <a:solidFill>
              <a:srgbClr val="000000">
                <a:alpha val="0"/>
              </a:srgbClr>
            </a:solidFill>
            <a:ln>
              <a:noFill/>
            </a:ln>
          </p:spPr>
        </p:sp>
        <p:sp>
          <p:nvSpPr>
            <p:cNvPr id="489" name="Google Shape;489;p18"/>
            <p:cNvSpPr txBox="1"/>
            <p:nvPr/>
          </p:nvSpPr>
          <p:spPr>
            <a:xfrm>
              <a:off x="-1738207" y="-94827"/>
              <a:ext cx="20304760" cy="1467273"/>
            </a:xfrm>
            <a:prstGeom prst="rect">
              <a:avLst/>
            </a:prstGeom>
            <a:noFill/>
            <a:ln>
              <a:noFill/>
            </a:ln>
          </p:spPr>
          <p:txBody>
            <a:bodyPr anchorCtr="0" anchor="t" bIns="0" lIns="0" spcFirstLastPara="1" rIns="0" wrap="square" tIns="0">
              <a:noAutofit/>
            </a:bodyPr>
            <a:lstStyle/>
            <a:p>
              <a:pPr indent="0" lvl="0" marL="0" marR="0" rtl="0" algn="ctr">
                <a:lnSpc>
                  <a:spcPct val="87500"/>
                </a:lnSpc>
                <a:spcBef>
                  <a:spcPts val="0"/>
                </a:spcBef>
                <a:spcAft>
                  <a:spcPts val="0"/>
                </a:spcAft>
                <a:buNone/>
              </a:pPr>
              <a:r>
                <a:rPr b="1" lang="en-US" sz="8000">
                  <a:solidFill>
                    <a:srgbClr val="C1FF72"/>
                  </a:solidFill>
                  <a:latin typeface="Calibri"/>
                  <a:ea typeface="Calibri"/>
                  <a:cs typeface="Calibri"/>
                  <a:sym typeface="Calibri"/>
                </a:rPr>
                <a:t>CentOS8-Stream Installation</a:t>
              </a:r>
              <a:endParaRPr b="1" sz="5000">
                <a:solidFill>
                  <a:srgbClr val="C1FF72"/>
                </a:solidFill>
                <a:latin typeface="IBM Plex Sans"/>
                <a:ea typeface="IBM Plex Sans"/>
                <a:cs typeface="IBM Plex Sans"/>
                <a:sym typeface="IBM Plex Sans"/>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19"/>
          <p:cNvSpPr/>
          <p:nvPr/>
        </p:nvSpPr>
        <p:spPr>
          <a:xfrm>
            <a:off x="7620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7" l="0" r="0" t="-9258"/>
            </a:stretch>
          </a:blipFill>
          <a:ln>
            <a:noFill/>
          </a:ln>
        </p:spPr>
      </p:sp>
      <p:sp>
        <p:nvSpPr>
          <p:cNvPr id="495" name="Google Shape;495;p19"/>
          <p:cNvSpPr/>
          <p:nvPr/>
        </p:nvSpPr>
        <p:spPr>
          <a:xfrm>
            <a:off x="2181225" y="214630"/>
            <a:ext cx="13924915" cy="1028700"/>
          </a:xfrm>
          <a:custGeom>
            <a:rect b="b" l="l" r="r" t="t"/>
            <a:pathLst>
              <a:path extrusionOk="0" h="1371600" w="18566557">
                <a:moveTo>
                  <a:pt x="0" y="0"/>
                </a:moveTo>
                <a:lnTo>
                  <a:pt x="18566557" y="0"/>
                </a:lnTo>
                <a:lnTo>
                  <a:pt x="18566557" y="1371600"/>
                </a:lnTo>
                <a:lnTo>
                  <a:pt x="0" y="1371600"/>
                </a:lnTo>
                <a:close/>
              </a:path>
            </a:pathLst>
          </a:custGeom>
          <a:solidFill>
            <a:srgbClr val="000000">
              <a:alpha val="0"/>
            </a:srgbClr>
          </a:solidFill>
          <a:ln>
            <a:noFill/>
          </a:ln>
        </p:spPr>
      </p:sp>
      <p:sp>
        <p:nvSpPr>
          <p:cNvPr id="496" name="Google Shape;496;p19"/>
          <p:cNvSpPr/>
          <p:nvPr/>
        </p:nvSpPr>
        <p:spPr>
          <a:xfrm>
            <a:off x="367106" y="1617492"/>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497" name="Google Shape;497;p19"/>
          <p:cNvSpPr/>
          <p:nvPr/>
        </p:nvSpPr>
        <p:spPr>
          <a:xfrm>
            <a:off x="13785732" y="75818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498" name="Google Shape;498;p19"/>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499" name="Google Shape;499;p19"/>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500" name="Google Shape;500;p19"/>
          <p:cNvSpPr/>
          <p:nvPr/>
        </p:nvSpPr>
        <p:spPr>
          <a:xfrm>
            <a:off x="16230712" y="57137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501" name="Google Shape;501;p19"/>
          <p:cNvSpPr/>
          <p:nvPr/>
        </p:nvSpPr>
        <p:spPr>
          <a:xfrm>
            <a:off x="533401" y="8410653"/>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2" name="Google Shape;502;p19"/>
          <p:cNvSpPr txBox="1"/>
          <p:nvPr/>
        </p:nvSpPr>
        <p:spPr>
          <a:xfrm>
            <a:off x="609600" y="1104900"/>
            <a:ext cx="5785485" cy="449580"/>
          </a:xfrm>
          <a:prstGeom prst="rect">
            <a:avLst/>
          </a:prstGeom>
          <a:noFill/>
          <a:ln>
            <a:noFill/>
          </a:ln>
        </p:spPr>
        <p:txBody>
          <a:bodyPr anchorCtr="0" anchor="t" bIns="0" lIns="0" spcFirstLastPara="1" rIns="0" wrap="square" tIns="0">
            <a:spAutoFit/>
          </a:bodyPr>
          <a:lstStyle/>
          <a:p>
            <a:pPr indent="0" lvl="0" marL="0" marR="0" rtl="0" algn="l">
              <a:lnSpc>
                <a:spcPct val="139840"/>
              </a:lnSpc>
              <a:spcBef>
                <a:spcPts val="0"/>
              </a:spcBef>
              <a:spcAft>
                <a:spcPts val="0"/>
              </a:spcAft>
              <a:buNone/>
            </a:pPr>
            <a:r>
              <a:rPr b="1" lang="en-US" sz="2510">
                <a:solidFill>
                  <a:srgbClr val="C1FF72"/>
                </a:solidFill>
                <a:latin typeface="IBM Plex Sans"/>
                <a:ea typeface="IBM Plex Sans"/>
                <a:cs typeface="IBM Plex Sans"/>
                <a:sym typeface="IBM Plex Sans"/>
              </a:rPr>
              <a:t>Step-6.4: Manual Partitioning</a:t>
            </a:r>
            <a:endParaRPr b="1" sz="2510">
              <a:solidFill>
                <a:srgbClr val="C1FF72"/>
              </a:solidFill>
              <a:latin typeface="IBM Plex Sans"/>
              <a:ea typeface="IBM Plex Sans"/>
              <a:cs typeface="IBM Plex Sans"/>
              <a:sym typeface="IBM Plex Sans"/>
            </a:endParaRPr>
          </a:p>
        </p:txBody>
      </p:sp>
      <p:sp>
        <p:nvSpPr>
          <p:cNvPr id="503" name="Google Shape;503;p19"/>
          <p:cNvSpPr txBox="1"/>
          <p:nvPr/>
        </p:nvSpPr>
        <p:spPr>
          <a:xfrm>
            <a:off x="1028700" y="1749758"/>
            <a:ext cx="16821209" cy="899795"/>
          </a:xfrm>
          <a:prstGeom prst="rect">
            <a:avLst/>
          </a:prstGeom>
          <a:noFill/>
          <a:ln>
            <a:noFill/>
          </a:ln>
        </p:spPr>
        <p:txBody>
          <a:bodyPr anchorCtr="0" anchor="t" bIns="0" lIns="0" spcFirstLastPara="1" rIns="0" wrap="square" tIns="0">
            <a:spAutoFit/>
          </a:bodyPr>
          <a:lstStyle/>
          <a:p>
            <a:pPr indent="0" lvl="0" marL="0" marR="0" rtl="0" algn="just">
              <a:lnSpc>
                <a:spcPct val="139840"/>
              </a:lnSpc>
              <a:spcBef>
                <a:spcPts val="0"/>
              </a:spcBef>
              <a:spcAft>
                <a:spcPts val="0"/>
              </a:spcAft>
              <a:buNone/>
            </a:pPr>
            <a:r>
              <a:rPr b="1" lang="en-US" sz="2510">
                <a:solidFill>
                  <a:srgbClr val="FFFFFF"/>
                </a:solidFill>
                <a:latin typeface="IBM Plex Sans"/>
                <a:ea typeface="IBM Plex Sans"/>
                <a:cs typeface="IBM Plex Sans"/>
                <a:sym typeface="IBM Plex Sans"/>
              </a:rPr>
              <a:t>We are going to click on “Accept Changes“ to fulfill the summary changes that the changes made in the disk, it will write all the partitions.</a:t>
            </a:r>
            <a:endParaRPr b="1" sz="2510">
              <a:solidFill>
                <a:srgbClr val="FFFFFF"/>
              </a:solidFill>
              <a:latin typeface="IBM Plex Sans"/>
              <a:ea typeface="IBM Plex Sans"/>
              <a:cs typeface="IBM Plex Sans"/>
              <a:sym typeface="IBM Plex Sans"/>
            </a:endParaRPr>
          </a:p>
        </p:txBody>
      </p:sp>
      <p:pic>
        <p:nvPicPr>
          <p:cNvPr descr="Screenshot 2025-05-21 150414" id="504" name="Google Shape;504;p19"/>
          <p:cNvPicPr preferRelativeResize="0"/>
          <p:nvPr/>
        </p:nvPicPr>
        <p:blipFill rotWithShape="1">
          <a:blip r:embed="rId5">
            <a:alphaModFix/>
          </a:blip>
          <a:srcRect b="0" l="0" r="0" t="0"/>
          <a:stretch/>
        </p:blipFill>
        <p:spPr>
          <a:xfrm>
            <a:off x="4343400" y="2705100"/>
            <a:ext cx="9847903" cy="7315200"/>
          </a:xfrm>
          <a:prstGeom prst="rect">
            <a:avLst/>
          </a:prstGeom>
          <a:noFill/>
          <a:ln>
            <a:noFill/>
          </a:ln>
        </p:spPr>
      </p:pic>
      <p:grpSp>
        <p:nvGrpSpPr>
          <p:cNvPr id="505" name="Google Shape;505;p19"/>
          <p:cNvGrpSpPr/>
          <p:nvPr/>
        </p:nvGrpSpPr>
        <p:grpSpPr>
          <a:xfrm>
            <a:off x="1636711" y="493085"/>
            <a:ext cx="15228573" cy="1100455"/>
            <a:chOff x="-1738207" y="-94827"/>
            <a:chExt cx="20304764" cy="1467273"/>
          </a:xfrm>
        </p:grpSpPr>
        <p:sp>
          <p:nvSpPr>
            <p:cNvPr id="506" name="Google Shape;506;p19"/>
            <p:cNvSpPr/>
            <p:nvPr/>
          </p:nvSpPr>
          <p:spPr>
            <a:xfrm>
              <a:off x="0" y="0"/>
              <a:ext cx="18566557" cy="1371600"/>
            </a:xfrm>
            <a:custGeom>
              <a:rect b="b" l="l" r="r" t="t"/>
              <a:pathLst>
                <a:path extrusionOk="0" h="1371600" w="18566557">
                  <a:moveTo>
                    <a:pt x="0" y="0"/>
                  </a:moveTo>
                  <a:lnTo>
                    <a:pt x="18566557" y="0"/>
                  </a:lnTo>
                  <a:lnTo>
                    <a:pt x="18566557" y="1371600"/>
                  </a:lnTo>
                  <a:lnTo>
                    <a:pt x="0" y="1371600"/>
                  </a:lnTo>
                  <a:close/>
                </a:path>
              </a:pathLst>
            </a:custGeom>
            <a:solidFill>
              <a:srgbClr val="000000">
                <a:alpha val="0"/>
              </a:srgbClr>
            </a:solidFill>
            <a:ln>
              <a:noFill/>
            </a:ln>
          </p:spPr>
        </p:sp>
        <p:sp>
          <p:nvSpPr>
            <p:cNvPr id="507" name="Google Shape;507;p19"/>
            <p:cNvSpPr txBox="1"/>
            <p:nvPr/>
          </p:nvSpPr>
          <p:spPr>
            <a:xfrm>
              <a:off x="-1738207" y="-94827"/>
              <a:ext cx="20304760" cy="1467273"/>
            </a:xfrm>
            <a:prstGeom prst="rect">
              <a:avLst/>
            </a:prstGeom>
            <a:noFill/>
            <a:ln>
              <a:noFill/>
            </a:ln>
          </p:spPr>
          <p:txBody>
            <a:bodyPr anchorCtr="0" anchor="t" bIns="0" lIns="0" spcFirstLastPara="1" rIns="0" wrap="square" tIns="0">
              <a:noAutofit/>
            </a:bodyPr>
            <a:lstStyle/>
            <a:p>
              <a:pPr indent="0" lvl="0" marL="0" marR="0" rtl="0" algn="ctr">
                <a:lnSpc>
                  <a:spcPct val="87500"/>
                </a:lnSpc>
                <a:spcBef>
                  <a:spcPts val="0"/>
                </a:spcBef>
                <a:spcAft>
                  <a:spcPts val="0"/>
                </a:spcAft>
                <a:buNone/>
              </a:pPr>
              <a:r>
                <a:rPr b="1" lang="en-US" sz="8000">
                  <a:solidFill>
                    <a:srgbClr val="C1FF72"/>
                  </a:solidFill>
                  <a:latin typeface="Calibri"/>
                  <a:ea typeface="Calibri"/>
                  <a:cs typeface="Calibri"/>
                  <a:sym typeface="Calibri"/>
                </a:rPr>
                <a:t>CentOS8-Stream Installation</a:t>
              </a:r>
              <a:endParaRPr b="1" sz="5000">
                <a:solidFill>
                  <a:srgbClr val="C1FF72"/>
                </a:solidFill>
                <a:latin typeface="IBM Plex Sans"/>
                <a:ea typeface="IBM Plex Sans"/>
                <a:cs typeface="IBM Plex Sans"/>
                <a:sym typeface="IBM Plex Sans"/>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20"/>
          <p:cNvSpPr/>
          <p:nvPr/>
        </p:nvSpPr>
        <p:spPr>
          <a:xfrm>
            <a:off x="7620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7" l="0" r="0" t="-9258"/>
            </a:stretch>
          </a:blipFill>
          <a:ln>
            <a:noFill/>
          </a:ln>
        </p:spPr>
      </p:sp>
      <p:sp>
        <p:nvSpPr>
          <p:cNvPr id="513" name="Google Shape;513;p20"/>
          <p:cNvSpPr/>
          <p:nvPr/>
        </p:nvSpPr>
        <p:spPr>
          <a:xfrm>
            <a:off x="367106" y="1617492"/>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514" name="Google Shape;514;p20"/>
          <p:cNvSpPr/>
          <p:nvPr/>
        </p:nvSpPr>
        <p:spPr>
          <a:xfrm>
            <a:off x="13785732" y="75818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515" name="Google Shape;515;p20"/>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516" name="Google Shape;516;p20"/>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517" name="Google Shape;517;p20"/>
          <p:cNvSpPr/>
          <p:nvPr/>
        </p:nvSpPr>
        <p:spPr>
          <a:xfrm>
            <a:off x="16230712" y="57137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518" name="Google Shape;518;p20"/>
          <p:cNvSpPr/>
          <p:nvPr/>
        </p:nvSpPr>
        <p:spPr>
          <a:xfrm>
            <a:off x="533401" y="8410653"/>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9" name="Google Shape;519;p20"/>
          <p:cNvSpPr txBox="1"/>
          <p:nvPr/>
        </p:nvSpPr>
        <p:spPr>
          <a:xfrm>
            <a:off x="609600" y="1104900"/>
            <a:ext cx="5785485" cy="449580"/>
          </a:xfrm>
          <a:prstGeom prst="rect">
            <a:avLst/>
          </a:prstGeom>
          <a:noFill/>
          <a:ln>
            <a:noFill/>
          </a:ln>
        </p:spPr>
        <p:txBody>
          <a:bodyPr anchorCtr="0" anchor="t" bIns="0" lIns="0" spcFirstLastPara="1" rIns="0" wrap="square" tIns="0">
            <a:spAutoFit/>
          </a:bodyPr>
          <a:lstStyle/>
          <a:p>
            <a:pPr indent="0" lvl="0" marL="0" marR="0" rtl="0" algn="l">
              <a:lnSpc>
                <a:spcPct val="139840"/>
              </a:lnSpc>
              <a:spcBef>
                <a:spcPts val="0"/>
              </a:spcBef>
              <a:spcAft>
                <a:spcPts val="0"/>
              </a:spcAft>
              <a:buNone/>
            </a:pPr>
            <a:r>
              <a:rPr b="1" lang="en-US" sz="2510">
                <a:solidFill>
                  <a:srgbClr val="C1FF72"/>
                </a:solidFill>
                <a:latin typeface="IBM Plex Sans"/>
                <a:ea typeface="IBM Plex Sans"/>
                <a:cs typeface="IBM Plex Sans"/>
                <a:sym typeface="IBM Plex Sans"/>
              </a:rPr>
              <a:t>Step-7: Software Selection</a:t>
            </a:r>
            <a:endParaRPr b="1" sz="2510">
              <a:solidFill>
                <a:srgbClr val="C1FF72"/>
              </a:solidFill>
              <a:latin typeface="IBM Plex Sans"/>
              <a:ea typeface="IBM Plex Sans"/>
              <a:cs typeface="IBM Plex Sans"/>
              <a:sym typeface="IBM Plex Sans"/>
            </a:endParaRPr>
          </a:p>
        </p:txBody>
      </p:sp>
      <p:sp>
        <p:nvSpPr>
          <p:cNvPr id="520" name="Google Shape;520;p20"/>
          <p:cNvSpPr txBox="1"/>
          <p:nvPr/>
        </p:nvSpPr>
        <p:spPr>
          <a:xfrm>
            <a:off x="1028700" y="1749758"/>
            <a:ext cx="16821209" cy="1350010"/>
          </a:xfrm>
          <a:prstGeom prst="rect">
            <a:avLst/>
          </a:prstGeom>
          <a:noFill/>
          <a:ln>
            <a:noFill/>
          </a:ln>
        </p:spPr>
        <p:txBody>
          <a:bodyPr anchorCtr="0" anchor="t" bIns="0" lIns="0" spcFirstLastPara="1" rIns="0" wrap="square" tIns="0">
            <a:spAutoFit/>
          </a:bodyPr>
          <a:lstStyle/>
          <a:p>
            <a:pPr indent="0" lvl="0" marL="0" marR="0" rtl="0" algn="just">
              <a:lnSpc>
                <a:spcPct val="139840"/>
              </a:lnSpc>
              <a:spcBef>
                <a:spcPts val="0"/>
              </a:spcBef>
              <a:spcAft>
                <a:spcPts val="0"/>
              </a:spcAft>
              <a:buNone/>
            </a:pPr>
            <a:r>
              <a:rPr b="1" lang="en-US" sz="2510">
                <a:solidFill>
                  <a:srgbClr val="FFFFFF"/>
                </a:solidFill>
                <a:latin typeface="IBM Plex Sans"/>
                <a:ea typeface="IBM Plex Sans"/>
                <a:cs typeface="IBM Plex Sans"/>
                <a:sym typeface="IBM Plex Sans"/>
              </a:rPr>
              <a:t>Next, click “Software Selection“. Here you have a choice of 6 different options to install your server. In our case, I am going with the “Server with GUI” option and if you need only the minimal installation, then select “Minimal Install“. Once you have selected it, click "Done" to move to the next step.</a:t>
            </a:r>
            <a:endParaRPr b="1" sz="2510">
              <a:solidFill>
                <a:srgbClr val="FFFFFF"/>
              </a:solidFill>
              <a:latin typeface="IBM Plex Sans"/>
              <a:ea typeface="IBM Plex Sans"/>
              <a:cs typeface="IBM Plex Sans"/>
              <a:sym typeface="IBM Plex Sans"/>
            </a:endParaRPr>
          </a:p>
        </p:txBody>
      </p:sp>
      <p:pic>
        <p:nvPicPr>
          <p:cNvPr descr="Screenshot 2025-05-21 150858" id="521" name="Google Shape;521;p20"/>
          <p:cNvPicPr preferRelativeResize="0"/>
          <p:nvPr/>
        </p:nvPicPr>
        <p:blipFill rotWithShape="1">
          <a:blip r:embed="rId5">
            <a:alphaModFix/>
          </a:blip>
          <a:srcRect b="0" l="0" r="0" t="0"/>
          <a:stretch/>
        </p:blipFill>
        <p:spPr>
          <a:xfrm>
            <a:off x="4800600" y="3225800"/>
            <a:ext cx="9214485" cy="6876415"/>
          </a:xfrm>
          <a:prstGeom prst="rect">
            <a:avLst/>
          </a:prstGeom>
          <a:noFill/>
          <a:ln>
            <a:noFill/>
          </a:ln>
        </p:spPr>
      </p:pic>
      <p:grpSp>
        <p:nvGrpSpPr>
          <p:cNvPr id="522" name="Google Shape;522;p20"/>
          <p:cNvGrpSpPr/>
          <p:nvPr/>
        </p:nvGrpSpPr>
        <p:grpSpPr>
          <a:xfrm>
            <a:off x="1636711" y="493085"/>
            <a:ext cx="15228573" cy="1100455"/>
            <a:chOff x="-1738207" y="-94827"/>
            <a:chExt cx="20304764" cy="1467273"/>
          </a:xfrm>
        </p:grpSpPr>
        <p:sp>
          <p:nvSpPr>
            <p:cNvPr id="523" name="Google Shape;523;p20"/>
            <p:cNvSpPr/>
            <p:nvPr/>
          </p:nvSpPr>
          <p:spPr>
            <a:xfrm>
              <a:off x="0" y="0"/>
              <a:ext cx="18566557" cy="1371600"/>
            </a:xfrm>
            <a:custGeom>
              <a:rect b="b" l="l" r="r" t="t"/>
              <a:pathLst>
                <a:path extrusionOk="0" h="1371600" w="18566557">
                  <a:moveTo>
                    <a:pt x="0" y="0"/>
                  </a:moveTo>
                  <a:lnTo>
                    <a:pt x="18566557" y="0"/>
                  </a:lnTo>
                  <a:lnTo>
                    <a:pt x="18566557" y="1371600"/>
                  </a:lnTo>
                  <a:lnTo>
                    <a:pt x="0" y="1371600"/>
                  </a:lnTo>
                  <a:close/>
                </a:path>
              </a:pathLst>
            </a:custGeom>
            <a:solidFill>
              <a:srgbClr val="000000">
                <a:alpha val="0"/>
              </a:srgbClr>
            </a:solidFill>
            <a:ln>
              <a:noFill/>
            </a:ln>
          </p:spPr>
        </p:sp>
        <p:sp>
          <p:nvSpPr>
            <p:cNvPr id="524" name="Google Shape;524;p20"/>
            <p:cNvSpPr txBox="1"/>
            <p:nvPr/>
          </p:nvSpPr>
          <p:spPr>
            <a:xfrm>
              <a:off x="-1738207" y="-94827"/>
              <a:ext cx="20304760" cy="1467273"/>
            </a:xfrm>
            <a:prstGeom prst="rect">
              <a:avLst/>
            </a:prstGeom>
            <a:noFill/>
            <a:ln>
              <a:noFill/>
            </a:ln>
          </p:spPr>
          <p:txBody>
            <a:bodyPr anchorCtr="0" anchor="t" bIns="0" lIns="0" spcFirstLastPara="1" rIns="0" wrap="square" tIns="0">
              <a:noAutofit/>
            </a:bodyPr>
            <a:lstStyle/>
            <a:p>
              <a:pPr indent="0" lvl="0" marL="0" marR="0" rtl="0" algn="ctr">
                <a:lnSpc>
                  <a:spcPct val="87500"/>
                </a:lnSpc>
                <a:spcBef>
                  <a:spcPts val="0"/>
                </a:spcBef>
                <a:spcAft>
                  <a:spcPts val="0"/>
                </a:spcAft>
                <a:buNone/>
              </a:pPr>
              <a:r>
                <a:rPr b="1" lang="en-US" sz="8000">
                  <a:solidFill>
                    <a:srgbClr val="C1FF72"/>
                  </a:solidFill>
                  <a:latin typeface="Calibri"/>
                  <a:ea typeface="Calibri"/>
                  <a:cs typeface="Calibri"/>
                  <a:sym typeface="Calibri"/>
                </a:rPr>
                <a:t>CentOS8-Stream Installation</a:t>
              </a:r>
              <a:endParaRPr b="1" sz="5000">
                <a:solidFill>
                  <a:srgbClr val="C1FF72"/>
                </a:solidFill>
                <a:latin typeface="IBM Plex Sans"/>
                <a:ea typeface="IBM Plex Sans"/>
                <a:cs typeface="IBM Plex Sans"/>
                <a:sym typeface="IBM Plex Sans"/>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21"/>
          <p:cNvSpPr/>
          <p:nvPr/>
        </p:nvSpPr>
        <p:spPr>
          <a:xfrm>
            <a:off x="7620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7" l="0" r="0" t="-9258"/>
            </a:stretch>
          </a:blipFill>
          <a:ln>
            <a:noFill/>
          </a:ln>
        </p:spPr>
      </p:sp>
      <p:sp>
        <p:nvSpPr>
          <p:cNvPr id="530" name="Google Shape;530;p21"/>
          <p:cNvSpPr/>
          <p:nvPr/>
        </p:nvSpPr>
        <p:spPr>
          <a:xfrm>
            <a:off x="367106" y="1617492"/>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531" name="Google Shape;531;p21"/>
          <p:cNvSpPr/>
          <p:nvPr/>
        </p:nvSpPr>
        <p:spPr>
          <a:xfrm>
            <a:off x="13785732" y="75818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532" name="Google Shape;532;p21"/>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533" name="Google Shape;533;p21"/>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534" name="Google Shape;534;p21"/>
          <p:cNvSpPr/>
          <p:nvPr/>
        </p:nvSpPr>
        <p:spPr>
          <a:xfrm>
            <a:off x="16230712" y="57137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535" name="Google Shape;535;p21"/>
          <p:cNvSpPr/>
          <p:nvPr/>
        </p:nvSpPr>
        <p:spPr>
          <a:xfrm>
            <a:off x="533401" y="8410653"/>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6" name="Google Shape;536;p21"/>
          <p:cNvSpPr txBox="1"/>
          <p:nvPr/>
        </p:nvSpPr>
        <p:spPr>
          <a:xfrm>
            <a:off x="609600" y="1104900"/>
            <a:ext cx="5785485" cy="449580"/>
          </a:xfrm>
          <a:prstGeom prst="rect">
            <a:avLst/>
          </a:prstGeom>
          <a:noFill/>
          <a:ln>
            <a:noFill/>
          </a:ln>
        </p:spPr>
        <p:txBody>
          <a:bodyPr anchorCtr="0" anchor="t" bIns="0" lIns="0" spcFirstLastPara="1" rIns="0" wrap="square" tIns="0">
            <a:spAutoFit/>
          </a:bodyPr>
          <a:lstStyle/>
          <a:p>
            <a:pPr indent="0" lvl="0" marL="0" marR="0" rtl="0" algn="l">
              <a:lnSpc>
                <a:spcPct val="139840"/>
              </a:lnSpc>
              <a:spcBef>
                <a:spcPts val="0"/>
              </a:spcBef>
              <a:spcAft>
                <a:spcPts val="0"/>
              </a:spcAft>
              <a:buNone/>
            </a:pPr>
            <a:r>
              <a:rPr b="1" lang="en-US" sz="2510">
                <a:solidFill>
                  <a:srgbClr val="C1FF72"/>
                </a:solidFill>
                <a:latin typeface="IBM Plex Sans"/>
                <a:ea typeface="IBM Plex Sans"/>
                <a:cs typeface="IBM Plex Sans"/>
                <a:sym typeface="IBM Plex Sans"/>
              </a:rPr>
              <a:t>Step-8: Kdump</a:t>
            </a:r>
            <a:endParaRPr b="1" sz="2510">
              <a:solidFill>
                <a:srgbClr val="C1FF72"/>
              </a:solidFill>
              <a:latin typeface="IBM Plex Sans"/>
              <a:ea typeface="IBM Plex Sans"/>
              <a:cs typeface="IBM Plex Sans"/>
              <a:sym typeface="IBM Plex Sans"/>
            </a:endParaRPr>
          </a:p>
        </p:txBody>
      </p:sp>
      <p:sp>
        <p:nvSpPr>
          <p:cNvPr id="537" name="Google Shape;537;p21"/>
          <p:cNvSpPr txBox="1"/>
          <p:nvPr/>
        </p:nvSpPr>
        <p:spPr>
          <a:xfrm>
            <a:off x="1028700" y="1749758"/>
            <a:ext cx="16821209" cy="1350010"/>
          </a:xfrm>
          <a:prstGeom prst="rect">
            <a:avLst/>
          </a:prstGeom>
          <a:noFill/>
          <a:ln>
            <a:noFill/>
          </a:ln>
        </p:spPr>
        <p:txBody>
          <a:bodyPr anchorCtr="0" anchor="t" bIns="0" lIns="0" spcFirstLastPara="1" rIns="0" wrap="square" tIns="0">
            <a:spAutoFit/>
          </a:bodyPr>
          <a:lstStyle/>
          <a:p>
            <a:pPr indent="0" lvl="0" marL="0" marR="0" rtl="0" algn="just">
              <a:lnSpc>
                <a:spcPct val="139840"/>
              </a:lnSpc>
              <a:spcBef>
                <a:spcPts val="0"/>
              </a:spcBef>
              <a:spcAft>
                <a:spcPts val="0"/>
              </a:spcAft>
              <a:buNone/>
            </a:pPr>
            <a:r>
              <a:rPr b="1" lang="en-US" sz="2510">
                <a:solidFill>
                  <a:srgbClr val="FFFFFF"/>
                </a:solidFill>
                <a:latin typeface="IBM Plex Sans"/>
                <a:ea typeface="IBM Plex Sans"/>
                <a:cs typeface="IBM Plex Sans"/>
                <a:sym typeface="IBM Plex Sans"/>
              </a:rPr>
              <a:t>The next Kdump option is enabled by default if you want to disable it, just click the option and remove the tick mark, but it is recommended to always enable it, as it will help to debug in case of any crashes at the kernel level.</a:t>
            </a:r>
            <a:endParaRPr b="1" sz="2510">
              <a:solidFill>
                <a:srgbClr val="FFFFFF"/>
              </a:solidFill>
              <a:latin typeface="IBM Plex Sans"/>
              <a:ea typeface="IBM Plex Sans"/>
              <a:cs typeface="IBM Plex Sans"/>
              <a:sym typeface="IBM Plex Sans"/>
            </a:endParaRPr>
          </a:p>
        </p:txBody>
      </p:sp>
      <p:pic>
        <p:nvPicPr>
          <p:cNvPr descr="Screenshot 2025-05-21 151256" id="538" name="Google Shape;538;p21"/>
          <p:cNvPicPr preferRelativeResize="0"/>
          <p:nvPr/>
        </p:nvPicPr>
        <p:blipFill rotWithShape="1">
          <a:blip r:embed="rId5">
            <a:alphaModFix/>
          </a:blip>
          <a:srcRect b="0" l="0" r="0" t="0"/>
          <a:stretch/>
        </p:blipFill>
        <p:spPr>
          <a:xfrm>
            <a:off x="4572000" y="2933700"/>
            <a:ext cx="9462135" cy="7145020"/>
          </a:xfrm>
          <a:prstGeom prst="rect">
            <a:avLst/>
          </a:prstGeom>
          <a:noFill/>
          <a:ln>
            <a:noFill/>
          </a:ln>
        </p:spPr>
      </p:pic>
      <p:grpSp>
        <p:nvGrpSpPr>
          <p:cNvPr id="539" name="Google Shape;539;p21"/>
          <p:cNvGrpSpPr/>
          <p:nvPr/>
        </p:nvGrpSpPr>
        <p:grpSpPr>
          <a:xfrm>
            <a:off x="1636711" y="493085"/>
            <a:ext cx="15228573" cy="1100455"/>
            <a:chOff x="-1738207" y="-94827"/>
            <a:chExt cx="20304764" cy="1467273"/>
          </a:xfrm>
        </p:grpSpPr>
        <p:sp>
          <p:nvSpPr>
            <p:cNvPr id="540" name="Google Shape;540;p21"/>
            <p:cNvSpPr/>
            <p:nvPr/>
          </p:nvSpPr>
          <p:spPr>
            <a:xfrm>
              <a:off x="0" y="0"/>
              <a:ext cx="18566557" cy="1371600"/>
            </a:xfrm>
            <a:custGeom>
              <a:rect b="b" l="l" r="r" t="t"/>
              <a:pathLst>
                <a:path extrusionOk="0" h="1371600" w="18566557">
                  <a:moveTo>
                    <a:pt x="0" y="0"/>
                  </a:moveTo>
                  <a:lnTo>
                    <a:pt x="18566557" y="0"/>
                  </a:lnTo>
                  <a:lnTo>
                    <a:pt x="18566557" y="1371600"/>
                  </a:lnTo>
                  <a:lnTo>
                    <a:pt x="0" y="1371600"/>
                  </a:lnTo>
                  <a:close/>
                </a:path>
              </a:pathLst>
            </a:custGeom>
            <a:solidFill>
              <a:srgbClr val="000000">
                <a:alpha val="0"/>
              </a:srgbClr>
            </a:solidFill>
            <a:ln>
              <a:noFill/>
            </a:ln>
          </p:spPr>
        </p:sp>
        <p:sp>
          <p:nvSpPr>
            <p:cNvPr id="541" name="Google Shape;541;p21"/>
            <p:cNvSpPr txBox="1"/>
            <p:nvPr/>
          </p:nvSpPr>
          <p:spPr>
            <a:xfrm>
              <a:off x="-1738207" y="-94827"/>
              <a:ext cx="20304760" cy="1467273"/>
            </a:xfrm>
            <a:prstGeom prst="rect">
              <a:avLst/>
            </a:prstGeom>
            <a:noFill/>
            <a:ln>
              <a:noFill/>
            </a:ln>
          </p:spPr>
          <p:txBody>
            <a:bodyPr anchorCtr="0" anchor="t" bIns="0" lIns="0" spcFirstLastPara="1" rIns="0" wrap="square" tIns="0">
              <a:noAutofit/>
            </a:bodyPr>
            <a:lstStyle/>
            <a:p>
              <a:pPr indent="0" lvl="0" marL="0" marR="0" rtl="0" algn="ctr">
                <a:lnSpc>
                  <a:spcPct val="87500"/>
                </a:lnSpc>
                <a:spcBef>
                  <a:spcPts val="0"/>
                </a:spcBef>
                <a:spcAft>
                  <a:spcPts val="0"/>
                </a:spcAft>
                <a:buNone/>
              </a:pPr>
              <a:r>
                <a:rPr b="1" lang="en-US" sz="8000">
                  <a:solidFill>
                    <a:srgbClr val="C1FF72"/>
                  </a:solidFill>
                  <a:latin typeface="Calibri"/>
                  <a:ea typeface="Calibri"/>
                  <a:cs typeface="Calibri"/>
                  <a:sym typeface="Calibri"/>
                </a:rPr>
                <a:t>CentOS8-Stream Installation</a:t>
              </a:r>
              <a:endParaRPr b="1" sz="5000">
                <a:solidFill>
                  <a:srgbClr val="C1FF72"/>
                </a:solidFill>
                <a:latin typeface="IBM Plex Sans"/>
                <a:ea typeface="IBM Plex Sans"/>
                <a:cs typeface="IBM Plex Sans"/>
                <a:sym typeface="IBM Plex Sans"/>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22"/>
          <p:cNvSpPr/>
          <p:nvPr/>
        </p:nvSpPr>
        <p:spPr>
          <a:xfrm>
            <a:off x="7620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7" l="0" r="0" t="-9258"/>
            </a:stretch>
          </a:blipFill>
          <a:ln>
            <a:noFill/>
          </a:ln>
        </p:spPr>
      </p:sp>
      <p:sp>
        <p:nvSpPr>
          <p:cNvPr id="547" name="Google Shape;547;p22"/>
          <p:cNvSpPr/>
          <p:nvPr/>
        </p:nvSpPr>
        <p:spPr>
          <a:xfrm>
            <a:off x="2181225" y="214630"/>
            <a:ext cx="13924915" cy="1028700"/>
          </a:xfrm>
          <a:custGeom>
            <a:rect b="b" l="l" r="r" t="t"/>
            <a:pathLst>
              <a:path extrusionOk="0" h="1371600" w="18566557">
                <a:moveTo>
                  <a:pt x="0" y="0"/>
                </a:moveTo>
                <a:lnTo>
                  <a:pt x="18566557" y="0"/>
                </a:lnTo>
                <a:lnTo>
                  <a:pt x="18566557" y="1371600"/>
                </a:lnTo>
                <a:lnTo>
                  <a:pt x="0" y="1371600"/>
                </a:lnTo>
                <a:close/>
              </a:path>
            </a:pathLst>
          </a:custGeom>
          <a:solidFill>
            <a:srgbClr val="000000">
              <a:alpha val="0"/>
            </a:srgbClr>
          </a:solidFill>
          <a:ln>
            <a:noFill/>
          </a:ln>
        </p:spPr>
      </p:sp>
      <p:sp>
        <p:nvSpPr>
          <p:cNvPr id="548" name="Google Shape;548;p22"/>
          <p:cNvSpPr/>
          <p:nvPr/>
        </p:nvSpPr>
        <p:spPr>
          <a:xfrm>
            <a:off x="367106" y="1617492"/>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549" name="Google Shape;549;p22"/>
          <p:cNvSpPr/>
          <p:nvPr/>
        </p:nvSpPr>
        <p:spPr>
          <a:xfrm>
            <a:off x="13785732" y="75818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550" name="Google Shape;550;p22"/>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551" name="Google Shape;551;p22"/>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552" name="Google Shape;552;p22"/>
          <p:cNvSpPr/>
          <p:nvPr/>
        </p:nvSpPr>
        <p:spPr>
          <a:xfrm>
            <a:off x="16230712" y="57137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553" name="Google Shape;553;p22"/>
          <p:cNvSpPr/>
          <p:nvPr/>
        </p:nvSpPr>
        <p:spPr>
          <a:xfrm>
            <a:off x="533401" y="8410653"/>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4" name="Google Shape;554;p22"/>
          <p:cNvSpPr txBox="1"/>
          <p:nvPr/>
        </p:nvSpPr>
        <p:spPr>
          <a:xfrm>
            <a:off x="609600" y="1104900"/>
            <a:ext cx="5785485" cy="449580"/>
          </a:xfrm>
          <a:prstGeom prst="rect">
            <a:avLst/>
          </a:prstGeom>
          <a:noFill/>
          <a:ln>
            <a:noFill/>
          </a:ln>
        </p:spPr>
        <p:txBody>
          <a:bodyPr anchorCtr="0" anchor="t" bIns="0" lIns="0" spcFirstLastPara="1" rIns="0" wrap="square" tIns="0">
            <a:spAutoFit/>
          </a:bodyPr>
          <a:lstStyle/>
          <a:p>
            <a:pPr indent="0" lvl="0" marL="0" marR="0" rtl="0" algn="l">
              <a:lnSpc>
                <a:spcPct val="139840"/>
              </a:lnSpc>
              <a:spcBef>
                <a:spcPts val="0"/>
              </a:spcBef>
              <a:spcAft>
                <a:spcPts val="0"/>
              </a:spcAft>
              <a:buNone/>
            </a:pPr>
            <a:r>
              <a:rPr b="1" lang="en-US" sz="2510">
                <a:solidFill>
                  <a:srgbClr val="C1FF72"/>
                </a:solidFill>
                <a:latin typeface="IBM Plex Sans"/>
                <a:ea typeface="IBM Plex Sans"/>
                <a:cs typeface="IBM Plex Sans"/>
                <a:sym typeface="IBM Plex Sans"/>
              </a:rPr>
              <a:t>Step-9: Network &amp; Host Name</a:t>
            </a:r>
            <a:endParaRPr b="1" sz="2510">
              <a:solidFill>
                <a:srgbClr val="C1FF72"/>
              </a:solidFill>
              <a:latin typeface="IBM Plex Sans"/>
              <a:ea typeface="IBM Plex Sans"/>
              <a:cs typeface="IBM Plex Sans"/>
              <a:sym typeface="IBM Plex Sans"/>
            </a:endParaRPr>
          </a:p>
        </p:txBody>
      </p:sp>
      <p:sp>
        <p:nvSpPr>
          <p:cNvPr id="555" name="Google Shape;555;p22"/>
          <p:cNvSpPr txBox="1"/>
          <p:nvPr/>
        </p:nvSpPr>
        <p:spPr>
          <a:xfrm>
            <a:off x="1028700" y="1749758"/>
            <a:ext cx="16821209" cy="1350010"/>
          </a:xfrm>
          <a:prstGeom prst="rect">
            <a:avLst/>
          </a:prstGeom>
          <a:noFill/>
          <a:ln>
            <a:noFill/>
          </a:ln>
        </p:spPr>
        <p:txBody>
          <a:bodyPr anchorCtr="0" anchor="t" bIns="0" lIns="0" spcFirstLastPara="1" rIns="0" wrap="square" tIns="0">
            <a:spAutoFit/>
          </a:bodyPr>
          <a:lstStyle/>
          <a:p>
            <a:pPr indent="0" lvl="0" marL="0" marR="0" rtl="0" algn="just">
              <a:lnSpc>
                <a:spcPct val="139840"/>
              </a:lnSpc>
              <a:spcBef>
                <a:spcPts val="0"/>
              </a:spcBef>
              <a:spcAft>
                <a:spcPts val="0"/>
              </a:spcAft>
              <a:buNone/>
            </a:pPr>
            <a:r>
              <a:rPr b="1" lang="en-US" sz="2510">
                <a:solidFill>
                  <a:srgbClr val="FFFFFF"/>
                </a:solidFill>
                <a:latin typeface="IBM Plex Sans"/>
                <a:ea typeface="IBM Plex Sans"/>
                <a:cs typeface="IBM Plex Sans"/>
                <a:sym typeface="IBM Plex Sans"/>
              </a:rPr>
              <a:t>To configure “Network &amp; Host Name” during the installation time, just click the respective option and enable the Ethernet connection "On" and it will assign the IP address automatically (DHCP) and you add the hostname as well. Click "Done" to proceed as shown below:</a:t>
            </a:r>
            <a:endParaRPr b="1" sz="2510">
              <a:solidFill>
                <a:srgbClr val="FFFFFF"/>
              </a:solidFill>
              <a:latin typeface="IBM Plex Sans"/>
              <a:ea typeface="IBM Plex Sans"/>
              <a:cs typeface="IBM Plex Sans"/>
              <a:sym typeface="IBM Plex Sans"/>
            </a:endParaRPr>
          </a:p>
        </p:txBody>
      </p:sp>
      <p:pic>
        <p:nvPicPr>
          <p:cNvPr descr="Screenshot 2025-05-21 151547" id="556" name="Google Shape;556;p22"/>
          <p:cNvPicPr preferRelativeResize="0"/>
          <p:nvPr/>
        </p:nvPicPr>
        <p:blipFill rotWithShape="1">
          <a:blip r:embed="rId5">
            <a:alphaModFix/>
          </a:blip>
          <a:srcRect b="0" l="0" r="0" t="0"/>
          <a:stretch/>
        </p:blipFill>
        <p:spPr>
          <a:xfrm>
            <a:off x="4648200" y="3222625"/>
            <a:ext cx="9000490" cy="6713855"/>
          </a:xfrm>
          <a:prstGeom prst="rect">
            <a:avLst/>
          </a:prstGeom>
          <a:noFill/>
          <a:ln>
            <a:noFill/>
          </a:ln>
        </p:spPr>
      </p:pic>
      <p:grpSp>
        <p:nvGrpSpPr>
          <p:cNvPr id="557" name="Google Shape;557;p22"/>
          <p:cNvGrpSpPr/>
          <p:nvPr/>
        </p:nvGrpSpPr>
        <p:grpSpPr>
          <a:xfrm>
            <a:off x="1636711" y="493085"/>
            <a:ext cx="15228573" cy="1100455"/>
            <a:chOff x="-1738207" y="-94827"/>
            <a:chExt cx="20304764" cy="1467273"/>
          </a:xfrm>
        </p:grpSpPr>
        <p:sp>
          <p:nvSpPr>
            <p:cNvPr id="558" name="Google Shape;558;p22"/>
            <p:cNvSpPr/>
            <p:nvPr/>
          </p:nvSpPr>
          <p:spPr>
            <a:xfrm>
              <a:off x="0" y="0"/>
              <a:ext cx="18566557" cy="1371600"/>
            </a:xfrm>
            <a:custGeom>
              <a:rect b="b" l="l" r="r" t="t"/>
              <a:pathLst>
                <a:path extrusionOk="0" h="1371600" w="18566557">
                  <a:moveTo>
                    <a:pt x="0" y="0"/>
                  </a:moveTo>
                  <a:lnTo>
                    <a:pt x="18566557" y="0"/>
                  </a:lnTo>
                  <a:lnTo>
                    <a:pt x="18566557" y="1371600"/>
                  </a:lnTo>
                  <a:lnTo>
                    <a:pt x="0" y="1371600"/>
                  </a:lnTo>
                  <a:close/>
                </a:path>
              </a:pathLst>
            </a:custGeom>
            <a:solidFill>
              <a:srgbClr val="000000">
                <a:alpha val="0"/>
              </a:srgbClr>
            </a:solidFill>
            <a:ln>
              <a:noFill/>
            </a:ln>
          </p:spPr>
        </p:sp>
        <p:sp>
          <p:nvSpPr>
            <p:cNvPr id="559" name="Google Shape;559;p22"/>
            <p:cNvSpPr txBox="1"/>
            <p:nvPr/>
          </p:nvSpPr>
          <p:spPr>
            <a:xfrm>
              <a:off x="-1738207" y="-94827"/>
              <a:ext cx="20304760" cy="1467273"/>
            </a:xfrm>
            <a:prstGeom prst="rect">
              <a:avLst/>
            </a:prstGeom>
            <a:noFill/>
            <a:ln>
              <a:noFill/>
            </a:ln>
          </p:spPr>
          <p:txBody>
            <a:bodyPr anchorCtr="0" anchor="t" bIns="0" lIns="0" spcFirstLastPara="1" rIns="0" wrap="square" tIns="0">
              <a:noAutofit/>
            </a:bodyPr>
            <a:lstStyle/>
            <a:p>
              <a:pPr indent="0" lvl="0" marL="0" marR="0" rtl="0" algn="ctr">
                <a:lnSpc>
                  <a:spcPct val="87500"/>
                </a:lnSpc>
                <a:spcBef>
                  <a:spcPts val="0"/>
                </a:spcBef>
                <a:spcAft>
                  <a:spcPts val="0"/>
                </a:spcAft>
                <a:buNone/>
              </a:pPr>
              <a:r>
                <a:rPr b="1" lang="en-US" sz="8000">
                  <a:solidFill>
                    <a:srgbClr val="C1FF72"/>
                  </a:solidFill>
                  <a:latin typeface="Calibri"/>
                  <a:ea typeface="Calibri"/>
                  <a:cs typeface="Calibri"/>
                  <a:sym typeface="Calibri"/>
                </a:rPr>
                <a:t>CentOS8-Stream Installation</a:t>
              </a:r>
              <a:endParaRPr b="1" sz="5000">
                <a:solidFill>
                  <a:srgbClr val="C1FF72"/>
                </a:solidFill>
                <a:latin typeface="IBM Plex Sans"/>
                <a:ea typeface="IBM Plex Sans"/>
                <a:cs typeface="IBM Plex Sans"/>
                <a:sym typeface="IBM Plex Sans"/>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23"/>
          <p:cNvSpPr/>
          <p:nvPr/>
        </p:nvSpPr>
        <p:spPr>
          <a:xfrm>
            <a:off x="76200" y="11430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7" l="0" r="0" t="-9258"/>
            </a:stretch>
          </a:blipFill>
          <a:ln>
            <a:noFill/>
          </a:ln>
        </p:spPr>
      </p:sp>
      <p:sp>
        <p:nvSpPr>
          <p:cNvPr id="565" name="Google Shape;565;p23"/>
          <p:cNvSpPr/>
          <p:nvPr/>
        </p:nvSpPr>
        <p:spPr>
          <a:xfrm>
            <a:off x="367106" y="1617492"/>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566" name="Google Shape;566;p23"/>
          <p:cNvSpPr/>
          <p:nvPr/>
        </p:nvSpPr>
        <p:spPr>
          <a:xfrm>
            <a:off x="13785732" y="75818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567" name="Google Shape;567;p23"/>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568" name="Google Shape;568;p23"/>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569" name="Google Shape;569;p23"/>
          <p:cNvSpPr/>
          <p:nvPr/>
        </p:nvSpPr>
        <p:spPr>
          <a:xfrm>
            <a:off x="16230712" y="57137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570" name="Google Shape;570;p23"/>
          <p:cNvSpPr/>
          <p:nvPr/>
        </p:nvSpPr>
        <p:spPr>
          <a:xfrm>
            <a:off x="533401" y="8410653"/>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1" name="Google Shape;571;p23"/>
          <p:cNvSpPr txBox="1"/>
          <p:nvPr/>
        </p:nvSpPr>
        <p:spPr>
          <a:xfrm>
            <a:off x="609600" y="1104900"/>
            <a:ext cx="5785485" cy="449580"/>
          </a:xfrm>
          <a:prstGeom prst="rect">
            <a:avLst/>
          </a:prstGeom>
          <a:noFill/>
          <a:ln>
            <a:noFill/>
          </a:ln>
        </p:spPr>
        <p:txBody>
          <a:bodyPr anchorCtr="0" anchor="t" bIns="0" lIns="0" spcFirstLastPara="1" rIns="0" wrap="square" tIns="0">
            <a:spAutoFit/>
          </a:bodyPr>
          <a:lstStyle/>
          <a:p>
            <a:pPr indent="0" lvl="0" marL="0" marR="0" rtl="0" algn="l">
              <a:lnSpc>
                <a:spcPct val="139840"/>
              </a:lnSpc>
              <a:spcBef>
                <a:spcPts val="0"/>
              </a:spcBef>
              <a:spcAft>
                <a:spcPts val="0"/>
              </a:spcAft>
              <a:buNone/>
            </a:pPr>
            <a:r>
              <a:rPr b="1" lang="en-US" sz="2510">
                <a:solidFill>
                  <a:srgbClr val="C1FF72"/>
                </a:solidFill>
                <a:latin typeface="IBM Plex Sans"/>
                <a:ea typeface="IBM Plex Sans"/>
                <a:cs typeface="IBM Plex Sans"/>
                <a:sym typeface="IBM Plex Sans"/>
              </a:rPr>
              <a:t>Step-10: Time &amp; Date</a:t>
            </a:r>
            <a:endParaRPr b="1" sz="2510">
              <a:solidFill>
                <a:srgbClr val="C1FF72"/>
              </a:solidFill>
              <a:latin typeface="IBM Plex Sans"/>
              <a:ea typeface="IBM Plex Sans"/>
              <a:cs typeface="IBM Plex Sans"/>
              <a:sym typeface="IBM Plex Sans"/>
            </a:endParaRPr>
          </a:p>
        </p:txBody>
      </p:sp>
      <p:sp>
        <p:nvSpPr>
          <p:cNvPr id="572" name="Google Shape;572;p23"/>
          <p:cNvSpPr txBox="1"/>
          <p:nvPr/>
        </p:nvSpPr>
        <p:spPr>
          <a:xfrm>
            <a:off x="1028700" y="1749758"/>
            <a:ext cx="16821209" cy="899795"/>
          </a:xfrm>
          <a:prstGeom prst="rect">
            <a:avLst/>
          </a:prstGeom>
          <a:noFill/>
          <a:ln>
            <a:noFill/>
          </a:ln>
        </p:spPr>
        <p:txBody>
          <a:bodyPr anchorCtr="0" anchor="t" bIns="0" lIns="0" spcFirstLastPara="1" rIns="0" wrap="square" tIns="0">
            <a:spAutoFit/>
          </a:bodyPr>
          <a:lstStyle/>
          <a:p>
            <a:pPr indent="0" lvl="0" marL="0" marR="0" rtl="0" algn="just">
              <a:lnSpc>
                <a:spcPct val="139840"/>
              </a:lnSpc>
              <a:spcBef>
                <a:spcPts val="0"/>
              </a:spcBef>
              <a:spcAft>
                <a:spcPts val="0"/>
              </a:spcAft>
              <a:buNone/>
            </a:pPr>
            <a:r>
              <a:rPr b="1" lang="en-US" sz="2510">
                <a:solidFill>
                  <a:srgbClr val="FFFFFF"/>
                </a:solidFill>
                <a:latin typeface="IBM Plex Sans"/>
                <a:ea typeface="IBM Plex Sans"/>
                <a:cs typeface="IBM Plex Sans"/>
                <a:sym typeface="IBM Plex Sans"/>
              </a:rPr>
              <a:t>Change the Date and Time settings based on your zone, click the respective icon and just select the region and city from the map as shown below:</a:t>
            </a:r>
            <a:endParaRPr b="1" sz="2510">
              <a:solidFill>
                <a:srgbClr val="FFFFFF"/>
              </a:solidFill>
              <a:latin typeface="IBM Plex Sans"/>
              <a:ea typeface="IBM Plex Sans"/>
              <a:cs typeface="IBM Plex Sans"/>
              <a:sym typeface="IBM Plex Sans"/>
            </a:endParaRPr>
          </a:p>
        </p:txBody>
      </p:sp>
      <p:pic>
        <p:nvPicPr>
          <p:cNvPr descr="Screenshot 2025-05-21 152030" id="573" name="Google Shape;573;p23"/>
          <p:cNvPicPr preferRelativeResize="0"/>
          <p:nvPr/>
        </p:nvPicPr>
        <p:blipFill rotWithShape="1">
          <a:blip r:embed="rId5">
            <a:alphaModFix/>
          </a:blip>
          <a:srcRect b="0" l="0" r="0" t="0"/>
          <a:stretch/>
        </p:blipFill>
        <p:spPr>
          <a:xfrm>
            <a:off x="4286250" y="2705100"/>
            <a:ext cx="10306493" cy="7315200"/>
          </a:xfrm>
          <a:prstGeom prst="rect">
            <a:avLst/>
          </a:prstGeom>
          <a:noFill/>
          <a:ln>
            <a:noFill/>
          </a:ln>
        </p:spPr>
      </p:pic>
      <p:grpSp>
        <p:nvGrpSpPr>
          <p:cNvPr id="574" name="Google Shape;574;p23"/>
          <p:cNvGrpSpPr/>
          <p:nvPr/>
        </p:nvGrpSpPr>
        <p:grpSpPr>
          <a:xfrm>
            <a:off x="1636711" y="493085"/>
            <a:ext cx="15228573" cy="1100455"/>
            <a:chOff x="-1738207" y="-94827"/>
            <a:chExt cx="20304764" cy="1467273"/>
          </a:xfrm>
        </p:grpSpPr>
        <p:sp>
          <p:nvSpPr>
            <p:cNvPr id="575" name="Google Shape;575;p23"/>
            <p:cNvSpPr/>
            <p:nvPr/>
          </p:nvSpPr>
          <p:spPr>
            <a:xfrm>
              <a:off x="0" y="0"/>
              <a:ext cx="18566557" cy="1371600"/>
            </a:xfrm>
            <a:custGeom>
              <a:rect b="b" l="l" r="r" t="t"/>
              <a:pathLst>
                <a:path extrusionOk="0" h="1371600" w="18566557">
                  <a:moveTo>
                    <a:pt x="0" y="0"/>
                  </a:moveTo>
                  <a:lnTo>
                    <a:pt x="18566557" y="0"/>
                  </a:lnTo>
                  <a:lnTo>
                    <a:pt x="18566557" y="1371600"/>
                  </a:lnTo>
                  <a:lnTo>
                    <a:pt x="0" y="1371600"/>
                  </a:lnTo>
                  <a:close/>
                </a:path>
              </a:pathLst>
            </a:custGeom>
            <a:solidFill>
              <a:srgbClr val="000000">
                <a:alpha val="0"/>
              </a:srgbClr>
            </a:solidFill>
            <a:ln>
              <a:noFill/>
            </a:ln>
          </p:spPr>
        </p:sp>
        <p:sp>
          <p:nvSpPr>
            <p:cNvPr id="576" name="Google Shape;576;p23"/>
            <p:cNvSpPr txBox="1"/>
            <p:nvPr/>
          </p:nvSpPr>
          <p:spPr>
            <a:xfrm>
              <a:off x="-1738207" y="-94827"/>
              <a:ext cx="20304760" cy="1467273"/>
            </a:xfrm>
            <a:prstGeom prst="rect">
              <a:avLst/>
            </a:prstGeom>
            <a:noFill/>
            <a:ln>
              <a:noFill/>
            </a:ln>
          </p:spPr>
          <p:txBody>
            <a:bodyPr anchorCtr="0" anchor="t" bIns="0" lIns="0" spcFirstLastPara="1" rIns="0" wrap="square" tIns="0">
              <a:noAutofit/>
            </a:bodyPr>
            <a:lstStyle/>
            <a:p>
              <a:pPr indent="0" lvl="0" marL="0" marR="0" rtl="0" algn="ctr">
                <a:lnSpc>
                  <a:spcPct val="87500"/>
                </a:lnSpc>
                <a:spcBef>
                  <a:spcPts val="0"/>
                </a:spcBef>
                <a:spcAft>
                  <a:spcPts val="0"/>
                </a:spcAft>
                <a:buNone/>
              </a:pPr>
              <a:r>
                <a:rPr b="1" lang="en-US" sz="8000">
                  <a:solidFill>
                    <a:srgbClr val="C1FF72"/>
                  </a:solidFill>
                  <a:latin typeface="Calibri"/>
                  <a:ea typeface="Calibri"/>
                  <a:cs typeface="Calibri"/>
                  <a:sym typeface="Calibri"/>
                </a:rPr>
                <a:t>CentOS8-Stream Installation</a:t>
              </a:r>
              <a:endParaRPr b="1" sz="5000">
                <a:solidFill>
                  <a:srgbClr val="C1FF72"/>
                </a:solidFill>
                <a:latin typeface="IBM Plex Sans"/>
                <a:ea typeface="IBM Plex Sans"/>
                <a:cs typeface="IBM Plex Sans"/>
                <a:sym typeface="IBM Plex Sans"/>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24"/>
          <p:cNvSpPr/>
          <p:nvPr/>
        </p:nvSpPr>
        <p:spPr>
          <a:xfrm>
            <a:off x="76200" y="11430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7" l="0" r="0" t="-9258"/>
            </a:stretch>
          </a:blipFill>
          <a:ln>
            <a:noFill/>
          </a:ln>
        </p:spPr>
      </p:sp>
      <p:sp>
        <p:nvSpPr>
          <p:cNvPr id="582" name="Google Shape;582;p24"/>
          <p:cNvSpPr/>
          <p:nvPr/>
        </p:nvSpPr>
        <p:spPr>
          <a:xfrm>
            <a:off x="367106" y="1617492"/>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583" name="Google Shape;583;p24"/>
          <p:cNvSpPr/>
          <p:nvPr/>
        </p:nvSpPr>
        <p:spPr>
          <a:xfrm>
            <a:off x="13785732" y="75818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584" name="Google Shape;584;p24"/>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585" name="Google Shape;585;p24"/>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586" name="Google Shape;586;p24"/>
          <p:cNvSpPr/>
          <p:nvPr/>
        </p:nvSpPr>
        <p:spPr>
          <a:xfrm>
            <a:off x="16230712" y="57137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587" name="Google Shape;587;p24"/>
          <p:cNvSpPr/>
          <p:nvPr/>
        </p:nvSpPr>
        <p:spPr>
          <a:xfrm>
            <a:off x="533401" y="8410653"/>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8" name="Google Shape;588;p24"/>
          <p:cNvSpPr txBox="1"/>
          <p:nvPr/>
        </p:nvSpPr>
        <p:spPr>
          <a:xfrm>
            <a:off x="609600" y="1104900"/>
            <a:ext cx="5785485" cy="449580"/>
          </a:xfrm>
          <a:prstGeom prst="rect">
            <a:avLst/>
          </a:prstGeom>
          <a:noFill/>
          <a:ln>
            <a:noFill/>
          </a:ln>
        </p:spPr>
        <p:txBody>
          <a:bodyPr anchorCtr="0" anchor="t" bIns="0" lIns="0" spcFirstLastPara="1" rIns="0" wrap="square" tIns="0">
            <a:spAutoFit/>
          </a:bodyPr>
          <a:lstStyle/>
          <a:p>
            <a:pPr indent="0" lvl="0" marL="0" marR="0" rtl="0" algn="l">
              <a:lnSpc>
                <a:spcPct val="139840"/>
              </a:lnSpc>
              <a:spcBef>
                <a:spcPts val="0"/>
              </a:spcBef>
              <a:spcAft>
                <a:spcPts val="0"/>
              </a:spcAft>
              <a:buNone/>
            </a:pPr>
            <a:r>
              <a:rPr b="1" lang="en-US" sz="2510">
                <a:solidFill>
                  <a:srgbClr val="C1FF72"/>
                </a:solidFill>
                <a:latin typeface="IBM Plex Sans"/>
                <a:ea typeface="IBM Plex Sans"/>
                <a:cs typeface="IBM Plex Sans"/>
                <a:sym typeface="IBM Plex Sans"/>
              </a:rPr>
              <a:t>Step-11: Click "Begin Installation"</a:t>
            </a:r>
            <a:endParaRPr b="1" sz="2510">
              <a:solidFill>
                <a:srgbClr val="C1FF72"/>
              </a:solidFill>
              <a:latin typeface="IBM Plex Sans"/>
              <a:ea typeface="IBM Plex Sans"/>
              <a:cs typeface="IBM Plex Sans"/>
              <a:sym typeface="IBM Plex Sans"/>
            </a:endParaRPr>
          </a:p>
        </p:txBody>
      </p:sp>
      <p:sp>
        <p:nvSpPr>
          <p:cNvPr id="589" name="Google Shape;589;p24"/>
          <p:cNvSpPr txBox="1"/>
          <p:nvPr/>
        </p:nvSpPr>
        <p:spPr>
          <a:xfrm>
            <a:off x="1028700" y="1749758"/>
            <a:ext cx="16821209" cy="899795"/>
          </a:xfrm>
          <a:prstGeom prst="rect">
            <a:avLst/>
          </a:prstGeom>
          <a:noFill/>
          <a:ln>
            <a:noFill/>
          </a:ln>
        </p:spPr>
        <p:txBody>
          <a:bodyPr anchorCtr="0" anchor="t" bIns="0" lIns="0" spcFirstLastPara="1" rIns="0" wrap="square" tIns="0">
            <a:spAutoFit/>
          </a:bodyPr>
          <a:lstStyle/>
          <a:p>
            <a:pPr indent="0" lvl="0" marL="0" marR="0" rtl="0" algn="just">
              <a:lnSpc>
                <a:spcPct val="139840"/>
              </a:lnSpc>
              <a:spcBef>
                <a:spcPts val="0"/>
              </a:spcBef>
              <a:spcAft>
                <a:spcPts val="0"/>
              </a:spcAft>
              <a:buNone/>
            </a:pPr>
            <a:r>
              <a:rPr b="1" lang="en-US" sz="2510">
                <a:solidFill>
                  <a:srgbClr val="FFFFFF"/>
                </a:solidFill>
                <a:latin typeface="IBM Plex Sans"/>
                <a:ea typeface="IBM Plex Sans"/>
                <a:cs typeface="IBM Plex Sans"/>
                <a:sym typeface="IBM Plex Sans"/>
              </a:rPr>
              <a:t>Once, we have customized all the respective options based on our requirement, then hit the “Begin Installation” tab from the Installation Summary screen to start the installation process as shown below:</a:t>
            </a:r>
            <a:endParaRPr b="1" sz="2510">
              <a:solidFill>
                <a:srgbClr val="FFFFFF"/>
              </a:solidFill>
              <a:latin typeface="IBM Plex Sans"/>
              <a:ea typeface="IBM Plex Sans"/>
              <a:cs typeface="IBM Plex Sans"/>
              <a:sym typeface="IBM Plex Sans"/>
            </a:endParaRPr>
          </a:p>
        </p:txBody>
      </p:sp>
      <p:pic>
        <p:nvPicPr>
          <p:cNvPr id="590" name="Google Shape;590;p24"/>
          <p:cNvPicPr preferRelativeResize="0"/>
          <p:nvPr/>
        </p:nvPicPr>
        <p:blipFill rotWithShape="1">
          <a:blip r:embed="rId5">
            <a:alphaModFix/>
          </a:blip>
          <a:srcRect b="0" l="0" r="0" t="0"/>
          <a:stretch/>
        </p:blipFill>
        <p:spPr>
          <a:xfrm>
            <a:off x="4343400" y="2754630"/>
            <a:ext cx="9669469" cy="7315200"/>
          </a:xfrm>
          <a:prstGeom prst="rect">
            <a:avLst/>
          </a:prstGeom>
          <a:noFill/>
          <a:ln>
            <a:noFill/>
          </a:ln>
        </p:spPr>
      </p:pic>
      <p:grpSp>
        <p:nvGrpSpPr>
          <p:cNvPr id="591" name="Google Shape;591;p24"/>
          <p:cNvGrpSpPr/>
          <p:nvPr/>
        </p:nvGrpSpPr>
        <p:grpSpPr>
          <a:xfrm>
            <a:off x="1636711" y="493085"/>
            <a:ext cx="15228573" cy="1100455"/>
            <a:chOff x="-1738207" y="-94827"/>
            <a:chExt cx="20304764" cy="1467273"/>
          </a:xfrm>
        </p:grpSpPr>
        <p:sp>
          <p:nvSpPr>
            <p:cNvPr id="592" name="Google Shape;592;p24"/>
            <p:cNvSpPr/>
            <p:nvPr/>
          </p:nvSpPr>
          <p:spPr>
            <a:xfrm>
              <a:off x="0" y="0"/>
              <a:ext cx="18566557" cy="1371600"/>
            </a:xfrm>
            <a:custGeom>
              <a:rect b="b" l="l" r="r" t="t"/>
              <a:pathLst>
                <a:path extrusionOk="0" h="1371600" w="18566557">
                  <a:moveTo>
                    <a:pt x="0" y="0"/>
                  </a:moveTo>
                  <a:lnTo>
                    <a:pt x="18566557" y="0"/>
                  </a:lnTo>
                  <a:lnTo>
                    <a:pt x="18566557" y="1371600"/>
                  </a:lnTo>
                  <a:lnTo>
                    <a:pt x="0" y="1371600"/>
                  </a:lnTo>
                  <a:close/>
                </a:path>
              </a:pathLst>
            </a:custGeom>
            <a:solidFill>
              <a:srgbClr val="000000">
                <a:alpha val="0"/>
              </a:srgbClr>
            </a:solidFill>
            <a:ln>
              <a:noFill/>
            </a:ln>
          </p:spPr>
        </p:sp>
        <p:sp>
          <p:nvSpPr>
            <p:cNvPr id="593" name="Google Shape;593;p24"/>
            <p:cNvSpPr txBox="1"/>
            <p:nvPr/>
          </p:nvSpPr>
          <p:spPr>
            <a:xfrm>
              <a:off x="-1738207" y="-94827"/>
              <a:ext cx="20304760" cy="1467273"/>
            </a:xfrm>
            <a:prstGeom prst="rect">
              <a:avLst/>
            </a:prstGeom>
            <a:noFill/>
            <a:ln>
              <a:noFill/>
            </a:ln>
          </p:spPr>
          <p:txBody>
            <a:bodyPr anchorCtr="0" anchor="t" bIns="0" lIns="0" spcFirstLastPara="1" rIns="0" wrap="square" tIns="0">
              <a:noAutofit/>
            </a:bodyPr>
            <a:lstStyle/>
            <a:p>
              <a:pPr indent="0" lvl="0" marL="0" marR="0" rtl="0" algn="ctr">
                <a:lnSpc>
                  <a:spcPct val="87500"/>
                </a:lnSpc>
                <a:spcBef>
                  <a:spcPts val="0"/>
                </a:spcBef>
                <a:spcAft>
                  <a:spcPts val="0"/>
                </a:spcAft>
                <a:buNone/>
              </a:pPr>
              <a:r>
                <a:rPr b="1" lang="en-US" sz="8000">
                  <a:solidFill>
                    <a:srgbClr val="C1FF72"/>
                  </a:solidFill>
                  <a:latin typeface="Calibri"/>
                  <a:ea typeface="Calibri"/>
                  <a:cs typeface="Calibri"/>
                  <a:sym typeface="Calibri"/>
                </a:rPr>
                <a:t>CentOS8-Stream Installation</a:t>
              </a:r>
              <a:endParaRPr b="1" sz="5000">
                <a:solidFill>
                  <a:srgbClr val="C1FF72"/>
                </a:solidFill>
                <a:latin typeface="IBM Plex Sans"/>
                <a:ea typeface="IBM Plex Sans"/>
                <a:cs typeface="IBM Plex Sans"/>
                <a:sym typeface="IBM Plex Sans"/>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25"/>
          <p:cNvSpPr/>
          <p:nvPr/>
        </p:nvSpPr>
        <p:spPr>
          <a:xfrm>
            <a:off x="76200" y="11430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7" l="0" r="0" t="-9258"/>
            </a:stretch>
          </a:blipFill>
          <a:ln>
            <a:noFill/>
          </a:ln>
        </p:spPr>
      </p:sp>
      <p:sp>
        <p:nvSpPr>
          <p:cNvPr id="599" name="Google Shape;599;p25"/>
          <p:cNvSpPr/>
          <p:nvPr/>
        </p:nvSpPr>
        <p:spPr>
          <a:xfrm>
            <a:off x="2181225" y="214630"/>
            <a:ext cx="13924915" cy="1028700"/>
          </a:xfrm>
          <a:custGeom>
            <a:rect b="b" l="l" r="r" t="t"/>
            <a:pathLst>
              <a:path extrusionOk="0" h="1371600" w="18566557">
                <a:moveTo>
                  <a:pt x="0" y="0"/>
                </a:moveTo>
                <a:lnTo>
                  <a:pt x="18566557" y="0"/>
                </a:lnTo>
                <a:lnTo>
                  <a:pt x="18566557" y="1371600"/>
                </a:lnTo>
                <a:lnTo>
                  <a:pt x="0" y="1371600"/>
                </a:lnTo>
                <a:close/>
              </a:path>
            </a:pathLst>
          </a:custGeom>
          <a:solidFill>
            <a:srgbClr val="000000">
              <a:alpha val="0"/>
            </a:srgbClr>
          </a:solidFill>
          <a:ln>
            <a:noFill/>
          </a:ln>
        </p:spPr>
      </p:sp>
      <p:sp>
        <p:nvSpPr>
          <p:cNvPr id="600" name="Google Shape;600;p25"/>
          <p:cNvSpPr/>
          <p:nvPr/>
        </p:nvSpPr>
        <p:spPr>
          <a:xfrm>
            <a:off x="367106" y="1617492"/>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601" name="Google Shape;601;p25"/>
          <p:cNvSpPr/>
          <p:nvPr/>
        </p:nvSpPr>
        <p:spPr>
          <a:xfrm>
            <a:off x="13785732" y="75818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602" name="Google Shape;602;p25"/>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603" name="Google Shape;603;p25"/>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604" name="Google Shape;604;p25"/>
          <p:cNvSpPr/>
          <p:nvPr/>
        </p:nvSpPr>
        <p:spPr>
          <a:xfrm>
            <a:off x="16230712" y="57137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605" name="Google Shape;605;p25"/>
          <p:cNvSpPr/>
          <p:nvPr/>
        </p:nvSpPr>
        <p:spPr>
          <a:xfrm>
            <a:off x="533401" y="8410653"/>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6" name="Google Shape;606;p25"/>
          <p:cNvSpPr txBox="1"/>
          <p:nvPr/>
        </p:nvSpPr>
        <p:spPr>
          <a:xfrm>
            <a:off x="609600" y="1104900"/>
            <a:ext cx="6491605" cy="449580"/>
          </a:xfrm>
          <a:prstGeom prst="rect">
            <a:avLst/>
          </a:prstGeom>
          <a:noFill/>
          <a:ln>
            <a:noFill/>
          </a:ln>
        </p:spPr>
        <p:txBody>
          <a:bodyPr anchorCtr="0" anchor="t" bIns="0" lIns="0" spcFirstLastPara="1" rIns="0" wrap="square" tIns="0">
            <a:spAutoFit/>
          </a:bodyPr>
          <a:lstStyle/>
          <a:p>
            <a:pPr indent="0" lvl="0" marL="0" marR="0" rtl="0" algn="l">
              <a:lnSpc>
                <a:spcPct val="139840"/>
              </a:lnSpc>
              <a:spcBef>
                <a:spcPts val="0"/>
              </a:spcBef>
              <a:spcAft>
                <a:spcPts val="0"/>
              </a:spcAft>
              <a:buNone/>
            </a:pPr>
            <a:r>
              <a:rPr b="1" lang="en-US" sz="2510">
                <a:solidFill>
                  <a:srgbClr val="C1FF72"/>
                </a:solidFill>
                <a:latin typeface="IBM Plex Sans"/>
                <a:ea typeface="IBM Plex Sans"/>
                <a:cs typeface="IBM Plex Sans"/>
                <a:sym typeface="IBM Plex Sans"/>
              </a:rPr>
              <a:t>Step-12: Root Password &amp; User Creation</a:t>
            </a:r>
            <a:endParaRPr b="1" sz="2510">
              <a:solidFill>
                <a:srgbClr val="C1FF72"/>
              </a:solidFill>
              <a:latin typeface="IBM Plex Sans"/>
              <a:ea typeface="IBM Plex Sans"/>
              <a:cs typeface="IBM Plex Sans"/>
              <a:sym typeface="IBM Plex Sans"/>
            </a:endParaRPr>
          </a:p>
        </p:txBody>
      </p:sp>
      <p:sp>
        <p:nvSpPr>
          <p:cNvPr id="607" name="Google Shape;607;p25"/>
          <p:cNvSpPr txBox="1"/>
          <p:nvPr/>
        </p:nvSpPr>
        <p:spPr>
          <a:xfrm>
            <a:off x="1028700" y="1749758"/>
            <a:ext cx="16821209" cy="449580"/>
          </a:xfrm>
          <a:prstGeom prst="rect">
            <a:avLst/>
          </a:prstGeom>
          <a:noFill/>
          <a:ln>
            <a:noFill/>
          </a:ln>
        </p:spPr>
        <p:txBody>
          <a:bodyPr anchorCtr="0" anchor="t" bIns="0" lIns="0" spcFirstLastPara="1" rIns="0" wrap="square" tIns="0">
            <a:spAutoFit/>
          </a:bodyPr>
          <a:lstStyle/>
          <a:p>
            <a:pPr indent="0" lvl="0" marL="0" marR="0" rtl="0" algn="just">
              <a:lnSpc>
                <a:spcPct val="139840"/>
              </a:lnSpc>
              <a:spcBef>
                <a:spcPts val="0"/>
              </a:spcBef>
              <a:spcAft>
                <a:spcPts val="0"/>
              </a:spcAft>
              <a:buNone/>
            </a:pPr>
            <a:r>
              <a:rPr b="1" lang="en-US" sz="2510">
                <a:solidFill>
                  <a:srgbClr val="FFFFFF"/>
                </a:solidFill>
                <a:latin typeface="IBM Plex Sans"/>
                <a:ea typeface="IBM Plex Sans"/>
                <a:cs typeface="IBM Plex Sans"/>
                <a:sym typeface="IBM Plex Sans"/>
              </a:rPr>
              <a:t>During the installation process, it will ask you to set the root password and the option to create a normal user.</a:t>
            </a:r>
            <a:endParaRPr b="1" sz="2510">
              <a:solidFill>
                <a:srgbClr val="FFFFFF"/>
              </a:solidFill>
              <a:latin typeface="IBM Plex Sans"/>
              <a:ea typeface="IBM Plex Sans"/>
              <a:cs typeface="IBM Plex Sans"/>
              <a:sym typeface="IBM Plex Sans"/>
            </a:endParaRPr>
          </a:p>
        </p:txBody>
      </p:sp>
      <p:pic>
        <p:nvPicPr>
          <p:cNvPr descr="Screenshot 2025-05-21 152527" id="608" name="Google Shape;608;p25"/>
          <p:cNvPicPr preferRelativeResize="0"/>
          <p:nvPr/>
        </p:nvPicPr>
        <p:blipFill rotWithShape="1">
          <a:blip r:embed="rId5">
            <a:alphaModFix/>
          </a:blip>
          <a:srcRect b="0" l="0" r="0" t="0"/>
          <a:stretch/>
        </p:blipFill>
        <p:spPr>
          <a:xfrm>
            <a:off x="4114800" y="2587625"/>
            <a:ext cx="10280821" cy="7315200"/>
          </a:xfrm>
          <a:prstGeom prst="rect">
            <a:avLst/>
          </a:prstGeom>
          <a:noFill/>
          <a:ln>
            <a:noFill/>
          </a:ln>
        </p:spPr>
      </p:pic>
      <p:grpSp>
        <p:nvGrpSpPr>
          <p:cNvPr id="609" name="Google Shape;609;p25"/>
          <p:cNvGrpSpPr/>
          <p:nvPr/>
        </p:nvGrpSpPr>
        <p:grpSpPr>
          <a:xfrm>
            <a:off x="1636711" y="493085"/>
            <a:ext cx="15228573" cy="1100455"/>
            <a:chOff x="-1738207" y="-94827"/>
            <a:chExt cx="20304764" cy="1467273"/>
          </a:xfrm>
        </p:grpSpPr>
        <p:sp>
          <p:nvSpPr>
            <p:cNvPr id="610" name="Google Shape;610;p25"/>
            <p:cNvSpPr/>
            <p:nvPr/>
          </p:nvSpPr>
          <p:spPr>
            <a:xfrm>
              <a:off x="0" y="0"/>
              <a:ext cx="18566557" cy="1371600"/>
            </a:xfrm>
            <a:custGeom>
              <a:rect b="b" l="l" r="r" t="t"/>
              <a:pathLst>
                <a:path extrusionOk="0" h="1371600" w="18566557">
                  <a:moveTo>
                    <a:pt x="0" y="0"/>
                  </a:moveTo>
                  <a:lnTo>
                    <a:pt x="18566557" y="0"/>
                  </a:lnTo>
                  <a:lnTo>
                    <a:pt x="18566557" y="1371600"/>
                  </a:lnTo>
                  <a:lnTo>
                    <a:pt x="0" y="1371600"/>
                  </a:lnTo>
                  <a:close/>
                </a:path>
              </a:pathLst>
            </a:custGeom>
            <a:solidFill>
              <a:srgbClr val="000000">
                <a:alpha val="0"/>
              </a:srgbClr>
            </a:solidFill>
            <a:ln>
              <a:noFill/>
            </a:ln>
          </p:spPr>
        </p:sp>
        <p:sp>
          <p:nvSpPr>
            <p:cNvPr id="611" name="Google Shape;611;p25"/>
            <p:cNvSpPr txBox="1"/>
            <p:nvPr/>
          </p:nvSpPr>
          <p:spPr>
            <a:xfrm>
              <a:off x="-1738207" y="-94827"/>
              <a:ext cx="20304760" cy="1467273"/>
            </a:xfrm>
            <a:prstGeom prst="rect">
              <a:avLst/>
            </a:prstGeom>
            <a:noFill/>
            <a:ln>
              <a:noFill/>
            </a:ln>
          </p:spPr>
          <p:txBody>
            <a:bodyPr anchorCtr="0" anchor="t" bIns="0" lIns="0" spcFirstLastPara="1" rIns="0" wrap="square" tIns="0">
              <a:noAutofit/>
            </a:bodyPr>
            <a:lstStyle/>
            <a:p>
              <a:pPr indent="0" lvl="0" marL="0" marR="0" rtl="0" algn="ctr">
                <a:lnSpc>
                  <a:spcPct val="87500"/>
                </a:lnSpc>
                <a:spcBef>
                  <a:spcPts val="0"/>
                </a:spcBef>
                <a:spcAft>
                  <a:spcPts val="0"/>
                </a:spcAft>
                <a:buNone/>
              </a:pPr>
              <a:r>
                <a:rPr b="1" lang="en-US" sz="8000">
                  <a:solidFill>
                    <a:srgbClr val="C1FF72"/>
                  </a:solidFill>
                  <a:latin typeface="Calibri"/>
                  <a:ea typeface="Calibri"/>
                  <a:cs typeface="Calibri"/>
                  <a:sym typeface="Calibri"/>
                </a:rPr>
                <a:t>CentOS8-Stream Installation</a:t>
              </a:r>
              <a:endParaRPr b="1" sz="5000">
                <a:solidFill>
                  <a:srgbClr val="C1FF72"/>
                </a:solidFill>
                <a:latin typeface="IBM Plex Sans"/>
                <a:ea typeface="IBM Plex Sans"/>
                <a:cs typeface="IBM Plex Sans"/>
                <a:sym typeface="IBM Plex Sans"/>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26"/>
          <p:cNvSpPr/>
          <p:nvPr/>
        </p:nvSpPr>
        <p:spPr>
          <a:xfrm>
            <a:off x="76200" y="11430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7" l="0" r="0" t="-9258"/>
            </a:stretch>
          </a:blipFill>
          <a:ln>
            <a:noFill/>
          </a:ln>
        </p:spPr>
      </p:sp>
      <p:sp>
        <p:nvSpPr>
          <p:cNvPr id="617" name="Google Shape;617;p26"/>
          <p:cNvSpPr/>
          <p:nvPr/>
        </p:nvSpPr>
        <p:spPr>
          <a:xfrm>
            <a:off x="367106" y="1617492"/>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618" name="Google Shape;618;p26"/>
          <p:cNvSpPr/>
          <p:nvPr/>
        </p:nvSpPr>
        <p:spPr>
          <a:xfrm>
            <a:off x="13785732" y="75818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619" name="Google Shape;619;p26"/>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620" name="Google Shape;620;p26"/>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621" name="Google Shape;621;p26"/>
          <p:cNvSpPr/>
          <p:nvPr/>
        </p:nvSpPr>
        <p:spPr>
          <a:xfrm>
            <a:off x="16230712" y="57137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622" name="Google Shape;622;p26"/>
          <p:cNvSpPr/>
          <p:nvPr/>
        </p:nvSpPr>
        <p:spPr>
          <a:xfrm>
            <a:off x="533401" y="8410653"/>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3" name="Google Shape;623;p26"/>
          <p:cNvSpPr txBox="1"/>
          <p:nvPr/>
        </p:nvSpPr>
        <p:spPr>
          <a:xfrm>
            <a:off x="609600" y="1104900"/>
            <a:ext cx="6491605" cy="449580"/>
          </a:xfrm>
          <a:prstGeom prst="rect">
            <a:avLst/>
          </a:prstGeom>
          <a:noFill/>
          <a:ln>
            <a:noFill/>
          </a:ln>
        </p:spPr>
        <p:txBody>
          <a:bodyPr anchorCtr="0" anchor="t" bIns="0" lIns="0" spcFirstLastPara="1" rIns="0" wrap="square" tIns="0">
            <a:spAutoFit/>
          </a:bodyPr>
          <a:lstStyle/>
          <a:p>
            <a:pPr indent="0" lvl="0" marL="0" marR="0" rtl="0" algn="l">
              <a:lnSpc>
                <a:spcPct val="139840"/>
              </a:lnSpc>
              <a:spcBef>
                <a:spcPts val="0"/>
              </a:spcBef>
              <a:spcAft>
                <a:spcPts val="0"/>
              </a:spcAft>
              <a:buNone/>
            </a:pPr>
            <a:r>
              <a:rPr b="1" lang="en-US" sz="2510">
                <a:solidFill>
                  <a:srgbClr val="C1FF72"/>
                </a:solidFill>
                <a:latin typeface="IBM Plex Sans"/>
                <a:ea typeface="IBM Plex Sans"/>
                <a:cs typeface="IBM Plex Sans"/>
                <a:sym typeface="IBM Plex Sans"/>
              </a:rPr>
              <a:t>Step-12.1: Set Root Password</a:t>
            </a:r>
            <a:endParaRPr b="1" sz="2510">
              <a:solidFill>
                <a:srgbClr val="C1FF72"/>
              </a:solidFill>
              <a:latin typeface="IBM Plex Sans"/>
              <a:ea typeface="IBM Plex Sans"/>
              <a:cs typeface="IBM Plex Sans"/>
              <a:sym typeface="IBM Plex Sans"/>
            </a:endParaRPr>
          </a:p>
        </p:txBody>
      </p:sp>
      <p:sp>
        <p:nvSpPr>
          <p:cNvPr id="624" name="Google Shape;624;p26"/>
          <p:cNvSpPr txBox="1"/>
          <p:nvPr/>
        </p:nvSpPr>
        <p:spPr>
          <a:xfrm>
            <a:off x="1028700" y="1749758"/>
            <a:ext cx="16821209" cy="449580"/>
          </a:xfrm>
          <a:prstGeom prst="rect">
            <a:avLst/>
          </a:prstGeom>
          <a:noFill/>
          <a:ln>
            <a:noFill/>
          </a:ln>
        </p:spPr>
        <p:txBody>
          <a:bodyPr anchorCtr="0" anchor="t" bIns="0" lIns="0" spcFirstLastPara="1" rIns="0" wrap="square" tIns="0">
            <a:spAutoFit/>
          </a:bodyPr>
          <a:lstStyle/>
          <a:p>
            <a:pPr indent="0" lvl="0" marL="0" marR="0" rtl="0" algn="just">
              <a:lnSpc>
                <a:spcPct val="139840"/>
              </a:lnSpc>
              <a:spcBef>
                <a:spcPts val="0"/>
              </a:spcBef>
              <a:spcAft>
                <a:spcPts val="0"/>
              </a:spcAft>
              <a:buNone/>
            </a:pPr>
            <a:r>
              <a:rPr b="1" lang="en-US" sz="2510">
                <a:solidFill>
                  <a:srgbClr val="FFFFFF"/>
                </a:solidFill>
                <a:latin typeface="IBM Plex Sans"/>
                <a:ea typeface="IBM Plex Sans"/>
                <a:cs typeface="IBM Plex Sans"/>
                <a:sym typeface="IBM Plex Sans"/>
              </a:rPr>
              <a:t>First set the root password as shown below</a:t>
            </a:r>
            <a:endParaRPr b="1" sz="2510">
              <a:solidFill>
                <a:srgbClr val="FFFFFF"/>
              </a:solidFill>
              <a:latin typeface="IBM Plex Sans"/>
              <a:ea typeface="IBM Plex Sans"/>
              <a:cs typeface="IBM Plex Sans"/>
              <a:sym typeface="IBM Plex Sans"/>
            </a:endParaRPr>
          </a:p>
        </p:txBody>
      </p:sp>
      <p:pic>
        <p:nvPicPr>
          <p:cNvPr id="625" name="Google Shape;625;p26"/>
          <p:cNvPicPr preferRelativeResize="0"/>
          <p:nvPr/>
        </p:nvPicPr>
        <p:blipFill rotWithShape="1">
          <a:blip r:embed="rId5">
            <a:alphaModFix/>
          </a:blip>
          <a:srcRect b="0" l="0" r="0" t="0"/>
          <a:stretch/>
        </p:blipFill>
        <p:spPr>
          <a:xfrm>
            <a:off x="4572000" y="2587625"/>
            <a:ext cx="9861375" cy="7315200"/>
          </a:xfrm>
          <a:prstGeom prst="rect">
            <a:avLst/>
          </a:prstGeom>
          <a:noFill/>
          <a:ln>
            <a:noFill/>
          </a:ln>
        </p:spPr>
      </p:pic>
      <p:grpSp>
        <p:nvGrpSpPr>
          <p:cNvPr id="626" name="Google Shape;626;p26"/>
          <p:cNvGrpSpPr/>
          <p:nvPr/>
        </p:nvGrpSpPr>
        <p:grpSpPr>
          <a:xfrm>
            <a:off x="1636711" y="493085"/>
            <a:ext cx="15228573" cy="1100455"/>
            <a:chOff x="-1738207" y="-94827"/>
            <a:chExt cx="20304764" cy="1467273"/>
          </a:xfrm>
        </p:grpSpPr>
        <p:sp>
          <p:nvSpPr>
            <p:cNvPr id="627" name="Google Shape;627;p26"/>
            <p:cNvSpPr/>
            <p:nvPr/>
          </p:nvSpPr>
          <p:spPr>
            <a:xfrm>
              <a:off x="0" y="0"/>
              <a:ext cx="18566557" cy="1371600"/>
            </a:xfrm>
            <a:custGeom>
              <a:rect b="b" l="l" r="r" t="t"/>
              <a:pathLst>
                <a:path extrusionOk="0" h="1371600" w="18566557">
                  <a:moveTo>
                    <a:pt x="0" y="0"/>
                  </a:moveTo>
                  <a:lnTo>
                    <a:pt x="18566557" y="0"/>
                  </a:lnTo>
                  <a:lnTo>
                    <a:pt x="18566557" y="1371600"/>
                  </a:lnTo>
                  <a:lnTo>
                    <a:pt x="0" y="1371600"/>
                  </a:lnTo>
                  <a:close/>
                </a:path>
              </a:pathLst>
            </a:custGeom>
            <a:solidFill>
              <a:srgbClr val="000000">
                <a:alpha val="0"/>
              </a:srgbClr>
            </a:solidFill>
            <a:ln>
              <a:noFill/>
            </a:ln>
          </p:spPr>
        </p:sp>
        <p:sp>
          <p:nvSpPr>
            <p:cNvPr id="628" name="Google Shape;628;p26"/>
            <p:cNvSpPr txBox="1"/>
            <p:nvPr/>
          </p:nvSpPr>
          <p:spPr>
            <a:xfrm>
              <a:off x="-1738207" y="-94827"/>
              <a:ext cx="20304760" cy="1467273"/>
            </a:xfrm>
            <a:prstGeom prst="rect">
              <a:avLst/>
            </a:prstGeom>
            <a:noFill/>
            <a:ln>
              <a:noFill/>
            </a:ln>
          </p:spPr>
          <p:txBody>
            <a:bodyPr anchorCtr="0" anchor="t" bIns="0" lIns="0" spcFirstLastPara="1" rIns="0" wrap="square" tIns="0">
              <a:noAutofit/>
            </a:bodyPr>
            <a:lstStyle/>
            <a:p>
              <a:pPr indent="0" lvl="0" marL="0" marR="0" rtl="0" algn="ctr">
                <a:lnSpc>
                  <a:spcPct val="87500"/>
                </a:lnSpc>
                <a:spcBef>
                  <a:spcPts val="0"/>
                </a:spcBef>
                <a:spcAft>
                  <a:spcPts val="0"/>
                </a:spcAft>
                <a:buNone/>
              </a:pPr>
              <a:r>
                <a:rPr b="1" lang="en-US" sz="8000">
                  <a:solidFill>
                    <a:srgbClr val="C1FF72"/>
                  </a:solidFill>
                  <a:latin typeface="Calibri"/>
                  <a:ea typeface="Calibri"/>
                  <a:cs typeface="Calibri"/>
                  <a:sym typeface="Calibri"/>
                </a:rPr>
                <a:t>CentOS8-Stream Installation</a:t>
              </a:r>
              <a:endParaRPr b="1" sz="5000">
                <a:solidFill>
                  <a:srgbClr val="C1FF72"/>
                </a:solidFill>
                <a:latin typeface="IBM Plex Sans"/>
                <a:ea typeface="IBM Plex Sans"/>
                <a:cs typeface="IBM Plex Sans"/>
                <a:sym typeface="IBM Plex Sans"/>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27"/>
          <p:cNvSpPr/>
          <p:nvPr/>
        </p:nvSpPr>
        <p:spPr>
          <a:xfrm>
            <a:off x="76200" y="11430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7" l="0" r="0" t="-9258"/>
            </a:stretch>
          </a:blipFill>
          <a:ln>
            <a:noFill/>
          </a:ln>
        </p:spPr>
      </p:sp>
      <p:sp>
        <p:nvSpPr>
          <p:cNvPr id="634" name="Google Shape;634;p27"/>
          <p:cNvSpPr/>
          <p:nvPr/>
        </p:nvSpPr>
        <p:spPr>
          <a:xfrm>
            <a:off x="2181225" y="214630"/>
            <a:ext cx="13924915" cy="1028700"/>
          </a:xfrm>
          <a:custGeom>
            <a:rect b="b" l="l" r="r" t="t"/>
            <a:pathLst>
              <a:path extrusionOk="0" h="1371600" w="18566557">
                <a:moveTo>
                  <a:pt x="0" y="0"/>
                </a:moveTo>
                <a:lnTo>
                  <a:pt x="18566557" y="0"/>
                </a:lnTo>
                <a:lnTo>
                  <a:pt x="18566557" y="1371600"/>
                </a:lnTo>
                <a:lnTo>
                  <a:pt x="0" y="1371600"/>
                </a:lnTo>
                <a:close/>
              </a:path>
            </a:pathLst>
          </a:custGeom>
          <a:solidFill>
            <a:srgbClr val="000000">
              <a:alpha val="0"/>
            </a:srgbClr>
          </a:solidFill>
          <a:ln>
            <a:noFill/>
          </a:ln>
        </p:spPr>
      </p:sp>
      <p:sp>
        <p:nvSpPr>
          <p:cNvPr id="635" name="Google Shape;635;p27"/>
          <p:cNvSpPr/>
          <p:nvPr/>
        </p:nvSpPr>
        <p:spPr>
          <a:xfrm>
            <a:off x="367106" y="1617492"/>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636" name="Google Shape;636;p27"/>
          <p:cNvSpPr/>
          <p:nvPr/>
        </p:nvSpPr>
        <p:spPr>
          <a:xfrm>
            <a:off x="13785732" y="75818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637" name="Google Shape;637;p27"/>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638" name="Google Shape;638;p27"/>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639" name="Google Shape;639;p27"/>
          <p:cNvSpPr/>
          <p:nvPr/>
        </p:nvSpPr>
        <p:spPr>
          <a:xfrm>
            <a:off x="16230712" y="57137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640" name="Google Shape;640;p27"/>
          <p:cNvSpPr/>
          <p:nvPr/>
        </p:nvSpPr>
        <p:spPr>
          <a:xfrm>
            <a:off x="533401" y="8410653"/>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1" name="Google Shape;641;p27"/>
          <p:cNvSpPr txBox="1"/>
          <p:nvPr/>
        </p:nvSpPr>
        <p:spPr>
          <a:xfrm>
            <a:off x="609600" y="1104900"/>
            <a:ext cx="6491605" cy="449580"/>
          </a:xfrm>
          <a:prstGeom prst="rect">
            <a:avLst/>
          </a:prstGeom>
          <a:noFill/>
          <a:ln>
            <a:noFill/>
          </a:ln>
        </p:spPr>
        <p:txBody>
          <a:bodyPr anchorCtr="0" anchor="t" bIns="0" lIns="0" spcFirstLastPara="1" rIns="0" wrap="square" tIns="0">
            <a:spAutoFit/>
          </a:bodyPr>
          <a:lstStyle/>
          <a:p>
            <a:pPr indent="0" lvl="0" marL="0" marR="0" rtl="0" algn="l">
              <a:lnSpc>
                <a:spcPct val="139840"/>
              </a:lnSpc>
              <a:spcBef>
                <a:spcPts val="0"/>
              </a:spcBef>
              <a:spcAft>
                <a:spcPts val="0"/>
              </a:spcAft>
              <a:buNone/>
            </a:pPr>
            <a:r>
              <a:rPr b="1" lang="en-US" sz="2510">
                <a:solidFill>
                  <a:srgbClr val="C1FF72"/>
                </a:solidFill>
                <a:latin typeface="IBM Plex Sans"/>
                <a:ea typeface="IBM Plex Sans"/>
                <a:cs typeface="IBM Plex Sans"/>
                <a:sym typeface="IBM Plex Sans"/>
              </a:rPr>
              <a:t>Step-12.2: Create User</a:t>
            </a:r>
            <a:endParaRPr b="1" sz="2510">
              <a:solidFill>
                <a:srgbClr val="C1FF72"/>
              </a:solidFill>
              <a:latin typeface="IBM Plex Sans"/>
              <a:ea typeface="IBM Plex Sans"/>
              <a:cs typeface="IBM Plex Sans"/>
              <a:sym typeface="IBM Plex Sans"/>
            </a:endParaRPr>
          </a:p>
        </p:txBody>
      </p:sp>
      <p:sp>
        <p:nvSpPr>
          <p:cNvPr id="642" name="Google Shape;642;p27"/>
          <p:cNvSpPr txBox="1"/>
          <p:nvPr/>
        </p:nvSpPr>
        <p:spPr>
          <a:xfrm>
            <a:off x="1028700" y="1749758"/>
            <a:ext cx="16821209" cy="449580"/>
          </a:xfrm>
          <a:prstGeom prst="rect">
            <a:avLst/>
          </a:prstGeom>
          <a:noFill/>
          <a:ln>
            <a:noFill/>
          </a:ln>
        </p:spPr>
        <p:txBody>
          <a:bodyPr anchorCtr="0" anchor="t" bIns="0" lIns="0" spcFirstLastPara="1" rIns="0" wrap="square" tIns="0">
            <a:spAutoFit/>
          </a:bodyPr>
          <a:lstStyle/>
          <a:p>
            <a:pPr indent="0" lvl="0" marL="0" marR="0" rtl="0" algn="just">
              <a:lnSpc>
                <a:spcPct val="139840"/>
              </a:lnSpc>
              <a:spcBef>
                <a:spcPts val="0"/>
              </a:spcBef>
              <a:spcAft>
                <a:spcPts val="0"/>
              </a:spcAft>
              <a:buNone/>
            </a:pPr>
            <a:r>
              <a:rPr b="1" lang="en-US" sz="2510">
                <a:solidFill>
                  <a:srgbClr val="FFFFFF"/>
                </a:solidFill>
                <a:latin typeface="IBM Plex Sans"/>
                <a:ea typeface="IBM Plex Sans"/>
                <a:cs typeface="IBM Plex Sans"/>
                <a:sym typeface="IBM Plex Sans"/>
              </a:rPr>
              <a:t>Second, create a local user as shown below</a:t>
            </a:r>
            <a:endParaRPr b="1" sz="2510">
              <a:solidFill>
                <a:srgbClr val="FFFFFF"/>
              </a:solidFill>
              <a:latin typeface="IBM Plex Sans"/>
              <a:ea typeface="IBM Plex Sans"/>
              <a:cs typeface="IBM Plex Sans"/>
              <a:sym typeface="IBM Plex Sans"/>
            </a:endParaRPr>
          </a:p>
        </p:txBody>
      </p:sp>
      <p:pic>
        <p:nvPicPr>
          <p:cNvPr descr="Screenshot 2025-05-21 153306" id="643" name="Google Shape;643;p27"/>
          <p:cNvPicPr preferRelativeResize="0"/>
          <p:nvPr/>
        </p:nvPicPr>
        <p:blipFill rotWithShape="1">
          <a:blip r:embed="rId5">
            <a:alphaModFix/>
          </a:blip>
          <a:srcRect b="0" l="0" r="0" t="0"/>
          <a:stretch/>
        </p:blipFill>
        <p:spPr>
          <a:xfrm>
            <a:off x="4267200" y="2618105"/>
            <a:ext cx="9834431" cy="7315200"/>
          </a:xfrm>
          <a:prstGeom prst="rect">
            <a:avLst/>
          </a:prstGeom>
          <a:noFill/>
          <a:ln>
            <a:noFill/>
          </a:ln>
        </p:spPr>
      </p:pic>
      <p:grpSp>
        <p:nvGrpSpPr>
          <p:cNvPr id="644" name="Google Shape;644;p27"/>
          <p:cNvGrpSpPr/>
          <p:nvPr/>
        </p:nvGrpSpPr>
        <p:grpSpPr>
          <a:xfrm>
            <a:off x="1636711" y="493085"/>
            <a:ext cx="15228573" cy="1100455"/>
            <a:chOff x="-1738207" y="-94827"/>
            <a:chExt cx="20304764" cy="1467273"/>
          </a:xfrm>
        </p:grpSpPr>
        <p:sp>
          <p:nvSpPr>
            <p:cNvPr id="645" name="Google Shape;645;p27"/>
            <p:cNvSpPr/>
            <p:nvPr/>
          </p:nvSpPr>
          <p:spPr>
            <a:xfrm>
              <a:off x="0" y="0"/>
              <a:ext cx="18566557" cy="1371600"/>
            </a:xfrm>
            <a:custGeom>
              <a:rect b="b" l="l" r="r" t="t"/>
              <a:pathLst>
                <a:path extrusionOk="0" h="1371600" w="18566557">
                  <a:moveTo>
                    <a:pt x="0" y="0"/>
                  </a:moveTo>
                  <a:lnTo>
                    <a:pt x="18566557" y="0"/>
                  </a:lnTo>
                  <a:lnTo>
                    <a:pt x="18566557" y="1371600"/>
                  </a:lnTo>
                  <a:lnTo>
                    <a:pt x="0" y="1371600"/>
                  </a:lnTo>
                  <a:close/>
                </a:path>
              </a:pathLst>
            </a:custGeom>
            <a:solidFill>
              <a:srgbClr val="000000">
                <a:alpha val="0"/>
              </a:srgbClr>
            </a:solidFill>
            <a:ln>
              <a:noFill/>
            </a:ln>
          </p:spPr>
        </p:sp>
        <p:sp>
          <p:nvSpPr>
            <p:cNvPr id="646" name="Google Shape;646;p27"/>
            <p:cNvSpPr txBox="1"/>
            <p:nvPr/>
          </p:nvSpPr>
          <p:spPr>
            <a:xfrm>
              <a:off x="-1738207" y="-94827"/>
              <a:ext cx="20304760" cy="1467273"/>
            </a:xfrm>
            <a:prstGeom prst="rect">
              <a:avLst/>
            </a:prstGeom>
            <a:noFill/>
            <a:ln>
              <a:noFill/>
            </a:ln>
          </p:spPr>
          <p:txBody>
            <a:bodyPr anchorCtr="0" anchor="t" bIns="0" lIns="0" spcFirstLastPara="1" rIns="0" wrap="square" tIns="0">
              <a:noAutofit/>
            </a:bodyPr>
            <a:lstStyle/>
            <a:p>
              <a:pPr indent="0" lvl="0" marL="0" marR="0" rtl="0" algn="ctr">
                <a:lnSpc>
                  <a:spcPct val="87500"/>
                </a:lnSpc>
                <a:spcBef>
                  <a:spcPts val="0"/>
                </a:spcBef>
                <a:spcAft>
                  <a:spcPts val="0"/>
                </a:spcAft>
                <a:buNone/>
              </a:pPr>
              <a:r>
                <a:rPr b="1" lang="en-US" sz="8000">
                  <a:solidFill>
                    <a:srgbClr val="C1FF72"/>
                  </a:solidFill>
                  <a:latin typeface="Calibri"/>
                  <a:ea typeface="Calibri"/>
                  <a:cs typeface="Calibri"/>
                  <a:sym typeface="Calibri"/>
                </a:rPr>
                <a:t>CentOS8-Stream Installation</a:t>
              </a:r>
              <a:endParaRPr b="1" sz="5000">
                <a:solidFill>
                  <a:srgbClr val="C1FF72"/>
                </a:solidFill>
                <a:latin typeface="IBM Plex Sans"/>
                <a:ea typeface="IBM Plex Sans"/>
                <a:cs typeface="IBM Plex Sans"/>
                <a:sym typeface="IBM Plex Sans"/>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28"/>
          <p:cNvSpPr/>
          <p:nvPr/>
        </p:nvSpPr>
        <p:spPr>
          <a:xfrm>
            <a:off x="76200" y="11430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7" l="0" r="0" t="-9258"/>
            </a:stretch>
          </a:blipFill>
          <a:ln>
            <a:noFill/>
          </a:ln>
        </p:spPr>
      </p:sp>
      <p:sp>
        <p:nvSpPr>
          <p:cNvPr id="652" name="Google Shape;652;p28"/>
          <p:cNvSpPr/>
          <p:nvPr/>
        </p:nvSpPr>
        <p:spPr>
          <a:xfrm>
            <a:off x="2181225" y="214630"/>
            <a:ext cx="13924915" cy="1028700"/>
          </a:xfrm>
          <a:custGeom>
            <a:rect b="b" l="l" r="r" t="t"/>
            <a:pathLst>
              <a:path extrusionOk="0" h="1371600" w="18566557">
                <a:moveTo>
                  <a:pt x="0" y="0"/>
                </a:moveTo>
                <a:lnTo>
                  <a:pt x="18566557" y="0"/>
                </a:lnTo>
                <a:lnTo>
                  <a:pt x="18566557" y="1371600"/>
                </a:lnTo>
                <a:lnTo>
                  <a:pt x="0" y="1371600"/>
                </a:lnTo>
                <a:close/>
              </a:path>
            </a:pathLst>
          </a:custGeom>
          <a:solidFill>
            <a:srgbClr val="000000">
              <a:alpha val="0"/>
            </a:srgbClr>
          </a:solidFill>
          <a:ln>
            <a:noFill/>
          </a:ln>
        </p:spPr>
      </p:sp>
      <p:sp>
        <p:nvSpPr>
          <p:cNvPr id="653" name="Google Shape;653;p28"/>
          <p:cNvSpPr/>
          <p:nvPr/>
        </p:nvSpPr>
        <p:spPr>
          <a:xfrm>
            <a:off x="367106" y="1617492"/>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654" name="Google Shape;654;p28"/>
          <p:cNvSpPr/>
          <p:nvPr/>
        </p:nvSpPr>
        <p:spPr>
          <a:xfrm>
            <a:off x="13785732" y="75818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655" name="Google Shape;655;p28"/>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656" name="Google Shape;656;p28"/>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657" name="Google Shape;657;p28"/>
          <p:cNvSpPr/>
          <p:nvPr/>
        </p:nvSpPr>
        <p:spPr>
          <a:xfrm>
            <a:off x="16230712" y="57137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658" name="Google Shape;658;p28"/>
          <p:cNvSpPr/>
          <p:nvPr/>
        </p:nvSpPr>
        <p:spPr>
          <a:xfrm>
            <a:off x="533401" y="8410653"/>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9" name="Google Shape;659;p28"/>
          <p:cNvSpPr txBox="1"/>
          <p:nvPr/>
        </p:nvSpPr>
        <p:spPr>
          <a:xfrm>
            <a:off x="609600" y="1104900"/>
            <a:ext cx="5607050" cy="449580"/>
          </a:xfrm>
          <a:prstGeom prst="rect">
            <a:avLst/>
          </a:prstGeom>
          <a:noFill/>
          <a:ln>
            <a:noFill/>
          </a:ln>
        </p:spPr>
        <p:txBody>
          <a:bodyPr anchorCtr="0" anchor="t" bIns="0" lIns="0" spcFirstLastPara="1" rIns="0" wrap="square" tIns="0">
            <a:spAutoFit/>
          </a:bodyPr>
          <a:lstStyle/>
          <a:p>
            <a:pPr indent="0" lvl="0" marL="0" marR="0" rtl="0" algn="l">
              <a:lnSpc>
                <a:spcPct val="139840"/>
              </a:lnSpc>
              <a:spcBef>
                <a:spcPts val="0"/>
              </a:spcBef>
              <a:spcAft>
                <a:spcPts val="0"/>
              </a:spcAft>
              <a:buNone/>
            </a:pPr>
            <a:r>
              <a:rPr b="1" lang="en-US" sz="2510">
                <a:solidFill>
                  <a:srgbClr val="C1FF72"/>
                </a:solidFill>
                <a:latin typeface="IBM Plex Sans"/>
                <a:ea typeface="IBM Plex Sans"/>
                <a:cs typeface="IBM Plex Sans"/>
                <a:sym typeface="IBM Plex Sans"/>
              </a:rPr>
              <a:t>Step-13: System Reboot</a:t>
            </a:r>
            <a:endParaRPr b="1" sz="2510">
              <a:solidFill>
                <a:srgbClr val="C1FF72"/>
              </a:solidFill>
              <a:latin typeface="IBM Plex Sans"/>
              <a:ea typeface="IBM Plex Sans"/>
              <a:cs typeface="IBM Plex Sans"/>
              <a:sym typeface="IBM Plex Sans"/>
            </a:endParaRPr>
          </a:p>
        </p:txBody>
      </p:sp>
      <p:sp>
        <p:nvSpPr>
          <p:cNvPr id="660" name="Google Shape;660;p28"/>
          <p:cNvSpPr txBox="1"/>
          <p:nvPr/>
        </p:nvSpPr>
        <p:spPr>
          <a:xfrm>
            <a:off x="1028700" y="1749758"/>
            <a:ext cx="16821209" cy="449580"/>
          </a:xfrm>
          <a:prstGeom prst="rect">
            <a:avLst/>
          </a:prstGeom>
          <a:noFill/>
          <a:ln>
            <a:noFill/>
          </a:ln>
        </p:spPr>
        <p:txBody>
          <a:bodyPr anchorCtr="0" anchor="t" bIns="0" lIns="0" spcFirstLastPara="1" rIns="0" wrap="square" tIns="0">
            <a:spAutoFit/>
          </a:bodyPr>
          <a:lstStyle/>
          <a:p>
            <a:pPr indent="0" lvl="0" marL="0" marR="0" rtl="0" algn="just">
              <a:lnSpc>
                <a:spcPct val="139840"/>
              </a:lnSpc>
              <a:spcBef>
                <a:spcPts val="0"/>
              </a:spcBef>
              <a:spcAft>
                <a:spcPts val="0"/>
              </a:spcAft>
              <a:buNone/>
            </a:pPr>
            <a:r>
              <a:rPr b="1" lang="en-US" sz="2510">
                <a:solidFill>
                  <a:srgbClr val="FFFFFF"/>
                </a:solidFill>
                <a:latin typeface="IBM Plex Sans"/>
                <a:ea typeface="IBM Plex Sans"/>
                <a:cs typeface="IBM Plex Sans"/>
                <a:sym typeface="IBM Plex Sans"/>
              </a:rPr>
              <a:t>Once the installation is finished, it will prompt you to reboot the system. Click on Reboot.</a:t>
            </a:r>
            <a:endParaRPr b="1" sz="2510">
              <a:solidFill>
                <a:srgbClr val="FFFFFF"/>
              </a:solidFill>
              <a:latin typeface="IBM Plex Sans"/>
              <a:ea typeface="IBM Plex Sans"/>
              <a:cs typeface="IBM Plex Sans"/>
              <a:sym typeface="IBM Plex Sans"/>
            </a:endParaRPr>
          </a:p>
        </p:txBody>
      </p:sp>
      <p:pic>
        <p:nvPicPr>
          <p:cNvPr id="661" name="Google Shape;661;p28"/>
          <p:cNvPicPr preferRelativeResize="0"/>
          <p:nvPr/>
        </p:nvPicPr>
        <p:blipFill rotWithShape="1">
          <a:blip r:embed="rId5">
            <a:alphaModFix/>
          </a:blip>
          <a:srcRect b="0" l="0" r="0" t="0"/>
          <a:stretch/>
        </p:blipFill>
        <p:spPr>
          <a:xfrm>
            <a:off x="4267200" y="2618105"/>
            <a:ext cx="10536179" cy="7315200"/>
          </a:xfrm>
          <a:prstGeom prst="rect">
            <a:avLst/>
          </a:prstGeom>
          <a:noFill/>
          <a:ln>
            <a:noFill/>
          </a:ln>
        </p:spPr>
      </p:pic>
      <p:grpSp>
        <p:nvGrpSpPr>
          <p:cNvPr id="662" name="Google Shape;662;p28"/>
          <p:cNvGrpSpPr/>
          <p:nvPr/>
        </p:nvGrpSpPr>
        <p:grpSpPr>
          <a:xfrm>
            <a:off x="1636711" y="493085"/>
            <a:ext cx="15228573" cy="1100455"/>
            <a:chOff x="-1738207" y="-94827"/>
            <a:chExt cx="20304764" cy="1467273"/>
          </a:xfrm>
        </p:grpSpPr>
        <p:sp>
          <p:nvSpPr>
            <p:cNvPr id="663" name="Google Shape;663;p28"/>
            <p:cNvSpPr/>
            <p:nvPr/>
          </p:nvSpPr>
          <p:spPr>
            <a:xfrm>
              <a:off x="0" y="0"/>
              <a:ext cx="18566557" cy="1371600"/>
            </a:xfrm>
            <a:custGeom>
              <a:rect b="b" l="l" r="r" t="t"/>
              <a:pathLst>
                <a:path extrusionOk="0" h="1371600" w="18566557">
                  <a:moveTo>
                    <a:pt x="0" y="0"/>
                  </a:moveTo>
                  <a:lnTo>
                    <a:pt x="18566557" y="0"/>
                  </a:lnTo>
                  <a:lnTo>
                    <a:pt x="18566557" y="1371600"/>
                  </a:lnTo>
                  <a:lnTo>
                    <a:pt x="0" y="1371600"/>
                  </a:lnTo>
                  <a:close/>
                </a:path>
              </a:pathLst>
            </a:custGeom>
            <a:solidFill>
              <a:srgbClr val="000000">
                <a:alpha val="0"/>
              </a:srgbClr>
            </a:solidFill>
            <a:ln>
              <a:noFill/>
            </a:ln>
          </p:spPr>
        </p:sp>
        <p:sp>
          <p:nvSpPr>
            <p:cNvPr id="664" name="Google Shape;664;p28"/>
            <p:cNvSpPr txBox="1"/>
            <p:nvPr/>
          </p:nvSpPr>
          <p:spPr>
            <a:xfrm>
              <a:off x="-1738207" y="-94827"/>
              <a:ext cx="20304760" cy="1467273"/>
            </a:xfrm>
            <a:prstGeom prst="rect">
              <a:avLst/>
            </a:prstGeom>
            <a:noFill/>
            <a:ln>
              <a:noFill/>
            </a:ln>
          </p:spPr>
          <p:txBody>
            <a:bodyPr anchorCtr="0" anchor="t" bIns="0" lIns="0" spcFirstLastPara="1" rIns="0" wrap="square" tIns="0">
              <a:noAutofit/>
            </a:bodyPr>
            <a:lstStyle/>
            <a:p>
              <a:pPr indent="0" lvl="0" marL="0" marR="0" rtl="0" algn="ctr">
                <a:lnSpc>
                  <a:spcPct val="87500"/>
                </a:lnSpc>
                <a:spcBef>
                  <a:spcPts val="0"/>
                </a:spcBef>
                <a:spcAft>
                  <a:spcPts val="0"/>
                </a:spcAft>
                <a:buNone/>
              </a:pPr>
              <a:r>
                <a:rPr b="1" lang="en-US" sz="8000">
                  <a:solidFill>
                    <a:srgbClr val="C1FF72"/>
                  </a:solidFill>
                  <a:latin typeface="Calibri"/>
                  <a:ea typeface="Calibri"/>
                  <a:cs typeface="Calibri"/>
                  <a:sym typeface="Calibri"/>
                </a:rPr>
                <a:t>CentOS8-Stream Installation</a:t>
              </a:r>
              <a:endParaRPr b="1" sz="5000">
                <a:solidFill>
                  <a:srgbClr val="C1FF72"/>
                </a:solidFill>
                <a:latin typeface="IBM Plex Sans"/>
                <a:ea typeface="IBM Plex Sans"/>
                <a:cs typeface="IBM Plex Sans"/>
                <a:sym typeface="IBM Plex Sans"/>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sp>
        <p:nvSpPr>
          <p:cNvPr id="669" name="Google Shape;669;p29"/>
          <p:cNvSpPr/>
          <p:nvPr/>
        </p:nvSpPr>
        <p:spPr>
          <a:xfrm>
            <a:off x="0" y="-3810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1844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0" name="Google Shape;670;p29"/>
          <p:cNvSpPr/>
          <p:nvPr/>
        </p:nvSpPr>
        <p:spPr>
          <a:xfrm>
            <a:off x="1028700" y="821566"/>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671" name="Google Shape;671;p29"/>
          <p:cNvSpPr/>
          <p:nvPr/>
        </p:nvSpPr>
        <p:spPr>
          <a:xfrm>
            <a:off x="14783094" y="7810704"/>
            <a:ext cx="2321051" cy="2321051"/>
          </a:xfrm>
          <a:custGeom>
            <a:rect b="b" l="l" r="r" t="t"/>
            <a:pathLst>
              <a:path extrusionOk="0" h="2321051" w="2321051">
                <a:moveTo>
                  <a:pt x="0" y="0"/>
                </a:moveTo>
                <a:lnTo>
                  <a:pt x="2321052" y="0"/>
                </a:lnTo>
                <a:lnTo>
                  <a:pt x="2321052" y="2321051"/>
                </a:lnTo>
                <a:lnTo>
                  <a:pt x="0" y="2321051"/>
                </a:lnTo>
                <a:lnTo>
                  <a:pt x="0" y="0"/>
                </a:lnTo>
                <a:close/>
              </a:path>
            </a:pathLst>
          </a:custGeom>
          <a:blipFill rotWithShape="1">
            <a:blip r:embed="rId4">
              <a:alphaModFix amt="44999"/>
            </a:blip>
            <a:stretch>
              <a:fillRect b="0" l="0" r="0" t="0"/>
            </a:stretch>
          </a:blipFill>
          <a:ln>
            <a:noFill/>
          </a:ln>
        </p:spPr>
      </p:sp>
      <p:sp>
        <p:nvSpPr>
          <p:cNvPr id="672" name="Google Shape;672;p29"/>
          <p:cNvSpPr/>
          <p:nvPr/>
        </p:nvSpPr>
        <p:spPr>
          <a:xfrm>
            <a:off x="11885258" y="1619391"/>
            <a:ext cx="2287216" cy="2287216"/>
          </a:xfrm>
          <a:custGeom>
            <a:rect b="b" l="l" r="r" t="t"/>
            <a:pathLst>
              <a:path extrusionOk="0" h="2287216" w="2287216">
                <a:moveTo>
                  <a:pt x="0" y="0"/>
                </a:moveTo>
                <a:lnTo>
                  <a:pt x="2287217" y="0"/>
                </a:lnTo>
                <a:lnTo>
                  <a:pt x="2287217" y="2287217"/>
                </a:lnTo>
                <a:lnTo>
                  <a:pt x="0" y="2287217"/>
                </a:lnTo>
                <a:lnTo>
                  <a:pt x="0" y="0"/>
                </a:lnTo>
                <a:close/>
              </a:path>
            </a:pathLst>
          </a:custGeom>
          <a:blipFill rotWithShape="1">
            <a:blip r:embed="rId4">
              <a:alphaModFix amt="44999"/>
            </a:blip>
            <a:stretch>
              <a:fillRect b="0" l="0" r="0" t="0"/>
            </a:stretch>
          </a:blipFill>
          <a:ln>
            <a:noFill/>
          </a:ln>
        </p:spPr>
      </p:sp>
      <p:sp>
        <p:nvSpPr>
          <p:cNvPr id="673" name="Google Shape;673;p29"/>
          <p:cNvSpPr/>
          <p:nvPr/>
        </p:nvSpPr>
        <p:spPr>
          <a:xfrm>
            <a:off x="16230514" y="343005"/>
            <a:ext cx="1595650" cy="1595650"/>
          </a:xfrm>
          <a:custGeom>
            <a:rect b="b" l="l" r="r" t="t"/>
            <a:pathLst>
              <a:path extrusionOk="0" h="1595650" w="1595650">
                <a:moveTo>
                  <a:pt x="0" y="0"/>
                </a:moveTo>
                <a:lnTo>
                  <a:pt x="1595651" y="0"/>
                </a:lnTo>
                <a:lnTo>
                  <a:pt x="1595651" y="1595650"/>
                </a:lnTo>
                <a:lnTo>
                  <a:pt x="0" y="1595650"/>
                </a:lnTo>
                <a:lnTo>
                  <a:pt x="0" y="0"/>
                </a:lnTo>
                <a:close/>
              </a:path>
            </a:pathLst>
          </a:custGeom>
          <a:blipFill rotWithShape="1">
            <a:blip r:embed="rId4">
              <a:alphaModFix amt="44999"/>
            </a:blip>
            <a:stretch>
              <a:fillRect b="0" l="0" r="0" t="0"/>
            </a:stretch>
          </a:blipFill>
          <a:ln>
            <a:noFill/>
          </a:ln>
        </p:spPr>
      </p:sp>
      <p:sp>
        <p:nvSpPr>
          <p:cNvPr id="674" name="Google Shape;674;p29"/>
          <p:cNvSpPr/>
          <p:nvPr/>
        </p:nvSpPr>
        <p:spPr>
          <a:xfrm>
            <a:off x="1066801" y="86487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675" name="Google Shape;675;p29"/>
          <p:cNvSpPr/>
          <p:nvPr/>
        </p:nvSpPr>
        <p:spPr>
          <a:xfrm>
            <a:off x="5771220" y="8103533"/>
            <a:ext cx="1442186" cy="1442186"/>
          </a:xfrm>
          <a:custGeom>
            <a:rect b="b" l="l" r="r" t="t"/>
            <a:pathLst>
              <a:path extrusionOk="0" h="1442186" w="1442186">
                <a:moveTo>
                  <a:pt x="0" y="0"/>
                </a:moveTo>
                <a:lnTo>
                  <a:pt x="1442187" y="0"/>
                </a:lnTo>
                <a:lnTo>
                  <a:pt x="1442187" y="1442186"/>
                </a:lnTo>
                <a:lnTo>
                  <a:pt x="0" y="1442186"/>
                </a:lnTo>
                <a:lnTo>
                  <a:pt x="0" y="0"/>
                </a:lnTo>
                <a:close/>
              </a:path>
            </a:pathLst>
          </a:custGeom>
          <a:blipFill rotWithShape="1">
            <a:blip r:embed="rId4">
              <a:alphaModFix amt="44999"/>
            </a:blip>
            <a:stretch>
              <a:fillRect b="0" l="0" r="0" t="0"/>
            </a:stretch>
          </a:blipFill>
          <a:ln>
            <a:noFill/>
          </a:ln>
        </p:spPr>
      </p:sp>
      <p:sp>
        <p:nvSpPr>
          <p:cNvPr id="676" name="Google Shape;676;p29"/>
          <p:cNvSpPr/>
          <p:nvPr/>
        </p:nvSpPr>
        <p:spPr>
          <a:xfrm>
            <a:off x="352478" y="2264180"/>
            <a:ext cx="5418743" cy="6081932"/>
          </a:xfrm>
          <a:custGeom>
            <a:rect b="b" l="l" r="r" t="t"/>
            <a:pathLst>
              <a:path extrusionOk="0" h="6081932" w="5418743">
                <a:moveTo>
                  <a:pt x="0" y="0"/>
                </a:moveTo>
                <a:lnTo>
                  <a:pt x="5418742" y="0"/>
                </a:lnTo>
                <a:lnTo>
                  <a:pt x="5418742" y="6081932"/>
                </a:lnTo>
                <a:lnTo>
                  <a:pt x="0" y="6081932"/>
                </a:lnTo>
                <a:lnTo>
                  <a:pt x="0" y="0"/>
                </a:lnTo>
                <a:close/>
              </a:path>
            </a:pathLst>
          </a:custGeom>
          <a:blipFill rotWithShape="1">
            <a:blip r:embed="rId5">
              <a:alphaModFix/>
            </a:blip>
            <a:stretch>
              <a:fillRect b="-101914" l="0" r="0" t="0"/>
            </a:stretch>
          </a:blipFill>
          <a:ln>
            <a:noFill/>
          </a:ln>
        </p:spPr>
      </p:sp>
      <p:sp>
        <p:nvSpPr>
          <p:cNvPr id="677" name="Google Shape;677;p29"/>
          <p:cNvSpPr txBox="1"/>
          <p:nvPr/>
        </p:nvSpPr>
        <p:spPr>
          <a:xfrm>
            <a:off x="6095813" y="2512175"/>
            <a:ext cx="11197557" cy="2700655"/>
          </a:xfrm>
          <a:prstGeom prst="rect">
            <a:avLst/>
          </a:prstGeom>
          <a:noFill/>
          <a:ln>
            <a:noFill/>
          </a:ln>
        </p:spPr>
        <p:txBody>
          <a:bodyPr anchorCtr="0" anchor="t" bIns="0" lIns="0" spcFirstLastPara="1" rIns="0" wrap="square" tIns="0">
            <a:spAutoFit/>
          </a:bodyPr>
          <a:lstStyle/>
          <a:p>
            <a:pPr indent="0" lvl="0" marL="0" marR="0" rtl="0" algn="just">
              <a:lnSpc>
                <a:spcPct val="139840"/>
              </a:lnSpc>
              <a:spcBef>
                <a:spcPts val="0"/>
              </a:spcBef>
              <a:spcAft>
                <a:spcPts val="0"/>
              </a:spcAft>
              <a:buNone/>
            </a:pPr>
            <a:r>
              <a:rPr b="1" lang="en-US" sz="2510">
                <a:solidFill>
                  <a:srgbClr val="FFFFFF"/>
                </a:solidFill>
                <a:latin typeface="IBM Plex Sans"/>
                <a:ea typeface="IBM Plex Sans"/>
                <a:cs typeface="IBM Plex Sans"/>
                <a:sym typeface="IBM Plex Sans"/>
              </a:rPr>
              <a:t>The </a:t>
            </a:r>
            <a:r>
              <a:rPr b="1" lang="en-US" sz="2510">
                <a:solidFill>
                  <a:srgbClr val="C1FF72"/>
                </a:solidFill>
                <a:latin typeface="IBM Plex Sans"/>
                <a:ea typeface="IBM Plex Sans"/>
                <a:cs typeface="IBM Plex Sans"/>
                <a:sym typeface="IBM Plex Sans"/>
              </a:rPr>
              <a:t>Linux Command-Line Interface (CLI)</a:t>
            </a:r>
            <a:r>
              <a:rPr b="1" lang="en-US" sz="2510">
                <a:solidFill>
                  <a:srgbClr val="FFFFFF"/>
                </a:solidFill>
                <a:latin typeface="IBM Plex Sans"/>
                <a:ea typeface="IBM Plex Sans"/>
                <a:cs typeface="IBM Plex Sans"/>
                <a:sym typeface="IBM Plex Sans"/>
              </a:rPr>
              <a:t> is a text-based interface that allows users to interact with the operating system by entering commands. Unlike graphical user interfaces (GUIs), the CLI provides direct control over system functions, making it powerful for automation, scripting, and system administration.</a:t>
            </a:r>
            <a:endParaRPr b="1" sz="2510">
              <a:solidFill>
                <a:srgbClr val="FFFFFF"/>
              </a:solidFill>
              <a:latin typeface="IBM Plex Sans"/>
              <a:ea typeface="IBM Plex Sans"/>
              <a:cs typeface="IBM Plex Sans"/>
              <a:sym typeface="IBM Plex Sans"/>
            </a:endParaRPr>
          </a:p>
          <a:p>
            <a:pPr indent="0" lvl="0" marL="0" marR="0" rtl="0" algn="just">
              <a:lnSpc>
                <a:spcPct val="139840"/>
              </a:lnSpc>
              <a:spcBef>
                <a:spcPts val="0"/>
              </a:spcBef>
              <a:spcAft>
                <a:spcPts val="0"/>
              </a:spcAft>
              <a:buNone/>
            </a:pPr>
            <a:r>
              <a:t/>
            </a:r>
            <a:endParaRPr b="1" sz="2510">
              <a:solidFill>
                <a:srgbClr val="FFFFFF"/>
              </a:solidFill>
              <a:latin typeface="IBM Plex Sans"/>
              <a:ea typeface="IBM Plex Sans"/>
              <a:cs typeface="IBM Plex Sans"/>
              <a:sym typeface="IBM Plex Sans"/>
            </a:endParaRPr>
          </a:p>
        </p:txBody>
      </p:sp>
      <p:sp>
        <p:nvSpPr>
          <p:cNvPr id="678" name="Google Shape;678;p29"/>
          <p:cNvSpPr txBox="1"/>
          <p:nvPr/>
        </p:nvSpPr>
        <p:spPr>
          <a:xfrm>
            <a:off x="6096000" y="1714500"/>
            <a:ext cx="8077200" cy="449580"/>
          </a:xfrm>
          <a:prstGeom prst="rect">
            <a:avLst/>
          </a:prstGeom>
          <a:noFill/>
          <a:ln>
            <a:noFill/>
          </a:ln>
        </p:spPr>
        <p:txBody>
          <a:bodyPr anchorCtr="0" anchor="t" bIns="0" lIns="0" spcFirstLastPara="1" rIns="0" wrap="square" tIns="0">
            <a:spAutoFit/>
          </a:bodyPr>
          <a:lstStyle/>
          <a:p>
            <a:pPr indent="0" lvl="0" marL="0" marR="0" rtl="0" algn="just">
              <a:lnSpc>
                <a:spcPct val="116999"/>
              </a:lnSpc>
              <a:spcBef>
                <a:spcPts val="0"/>
              </a:spcBef>
              <a:spcAft>
                <a:spcPts val="0"/>
              </a:spcAft>
              <a:buNone/>
            </a:pPr>
            <a:r>
              <a:rPr b="1" lang="en-US" sz="3000">
                <a:solidFill>
                  <a:srgbClr val="FFFFFF"/>
                </a:solidFill>
                <a:latin typeface="IBM Plex Sans"/>
                <a:ea typeface="IBM Plex Sans"/>
                <a:cs typeface="IBM Plex Sans"/>
                <a:sym typeface="IBM Plex Sans"/>
              </a:rPr>
              <a:t>The Linux Command-Line Interface (CLI)</a:t>
            </a:r>
            <a:endParaRPr b="1" sz="3000">
              <a:solidFill>
                <a:srgbClr val="FFFFFF"/>
              </a:solidFill>
              <a:latin typeface="IBM Plex Sans"/>
              <a:ea typeface="IBM Plex Sans"/>
              <a:cs typeface="IBM Plex Sans"/>
              <a:sym typeface="IBM Plex Sans"/>
            </a:endParaRPr>
          </a:p>
        </p:txBody>
      </p:sp>
      <p:sp>
        <p:nvSpPr>
          <p:cNvPr id="679" name="Google Shape;679;p29"/>
          <p:cNvSpPr txBox="1"/>
          <p:nvPr/>
        </p:nvSpPr>
        <p:spPr>
          <a:xfrm>
            <a:off x="6095813" y="4990875"/>
            <a:ext cx="11197557" cy="4951095"/>
          </a:xfrm>
          <a:prstGeom prst="rect">
            <a:avLst/>
          </a:prstGeom>
          <a:noFill/>
          <a:ln>
            <a:noFill/>
          </a:ln>
        </p:spPr>
        <p:txBody>
          <a:bodyPr anchorCtr="0" anchor="t" bIns="0" lIns="0" spcFirstLastPara="1" rIns="0" wrap="square" tIns="0">
            <a:spAutoFit/>
          </a:bodyPr>
          <a:lstStyle/>
          <a:p>
            <a:pPr indent="0" lvl="0" marL="0" marR="0" rtl="0" algn="just">
              <a:lnSpc>
                <a:spcPct val="139840"/>
              </a:lnSpc>
              <a:spcBef>
                <a:spcPts val="0"/>
              </a:spcBef>
              <a:spcAft>
                <a:spcPts val="0"/>
              </a:spcAft>
              <a:buClr>
                <a:srgbClr val="C1FF72"/>
              </a:buClr>
              <a:buSzPts val="2510"/>
              <a:buFont typeface="IBM Plex Sans"/>
              <a:buNone/>
            </a:pPr>
            <a:r>
              <a:rPr b="1" lang="en-US" sz="2510">
                <a:solidFill>
                  <a:srgbClr val="C1FF72"/>
                </a:solidFill>
                <a:latin typeface="IBM Plex Sans"/>
                <a:ea typeface="IBM Plex Sans"/>
                <a:cs typeface="IBM Plex Sans"/>
                <a:sym typeface="IBM Plex Sans"/>
              </a:rPr>
              <a:t>Key Features of Linux CLI</a:t>
            </a:r>
            <a:endParaRPr b="1" sz="2510">
              <a:solidFill>
                <a:srgbClr val="C1FF72"/>
              </a:solidFill>
              <a:latin typeface="IBM Plex Sans"/>
              <a:ea typeface="IBM Plex Sans"/>
              <a:cs typeface="IBM Plex Sans"/>
              <a:sym typeface="IBM Plex Sans"/>
            </a:endParaRPr>
          </a:p>
          <a:p>
            <a:pPr indent="0" lvl="0" marL="0" marR="0" rtl="0" algn="just">
              <a:lnSpc>
                <a:spcPct val="139840"/>
              </a:lnSpc>
              <a:spcBef>
                <a:spcPts val="0"/>
              </a:spcBef>
              <a:spcAft>
                <a:spcPts val="0"/>
              </a:spcAft>
              <a:buClr>
                <a:schemeClr val="dk1"/>
              </a:buClr>
              <a:buSzPts val="2510"/>
              <a:buFont typeface="Calibri"/>
              <a:buNone/>
            </a:pPr>
            <a:r>
              <a:t/>
            </a:r>
            <a:endParaRPr b="1" sz="2510">
              <a:solidFill>
                <a:srgbClr val="FFFFFF"/>
              </a:solidFill>
              <a:latin typeface="IBM Plex Sans"/>
              <a:ea typeface="IBM Plex Sans"/>
              <a:cs typeface="IBM Plex Sans"/>
              <a:sym typeface="IBM Plex Sans"/>
            </a:endParaRPr>
          </a:p>
          <a:p>
            <a:pPr indent="0" lvl="0" marL="0" marR="0" rtl="0" algn="just">
              <a:lnSpc>
                <a:spcPct val="139840"/>
              </a:lnSpc>
              <a:spcBef>
                <a:spcPts val="0"/>
              </a:spcBef>
              <a:spcAft>
                <a:spcPts val="0"/>
              </a:spcAft>
              <a:buClr>
                <a:srgbClr val="C1FF72"/>
              </a:buClr>
              <a:buSzPts val="2510"/>
              <a:buFont typeface="IBM Plex Sans"/>
              <a:buNone/>
            </a:pPr>
            <a:r>
              <a:rPr b="1" lang="en-US" sz="2510">
                <a:solidFill>
                  <a:srgbClr val="C1FF72"/>
                </a:solidFill>
                <a:latin typeface="IBM Plex Sans"/>
                <a:ea typeface="IBM Plex Sans"/>
                <a:cs typeface="IBM Plex Sans"/>
                <a:sym typeface="IBM Plex Sans"/>
              </a:rPr>
              <a:t>Text-Based Interface </a:t>
            </a:r>
            <a:r>
              <a:rPr b="1" lang="en-US" sz="2510">
                <a:solidFill>
                  <a:srgbClr val="FFFFFF"/>
                </a:solidFill>
                <a:latin typeface="IBM Plex Sans"/>
                <a:ea typeface="IBM Plex Sans"/>
                <a:cs typeface="IBM Plex Sans"/>
                <a:sym typeface="IBM Plex Sans"/>
              </a:rPr>
              <a:t>– Linux CLI operates entirely through text commands, making it lightweight and efficient compared to graphical user interfaces (GUIs)</a:t>
            </a:r>
            <a:endParaRPr b="1" sz="2510">
              <a:solidFill>
                <a:srgbClr val="FFFFFF"/>
              </a:solidFill>
              <a:latin typeface="IBM Plex Sans"/>
              <a:ea typeface="IBM Plex Sans"/>
              <a:cs typeface="IBM Plex Sans"/>
              <a:sym typeface="IBM Plex Sans"/>
            </a:endParaRPr>
          </a:p>
          <a:p>
            <a:pPr indent="0" lvl="0" marL="0" marR="0" rtl="0" algn="just">
              <a:lnSpc>
                <a:spcPct val="139840"/>
              </a:lnSpc>
              <a:spcBef>
                <a:spcPts val="0"/>
              </a:spcBef>
              <a:spcAft>
                <a:spcPts val="0"/>
              </a:spcAft>
              <a:buClr>
                <a:srgbClr val="C1FF72"/>
              </a:buClr>
              <a:buSzPts val="2510"/>
              <a:buFont typeface="IBM Plex Sans"/>
              <a:buNone/>
            </a:pPr>
            <a:r>
              <a:rPr b="1" lang="en-US" sz="2510">
                <a:solidFill>
                  <a:srgbClr val="C1FF72"/>
                </a:solidFill>
                <a:latin typeface="IBM Plex Sans"/>
                <a:ea typeface="IBM Plex Sans"/>
                <a:cs typeface="IBM Plex Sans"/>
                <a:sym typeface="IBM Plex Sans"/>
              </a:rPr>
              <a:t>Command History</a:t>
            </a:r>
            <a:r>
              <a:rPr b="1" lang="en-US" sz="2510">
                <a:solidFill>
                  <a:srgbClr val="FFFFFF"/>
                </a:solidFill>
                <a:latin typeface="IBM Plex Sans"/>
                <a:ea typeface="IBM Plex Sans"/>
                <a:cs typeface="IBM Plex Sans"/>
                <a:sym typeface="IBM Plex Sans"/>
              </a:rPr>
              <a:t> – Allows users to recall and reuse previous commands.</a:t>
            </a:r>
            <a:endParaRPr b="1" sz="2510">
              <a:solidFill>
                <a:srgbClr val="FFFFFF"/>
              </a:solidFill>
              <a:latin typeface="IBM Plex Sans"/>
              <a:ea typeface="IBM Plex Sans"/>
              <a:cs typeface="IBM Plex Sans"/>
              <a:sym typeface="IBM Plex Sans"/>
            </a:endParaRPr>
          </a:p>
          <a:p>
            <a:pPr indent="0" lvl="0" marL="0" marR="0" rtl="0" algn="just">
              <a:lnSpc>
                <a:spcPct val="139840"/>
              </a:lnSpc>
              <a:spcBef>
                <a:spcPts val="0"/>
              </a:spcBef>
              <a:spcAft>
                <a:spcPts val="0"/>
              </a:spcAft>
              <a:buClr>
                <a:srgbClr val="C1FF72"/>
              </a:buClr>
              <a:buSzPts val="2510"/>
              <a:buFont typeface="IBM Plex Sans"/>
              <a:buNone/>
            </a:pPr>
            <a:r>
              <a:rPr b="1" lang="en-US" sz="2510">
                <a:solidFill>
                  <a:srgbClr val="C1FF72"/>
                </a:solidFill>
                <a:latin typeface="IBM Plex Sans"/>
                <a:ea typeface="IBM Plex Sans"/>
                <a:cs typeface="IBM Plex Sans"/>
                <a:sym typeface="IBM Plex Sans"/>
              </a:rPr>
              <a:t>Scripting Capabilities</a:t>
            </a:r>
            <a:r>
              <a:rPr b="1" lang="en-US" sz="2510">
                <a:solidFill>
                  <a:srgbClr val="FFFFFF"/>
                </a:solidFill>
                <a:latin typeface="IBM Plex Sans"/>
                <a:ea typeface="IBM Plex Sans"/>
                <a:cs typeface="IBM Plex Sans"/>
                <a:sym typeface="IBM Plex Sans"/>
              </a:rPr>
              <a:t> – Enables automation of repetitive tasks using shell scripts.</a:t>
            </a:r>
            <a:endParaRPr b="1" sz="2510">
              <a:solidFill>
                <a:srgbClr val="FFFFFF"/>
              </a:solidFill>
              <a:latin typeface="IBM Plex Sans"/>
              <a:ea typeface="IBM Plex Sans"/>
              <a:cs typeface="IBM Plex Sans"/>
              <a:sym typeface="IBM Plex Sans"/>
            </a:endParaRPr>
          </a:p>
          <a:p>
            <a:pPr indent="0" lvl="0" marL="0" marR="0" rtl="0" algn="just">
              <a:lnSpc>
                <a:spcPct val="139840"/>
              </a:lnSpc>
              <a:spcBef>
                <a:spcPts val="0"/>
              </a:spcBef>
              <a:spcAft>
                <a:spcPts val="0"/>
              </a:spcAft>
              <a:buClr>
                <a:srgbClr val="C1FF72"/>
              </a:buClr>
              <a:buSzPts val="2510"/>
              <a:buFont typeface="IBM Plex Sans"/>
              <a:buNone/>
            </a:pPr>
            <a:r>
              <a:rPr b="1" lang="en-US" sz="2510">
                <a:solidFill>
                  <a:srgbClr val="C1FF72"/>
                </a:solidFill>
                <a:latin typeface="IBM Plex Sans"/>
                <a:ea typeface="IBM Plex Sans"/>
                <a:cs typeface="IBM Plex Sans"/>
                <a:sym typeface="IBM Plex Sans"/>
              </a:rPr>
              <a:t>Piping and Redirection</a:t>
            </a:r>
            <a:r>
              <a:rPr b="1" lang="en-US" sz="2510">
                <a:solidFill>
                  <a:srgbClr val="FFFFFF"/>
                </a:solidFill>
                <a:latin typeface="IBM Plex Sans"/>
                <a:ea typeface="IBM Plex Sans"/>
                <a:cs typeface="IBM Plex Sans"/>
                <a:sym typeface="IBM Plex Sans"/>
              </a:rPr>
              <a:t> – Facilitates data transfer between commands for efficient processing.</a:t>
            </a:r>
            <a:endParaRPr b="1" sz="2510">
              <a:solidFill>
                <a:srgbClr val="FFFFFF"/>
              </a:solidFill>
              <a:latin typeface="IBM Plex Sans"/>
              <a:ea typeface="IBM Plex Sans"/>
              <a:cs typeface="IBM Plex Sans"/>
              <a:sym typeface="IBM Plex Sans"/>
            </a:endParaRPr>
          </a:p>
          <a:p>
            <a:pPr indent="0" lvl="0" marL="0" marR="0" rtl="0" algn="just">
              <a:lnSpc>
                <a:spcPct val="139840"/>
              </a:lnSpc>
              <a:spcBef>
                <a:spcPts val="0"/>
              </a:spcBef>
              <a:spcAft>
                <a:spcPts val="0"/>
              </a:spcAft>
              <a:buClr>
                <a:schemeClr val="dk1"/>
              </a:buClr>
              <a:buSzPts val="2510"/>
              <a:buFont typeface="Calibri"/>
              <a:buNone/>
            </a:pPr>
            <a:r>
              <a:t/>
            </a:r>
            <a:endParaRPr b="1" sz="2510">
              <a:solidFill>
                <a:srgbClr val="FFFFFF"/>
              </a:solidFill>
              <a:latin typeface="IBM Plex Sans"/>
              <a:ea typeface="IBM Plex Sans"/>
              <a:cs typeface="IBM Plex Sans"/>
              <a:sym typeface="IBM Plex Sans"/>
            </a:endParaRPr>
          </a:p>
        </p:txBody>
      </p:sp>
      <p:grpSp>
        <p:nvGrpSpPr>
          <p:cNvPr id="680" name="Google Shape;680;p29"/>
          <p:cNvGrpSpPr/>
          <p:nvPr/>
        </p:nvGrpSpPr>
        <p:grpSpPr>
          <a:xfrm>
            <a:off x="2181541" y="8"/>
            <a:ext cx="14029693" cy="1243013"/>
            <a:chOff x="0" y="-285750"/>
            <a:chExt cx="18706257" cy="1657350"/>
          </a:xfrm>
        </p:grpSpPr>
        <p:sp>
          <p:nvSpPr>
            <p:cNvPr id="681" name="Google Shape;681;p29"/>
            <p:cNvSpPr/>
            <p:nvPr/>
          </p:nvSpPr>
          <p:spPr>
            <a:xfrm>
              <a:off x="0" y="0"/>
              <a:ext cx="18566557" cy="1371600"/>
            </a:xfrm>
            <a:custGeom>
              <a:rect b="b" l="l" r="r" t="t"/>
              <a:pathLst>
                <a:path extrusionOk="0" h="1371600" w="18566557">
                  <a:moveTo>
                    <a:pt x="0" y="0"/>
                  </a:moveTo>
                  <a:lnTo>
                    <a:pt x="18566557" y="0"/>
                  </a:lnTo>
                  <a:lnTo>
                    <a:pt x="18566557" y="1371600"/>
                  </a:lnTo>
                  <a:lnTo>
                    <a:pt x="0" y="1371600"/>
                  </a:lnTo>
                  <a:close/>
                </a:path>
              </a:pathLst>
            </a:custGeom>
            <a:solidFill>
              <a:srgbClr val="000000">
                <a:alpha val="0"/>
              </a:srgbClr>
            </a:solidFill>
            <a:ln>
              <a:noFill/>
            </a:ln>
          </p:spPr>
        </p:sp>
        <p:sp>
          <p:nvSpPr>
            <p:cNvPr id="682" name="Google Shape;682;p29"/>
            <p:cNvSpPr txBox="1"/>
            <p:nvPr/>
          </p:nvSpPr>
          <p:spPr>
            <a:xfrm>
              <a:off x="139700" y="-285750"/>
              <a:ext cx="18566557" cy="146685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None/>
              </a:pPr>
              <a:r>
                <a:rPr b="1" lang="en-US" sz="5000">
                  <a:solidFill>
                    <a:srgbClr val="C1FF72"/>
                  </a:solidFill>
                  <a:latin typeface="IBM Plex Sans"/>
                  <a:ea typeface="IBM Plex Sans"/>
                  <a:cs typeface="IBM Plex Sans"/>
                  <a:sym typeface="IBM Plex Sans"/>
                </a:rPr>
                <a:t>Basic Commands</a:t>
              </a:r>
              <a:endParaRPr b="1" sz="5000">
                <a:solidFill>
                  <a:srgbClr val="C1FF72"/>
                </a:solidFill>
                <a:latin typeface="IBM Plex Sans"/>
                <a:ea typeface="IBM Plex Sans"/>
                <a:cs typeface="IBM Plex Sans"/>
                <a:sym typeface="IBM Plex Sans"/>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sp>
        <p:nvSpPr>
          <p:cNvPr id="687" name="Google Shape;687;p3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9" l="0" r="0" t="-9220"/>
            </a:stretch>
          </a:blipFill>
          <a:ln>
            <a:noFill/>
          </a:ln>
        </p:spPr>
      </p:sp>
      <p:sp>
        <p:nvSpPr>
          <p:cNvPr id="688" name="Google Shape;688;p30"/>
          <p:cNvSpPr/>
          <p:nvPr/>
        </p:nvSpPr>
        <p:spPr>
          <a:xfrm>
            <a:off x="438973" y="359817"/>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689" name="Google Shape;689;p30"/>
          <p:cNvSpPr txBox="1"/>
          <p:nvPr/>
        </p:nvSpPr>
        <p:spPr>
          <a:xfrm>
            <a:off x="2362200" y="360045"/>
            <a:ext cx="13743940" cy="897255"/>
          </a:xfrm>
          <a:prstGeom prst="rect">
            <a:avLst/>
          </a:prstGeom>
          <a:noFill/>
          <a:ln>
            <a:noFill/>
          </a:ln>
        </p:spPr>
        <p:txBody>
          <a:bodyPr anchorCtr="0" anchor="t" bIns="0" lIns="0" spcFirstLastPara="1" rIns="0" wrap="square" tIns="0">
            <a:spAutoFit/>
          </a:bodyPr>
          <a:lstStyle/>
          <a:p>
            <a:pPr indent="0" lvl="0" marL="0" marR="0" rtl="0" algn="ctr">
              <a:lnSpc>
                <a:spcPct val="87500"/>
              </a:lnSpc>
              <a:spcBef>
                <a:spcPts val="0"/>
              </a:spcBef>
              <a:spcAft>
                <a:spcPts val="0"/>
              </a:spcAft>
              <a:buNone/>
            </a:pPr>
            <a:r>
              <a:rPr b="1" lang="en-US" sz="8000">
                <a:solidFill>
                  <a:srgbClr val="C1FF72"/>
                </a:solidFill>
                <a:latin typeface="Calibri"/>
                <a:ea typeface="Calibri"/>
                <a:cs typeface="Calibri"/>
                <a:sym typeface="Calibri"/>
              </a:rPr>
              <a:t>Start</a:t>
            </a:r>
            <a:r>
              <a:rPr b="1" lang="en-US" sz="8000" u="none" strike="noStrike">
                <a:solidFill>
                  <a:srgbClr val="C1FF72"/>
                </a:solidFill>
                <a:latin typeface="Calibri"/>
                <a:ea typeface="Calibri"/>
                <a:cs typeface="Calibri"/>
                <a:sym typeface="Calibri"/>
              </a:rPr>
              <a:t> with Command Line</a:t>
            </a:r>
            <a:endParaRPr b="1" sz="5000" u="none" strike="noStrike">
              <a:solidFill>
                <a:srgbClr val="C1FF72"/>
              </a:solidFill>
              <a:latin typeface="IBM Plex Sans"/>
              <a:ea typeface="IBM Plex Sans"/>
              <a:cs typeface="IBM Plex Sans"/>
              <a:sym typeface="IBM Plex Sans"/>
            </a:endParaRPr>
          </a:p>
        </p:txBody>
      </p:sp>
      <p:sp>
        <p:nvSpPr>
          <p:cNvPr id="690" name="Google Shape;690;p30"/>
          <p:cNvSpPr/>
          <p:nvPr/>
        </p:nvSpPr>
        <p:spPr>
          <a:xfrm>
            <a:off x="15559766" y="8741711"/>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691" name="Google Shape;691;p30"/>
          <p:cNvSpPr/>
          <p:nvPr/>
        </p:nvSpPr>
        <p:spPr>
          <a:xfrm>
            <a:off x="6012207" y="9024549"/>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692" name="Google Shape;692;p30"/>
          <p:cNvSpPr/>
          <p:nvPr/>
        </p:nvSpPr>
        <p:spPr>
          <a:xfrm>
            <a:off x="12603787" y="1219582"/>
            <a:ext cx="2287216" cy="2287216"/>
          </a:xfrm>
          <a:custGeom>
            <a:rect b="b" l="l" r="r" t="t"/>
            <a:pathLst>
              <a:path extrusionOk="0" h="2287216" w="2287216">
                <a:moveTo>
                  <a:pt x="0" y="0"/>
                </a:moveTo>
                <a:lnTo>
                  <a:pt x="2287216" y="0"/>
                </a:lnTo>
                <a:lnTo>
                  <a:pt x="2287216" y="2287217"/>
                </a:lnTo>
                <a:lnTo>
                  <a:pt x="0" y="2287217"/>
                </a:lnTo>
                <a:lnTo>
                  <a:pt x="0" y="0"/>
                </a:lnTo>
                <a:close/>
              </a:path>
            </a:pathLst>
          </a:custGeom>
          <a:blipFill rotWithShape="1">
            <a:blip r:embed="rId4">
              <a:alphaModFix amt="44999"/>
            </a:blip>
            <a:stretch>
              <a:fillRect b="0" l="0" r="0" t="0"/>
            </a:stretch>
          </a:blipFill>
          <a:ln>
            <a:noFill/>
          </a:ln>
        </p:spPr>
      </p:sp>
      <p:sp>
        <p:nvSpPr>
          <p:cNvPr id="693" name="Google Shape;693;p30"/>
          <p:cNvSpPr/>
          <p:nvPr/>
        </p:nvSpPr>
        <p:spPr>
          <a:xfrm>
            <a:off x="17158447" y="821566"/>
            <a:ext cx="1595650" cy="1595650"/>
          </a:xfrm>
          <a:custGeom>
            <a:rect b="b" l="l" r="r" t="t"/>
            <a:pathLst>
              <a:path extrusionOk="0" h="1595650" w="1595650">
                <a:moveTo>
                  <a:pt x="0" y="0"/>
                </a:moveTo>
                <a:lnTo>
                  <a:pt x="1595650" y="0"/>
                </a:lnTo>
                <a:lnTo>
                  <a:pt x="1595650" y="1595651"/>
                </a:lnTo>
                <a:lnTo>
                  <a:pt x="0" y="1595651"/>
                </a:lnTo>
                <a:lnTo>
                  <a:pt x="0" y="0"/>
                </a:lnTo>
                <a:close/>
              </a:path>
            </a:pathLst>
          </a:custGeom>
          <a:blipFill rotWithShape="1">
            <a:blip r:embed="rId4">
              <a:alphaModFix amt="44999"/>
            </a:blip>
            <a:stretch>
              <a:fillRect b="0" l="0" r="0" t="0"/>
            </a:stretch>
          </a:blipFill>
          <a:ln>
            <a:noFill/>
          </a:ln>
        </p:spPr>
      </p:sp>
      <p:sp>
        <p:nvSpPr>
          <p:cNvPr id="694" name="Google Shape;694;p30"/>
          <p:cNvSpPr/>
          <p:nvPr/>
        </p:nvSpPr>
        <p:spPr>
          <a:xfrm>
            <a:off x="878206" y="9725103"/>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695" name="Google Shape;695;p30"/>
          <p:cNvSpPr txBox="1"/>
          <p:nvPr/>
        </p:nvSpPr>
        <p:spPr>
          <a:xfrm>
            <a:off x="9677278" y="3007815"/>
            <a:ext cx="6205456" cy="511175"/>
          </a:xfrm>
          <a:prstGeom prst="rect">
            <a:avLst/>
          </a:prstGeom>
          <a:noFill/>
          <a:ln>
            <a:noFill/>
          </a:ln>
        </p:spPr>
        <p:txBody>
          <a:bodyPr anchorCtr="0" anchor="t" bIns="0" lIns="0" spcFirstLastPara="1" rIns="0" wrap="square" tIns="0">
            <a:spAutoFit/>
          </a:bodyPr>
          <a:lstStyle/>
          <a:p>
            <a:pPr indent="0" lvl="0" marL="0" marR="0" rtl="0" algn="l">
              <a:lnSpc>
                <a:spcPct val="133000"/>
              </a:lnSpc>
              <a:spcBef>
                <a:spcPts val="0"/>
              </a:spcBef>
              <a:spcAft>
                <a:spcPts val="0"/>
              </a:spcAft>
              <a:buNone/>
            </a:pPr>
            <a:r>
              <a:rPr b="1" lang="en-US" sz="3000">
                <a:solidFill>
                  <a:srgbClr val="FFFFFF"/>
                </a:solidFill>
                <a:latin typeface="Calibri"/>
                <a:ea typeface="Calibri"/>
                <a:cs typeface="Calibri"/>
                <a:sym typeface="Calibri"/>
              </a:rPr>
              <a:t>Terminal Emulator</a:t>
            </a:r>
            <a:endParaRPr b="1" sz="3000">
              <a:solidFill>
                <a:srgbClr val="FFFFFF"/>
              </a:solidFill>
              <a:latin typeface="Calibri"/>
              <a:ea typeface="Calibri"/>
              <a:cs typeface="Calibri"/>
              <a:sym typeface="Calibri"/>
            </a:endParaRPr>
          </a:p>
        </p:txBody>
      </p:sp>
      <p:sp>
        <p:nvSpPr>
          <p:cNvPr id="696" name="Google Shape;696;p30"/>
          <p:cNvSpPr txBox="1"/>
          <p:nvPr/>
        </p:nvSpPr>
        <p:spPr>
          <a:xfrm>
            <a:off x="9601166" y="3754858"/>
            <a:ext cx="7460279" cy="2250440"/>
          </a:xfrm>
          <a:prstGeom prst="rect">
            <a:avLst/>
          </a:prstGeom>
          <a:noFill/>
          <a:ln>
            <a:noFill/>
          </a:ln>
        </p:spPr>
        <p:txBody>
          <a:bodyPr anchorCtr="0" anchor="t" bIns="0" lIns="0" spcFirstLastPara="1" rIns="0" wrap="square" tIns="0">
            <a:spAutoFit/>
          </a:bodyPr>
          <a:lstStyle/>
          <a:p>
            <a:pPr indent="0" lvl="0" marL="0" marR="0" rtl="0" algn="just">
              <a:lnSpc>
                <a:spcPct val="139840"/>
              </a:lnSpc>
              <a:spcBef>
                <a:spcPts val="0"/>
              </a:spcBef>
              <a:spcAft>
                <a:spcPts val="0"/>
              </a:spcAft>
              <a:buNone/>
            </a:pPr>
            <a:r>
              <a:rPr b="1" lang="en-US" sz="2510">
                <a:solidFill>
                  <a:srgbClr val="FFFFFF"/>
                </a:solidFill>
                <a:latin typeface="IBM Plex Sans"/>
                <a:ea typeface="IBM Plex Sans"/>
                <a:cs typeface="IBM Plex Sans"/>
                <a:sym typeface="IBM Plex Sans"/>
              </a:rPr>
              <a:t>To access the Terminal Emulator in Linux, you can use several methods. The quickest way is to press Ctrl + Alt + T, If this shortcut doesn’t work, you can manually search for "Terminal" in the application menu and open it from there. </a:t>
            </a:r>
            <a:endParaRPr b="1" sz="2510">
              <a:solidFill>
                <a:srgbClr val="FFFFFF"/>
              </a:solidFill>
              <a:latin typeface="IBM Plex Sans"/>
              <a:ea typeface="IBM Plex Sans"/>
              <a:cs typeface="IBM Plex Sans"/>
              <a:sym typeface="IBM Plex Sans"/>
            </a:endParaRPr>
          </a:p>
        </p:txBody>
      </p:sp>
      <p:pic>
        <p:nvPicPr>
          <p:cNvPr id="697" name="Google Shape;697;p30"/>
          <p:cNvPicPr preferRelativeResize="0"/>
          <p:nvPr/>
        </p:nvPicPr>
        <p:blipFill rotWithShape="1">
          <a:blip r:embed="rId5">
            <a:alphaModFix/>
          </a:blip>
          <a:srcRect b="0" l="0" r="0" t="0"/>
          <a:stretch/>
        </p:blipFill>
        <p:spPr>
          <a:xfrm>
            <a:off x="438785" y="3086100"/>
            <a:ext cx="8695690" cy="5379720"/>
          </a:xfrm>
          <a:prstGeom prst="rect">
            <a:avLst/>
          </a:prstGeom>
          <a:noFill/>
          <a:ln cap="flat" cmpd="sng" w="9525">
            <a:solidFill>
              <a:srgbClr val="F4F8FB"/>
            </a:solidFill>
            <a:prstDash val="solid"/>
            <a:round/>
            <a:headEnd len="sm" w="sm" type="none"/>
            <a:tailEnd len="sm" w="sm" type="none"/>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p3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9" l="0" r="0" t="-9220"/>
            </a:stretch>
          </a:blipFill>
          <a:ln>
            <a:noFill/>
          </a:ln>
        </p:spPr>
      </p:sp>
      <p:sp>
        <p:nvSpPr>
          <p:cNvPr id="703" name="Google Shape;703;p31"/>
          <p:cNvSpPr txBox="1"/>
          <p:nvPr/>
        </p:nvSpPr>
        <p:spPr>
          <a:xfrm>
            <a:off x="1043305" y="342900"/>
            <a:ext cx="16202025" cy="897255"/>
          </a:xfrm>
          <a:prstGeom prst="rect">
            <a:avLst/>
          </a:prstGeom>
          <a:noFill/>
          <a:ln>
            <a:noFill/>
          </a:ln>
        </p:spPr>
        <p:txBody>
          <a:bodyPr anchorCtr="0" anchor="t" bIns="0" lIns="0" spcFirstLastPara="1" rIns="0" wrap="square" tIns="0">
            <a:spAutoFit/>
          </a:bodyPr>
          <a:lstStyle/>
          <a:p>
            <a:pPr indent="0" lvl="0" marL="0" marR="0" rtl="0" algn="ctr">
              <a:lnSpc>
                <a:spcPct val="87500"/>
              </a:lnSpc>
              <a:spcBef>
                <a:spcPts val="0"/>
              </a:spcBef>
              <a:spcAft>
                <a:spcPts val="0"/>
              </a:spcAft>
              <a:buNone/>
            </a:pPr>
            <a:r>
              <a:rPr b="1" lang="en-US" sz="8000" u="none" strike="noStrike">
                <a:solidFill>
                  <a:srgbClr val="C1FF72"/>
                </a:solidFill>
                <a:latin typeface="Calibri"/>
                <a:ea typeface="Calibri"/>
                <a:cs typeface="Calibri"/>
                <a:sym typeface="Calibri"/>
              </a:rPr>
              <a:t>Understanding the Command</a:t>
            </a:r>
            <a:endParaRPr b="1" sz="8000" u="none" strike="noStrike">
              <a:solidFill>
                <a:srgbClr val="C1FF72"/>
              </a:solidFill>
              <a:latin typeface="Calibri"/>
              <a:ea typeface="Calibri"/>
              <a:cs typeface="Calibri"/>
              <a:sym typeface="Calibri"/>
            </a:endParaRPr>
          </a:p>
        </p:txBody>
      </p:sp>
      <p:sp>
        <p:nvSpPr>
          <p:cNvPr id="704" name="Google Shape;704;p31"/>
          <p:cNvSpPr/>
          <p:nvPr/>
        </p:nvSpPr>
        <p:spPr>
          <a:xfrm>
            <a:off x="1178385" y="1143961"/>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705" name="Google Shape;705;p31"/>
          <p:cNvSpPr/>
          <p:nvPr/>
        </p:nvSpPr>
        <p:spPr>
          <a:xfrm>
            <a:off x="13759697" y="74040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706" name="Google Shape;706;p31"/>
          <p:cNvSpPr/>
          <p:nvPr/>
        </p:nvSpPr>
        <p:spPr>
          <a:xfrm>
            <a:off x="152401" y="88773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707" name="Google Shape;707;p31"/>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708" name="Google Shape;708;p31"/>
          <p:cNvSpPr/>
          <p:nvPr/>
        </p:nvSpPr>
        <p:spPr>
          <a:xfrm>
            <a:off x="13342850" y="1068395"/>
            <a:ext cx="2287216" cy="2287216"/>
          </a:xfrm>
          <a:custGeom>
            <a:rect b="b" l="l" r="r" t="t"/>
            <a:pathLst>
              <a:path extrusionOk="0" h="2287216" w="2287216">
                <a:moveTo>
                  <a:pt x="0" y="0"/>
                </a:moveTo>
                <a:lnTo>
                  <a:pt x="2287216" y="0"/>
                </a:lnTo>
                <a:lnTo>
                  <a:pt x="2287216" y="2287217"/>
                </a:lnTo>
                <a:lnTo>
                  <a:pt x="0" y="2287217"/>
                </a:lnTo>
                <a:lnTo>
                  <a:pt x="0" y="0"/>
                </a:lnTo>
                <a:close/>
              </a:path>
            </a:pathLst>
          </a:custGeom>
          <a:blipFill rotWithShape="1">
            <a:blip r:embed="rId4">
              <a:alphaModFix amt="44999"/>
            </a:blip>
            <a:stretch>
              <a:fillRect b="0" l="0" r="0" t="0"/>
            </a:stretch>
          </a:blipFill>
          <a:ln>
            <a:noFill/>
          </a:ln>
        </p:spPr>
      </p:sp>
      <p:grpSp>
        <p:nvGrpSpPr>
          <p:cNvPr id="709" name="Google Shape;709;p31"/>
          <p:cNvGrpSpPr/>
          <p:nvPr/>
        </p:nvGrpSpPr>
        <p:grpSpPr>
          <a:xfrm>
            <a:off x="878206" y="1850752"/>
            <a:ext cx="8001321" cy="7874351"/>
            <a:chOff x="0" y="-57150"/>
            <a:chExt cx="2107344" cy="2073903"/>
          </a:xfrm>
        </p:grpSpPr>
        <p:sp>
          <p:nvSpPr>
            <p:cNvPr id="710" name="Google Shape;710;p31"/>
            <p:cNvSpPr/>
            <p:nvPr/>
          </p:nvSpPr>
          <p:spPr>
            <a:xfrm>
              <a:off x="0" y="0"/>
              <a:ext cx="2107344" cy="2016753"/>
            </a:xfrm>
            <a:custGeom>
              <a:rect b="b" l="l" r="r" t="t"/>
              <a:pathLst>
                <a:path extrusionOk="0" h="2016753" w="2107344">
                  <a:moveTo>
                    <a:pt x="13546" y="0"/>
                  </a:moveTo>
                  <a:lnTo>
                    <a:pt x="2093798" y="0"/>
                  </a:lnTo>
                  <a:cubicBezTo>
                    <a:pt x="2097390" y="0"/>
                    <a:pt x="2100836" y="1427"/>
                    <a:pt x="2103376" y="3968"/>
                  </a:cubicBezTo>
                  <a:cubicBezTo>
                    <a:pt x="2105916" y="6508"/>
                    <a:pt x="2107344" y="9953"/>
                    <a:pt x="2107344" y="13546"/>
                  </a:cubicBezTo>
                  <a:lnTo>
                    <a:pt x="2107344" y="2003207"/>
                  </a:lnTo>
                  <a:cubicBezTo>
                    <a:pt x="2107344" y="2010689"/>
                    <a:pt x="2101279" y="2016753"/>
                    <a:pt x="2093798" y="2016753"/>
                  </a:cubicBezTo>
                  <a:lnTo>
                    <a:pt x="13546" y="2016753"/>
                  </a:lnTo>
                  <a:cubicBezTo>
                    <a:pt x="9953" y="2016753"/>
                    <a:pt x="6508" y="2015326"/>
                    <a:pt x="3968" y="2012786"/>
                  </a:cubicBezTo>
                  <a:cubicBezTo>
                    <a:pt x="1427" y="2010245"/>
                    <a:pt x="0" y="2006800"/>
                    <a:pt x="0" y="2003207"/>
                  </a:cubicBezTo>
                  <a:lnTo>
                    <a:pt x="0" y="13546"/>
                  </a:lnTo>
                  <a:cubicBezTo>
                    <a:pt x="0" y="9953"/>
                    <a:pt x="1427" y="6508"/>
                    <a:pt x="3968" y="3968"/>
                  </a:cubicBezTo>
                  <a:cubicBezTo>
                    <a:pt x="6508" y="1427"/>
                    <a:pt x="9953" y="0"/>
                    <a:pt x="13546" y="0"/>
                  </a:cubicBezTo>
                  <a:close/>
                </a:path>
              </a:pathLst>
            </a:custGeom>
            <a:gradFill>
              <a:gsLst>
                <a:gs pos="0">
                  <a:srgbClr val="40FDFB"/>
                </a:gs>
                <a:gs pos="100000">
                  <a:srgbClr val="1F447F"/>
                </a:gs>
              </a:gsLst>
              <a:lin ang="2700000" scaled="0"/>
            </a:gradFill>
            <a:ln cap="sq" cmpd="sng" w="38100">
              <a:solidFill>
                <a:srgbClr val="FFFFF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31"/>
            <p:cNvSpPr txBox="1"/>
            <p:nvPr/>
          </p:nvSpPr>
          <p:spPr>
            <a:xfrm>
              <a:off x="0" y="-57150"/>
              <a:ext cx="2107344" cy="2073903"/>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ctr">
                <a:lnSpc>
                  <a:spcPct val="195000"/>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12" name="Google Shape;712;p31"/>
          <p:cNvSpPr/>
          <p:nvPr/>
        </p:nvSpPr>
        <p:spPr>
          <a:xfrm>
            <a:off x="16230712" y="255146"/>
            <a:ext cx="1595650" cy="1595650"/>
          </a:xfrm>
          <a:custGeom>
            <a:rect b="b" l="l" r="r" t="t"/>
            <a:pathLst>
              <a:path extrusionOk="0" h="1595650" w="1595650">
                <a:moveTo>
                  <a:pt x="0" y="0"/>
                </a:moveTo>
                <a:lnTo>
                  <a:pt x="1595650" y="0"/>
                </a:lnTo>
                <a:lnTo>
                  <a:pt x="1595650" y="1595651"/>
                </a:lnTo>
                <a:lnTo>
                  <a:pt x="0" y="1595651"/>
                </a:lnTo>
                <a:lnTo>
                  <a:pt x="0" y="0"/>
                </a:lnTo>
                <a:close/>
              </a:path>
            </a:pathLst>
          </a:custGeom>
          <a:blipFill rotWithShape="1">
            <a:blip r:embed="rId4">
              <a:alphaModFix amt="44999"/>
            </a:blip>
            <a:stretch>
              <a:fillRect b="0" l="0" r="0" t="0"/>
            </a:stretch>
          </a:blipFill>
          <a:ln>
            <a:noFill/>
          </a:ln>
        </p:spPr>
      </p:sp>
      <p:grpSp>
        <p:nvGrpSpPr>
          <p:cNvPr id="713" name="Google Shape;713;p31"/>
          <p:cNvGrpSpPr/>
          <p:nvPr/>
        </p:nvGrpSpPr>
        <p:grpSpPr>
          <a:xfrm>
            <a:off x="9342190" y="1818043"/>
            <a:ext cx="8001321" cy="7874351"/>
            <a:chOff x="0" y="-57150"/>
            <a:chExt cx="2107344" cy="2073903"/>
          </a:xfrm>
        </p:grpSpPr>
        <p:sp>
          <p:nvSpPr>
            <p:cNvPr id="714" name="Google Shape;714;p31"/>
            <p:cNvSpPr/>
            <p:nvPr/>
          </p:nvSpPr>
          <p:spPr>
            <a:xfrm>
              <a:off x="0" y="0"/>
              <a:ext cx="2107344" cy="2016753"/>
            </a:xfrm>
            <a:custGeom>
              <a:rect b="b" l="l" r="r" t="t"/>
              <a:pathLst>
                <a:path extrusionOk="0" h="2016753" w="2107344">
                  <a:moveTo>
                    <a:pt x="13546" y="0"/>
                  </a:moveTo>
                  <a:lnTo>
                    <a:pt x="2093798" y="0"/>
                  </a:lnTo>
                  <a:cubicBezTo>
                    <a:pt x="2097390" y="0"/>
                    <a:pt x="2100836" y="1427"/>
                    <a:pt x="2103376" y="3968"/>
                  </a:cubicBezTo>
                  <a:cubicBezTo>
                    <a:pt x="2105916" y="6508"/>
                    <a:pt x="2107344" y="9953"/>
                    <a:pt x="2107344" y="13546"/>
                  </a:cubicBezTo>
                  <a:lnTo>
                    <a:pt x="2107344" y="2003207"/>
                  </a:lnTo>
                  <a:cubicBezTo>
                    <a:pt x="2107344" y="2010689"/>
                    <a:pt x="2101279" y="2016753"/>
                    <a:pt x="2093798" y="2016753"/>
                  </a:cubicBezTo>
                  <a:lnTo>
                    <a:pt x="13546" y="2016753"/>
                  </a:lnTo>
                  <a:cubicBezTo>
                    <a:pt x="9953" y="2016753"/>
                    <a:pt x="6508" y="2015326"/>
                    <a:pt x="3968" y="2012786"/>
                  </a:cubicBezTo>
                  <a:cubicBezTo>
                    <a:pt x="1427" y="2010245"/>
                    <a:pt x="0" y="2006800"/>
                    <a:pt x="0" y="2003207"/>
                  </a:cubicBezTo>
                  <a:lnTo>
                    <a:pt x="0" y="13546"/>
                  </a:lnTo>
                  <a:cubicBezTo>
                    <a:pt x="0" y="9953"/>
                    <a:pt x="1427" y="6508"/>
                    <a:pt x="3968" y="3968"/>
                  </a:cubicBezTo>
                  <a:cubicBezTo>
                    <a:pt x="6508" y="1427"/>
                    <a:pt x="9953" y="0"/>
                    <a:pt x="13546" y="0"/>
                  </a:cubicBezTo>
                  <a:close/>
                </a:path>
              </a:pathLst>
            </a:custGeom>
            <a:solidFill>
              <a:schemeClr val="accent1"/>
            </a:solidFill>
            <a:ln cap="sq" cmpd="sng" w="38100">
              <a:solidFill>
                <a:srgbClr val="FFFFF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31"/>
            <p:cNvSpPr txBox="1"/>
            <p:nvPr/>
          </p:nvSpPr>
          <p:spPr>
            <a:xfrm>
              <a:off x="0" y="-57150"/>
              <a:ext cx="2107344" cy="2073903"/>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ctr">
                <a:lnSpc>
                  <a:spcPct val="195000"/>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16" name="Google Shape;716;p31"/>
          <p:cNvSpPr/>
          <p:nvPr/>
        </p:nvSpPr>
        <p:spPr>
          <a:xfrm>
            <a:off x="10972734" y="5258992"/>
            <a:ext cx="6120033" cy="3989171"/>
          </a:xfrm>
          <a:custGeom>
            <a:rect b="b" l="l" r="r" t="t"/>
            <a:pathLst>
              <a:path extrusionOk="0" h="3989171" w="6120033">
                <a:moveTo>
                  <a:pt x="0" y="0"/>
                </a:moveTo>
                <a:lnTo>
                  <a:pt x="6120033" y="0"/>
                </a:lnTo>
                <a:lnTo>
                  <a:pt x="6120033" y="3989171"/>
                </a:lnTo>
                <a:lnTo>
                  <a:pt x="0" y="3989171"/>
                </a:lnTo>
                <a:lnTo>
                  <a:pt x="0" y="0"/>
                </a:lnTo>
                <a:close/>
              </a:path>
            </a:pathLst>
          </a:custGeom>
          <a:blipFill rotWithShape="1">
            <a:blip r:embed="rId5">
              <a:alphaModFix/>
            </a:blip>
            <a:stretch>
              <a:fillRect b="0" l="0" r="0" t="0"/>
            </a:stretch>
          </a:blipFill>
          <a:ln>
            <a:noFill/>
          </a:ln>
        </p:spPr>
      </p:sp>
      <p:sp>
        <p:nvSpPr>
          <p:cNvPr id="717" name="Google Shape;717;p31"/>
          <p:cNvSpPr txBox="1"/>
          <p:nvPr/>
        </p:nvSpPr>
        <p:spPr>
          <a:xfrm>
            <a:off x="1178385" y="2360067"/>
            <a:ext cx="7446494" cy="6392545"/>
          </a:xfrm>
          <a:prstGeom prst="rect">
            <a:avLst/>
          </a:prstGeom>
          <a:noFill/>
          <a:ln>
            <a:noFill/>
          </a:ln>
        </p:spPr>
        <p:txBody>
          <a:bodyPr anchorCtr="0" anchor="t" bIns="0" lIns="0" spcFirstLastPara="1" rIns="0" wrap="square" tIns="0">
            <a:spAutoFit/>
          </a:bodyPr>
          <a:lstStyle/>
          <a:p>
            <a:pPr indent="0" lvl="0" marL="0" marR="0" rtl="0" algn="just">
              <a:lnSpc>
                <a:spcPct val="139840"/>
              </a:lnSpc>
              <a:spcBef>
                <a:spcPts val="0"/>
              </a:spcBef>
              <a:spcAft>
                <a:spcPts val="0"/>
              </a:spcAft>
              <a:buNone/>
            </a:pPr>
            <a:r>
              <a:rPr b="1" lang="en-US" sz="2510">
                <a:solidFill>
                  <a:srgbClr val="FFFFFF"/>
                </a:solidFill>
                <a:latin typeface="IBM Plex Sans"/>
                <a:ea typeface="IBM Plex Sans"/>
                <a:cs typeface="IBM Plex Sans"/>
                <a:sym typeface="IBM Plex Sans"/>
              </a:rPr>
              <a:t>Command Line Input Structure</a:t>
            </a:r>
            <a:endParaRPr b="1" sz="2510">
              <a:solidFill>
                <a:srgbClr val="FFFFFF"/>
              </a:solidFill>
              <a:latin typeface="IBM Plex Sans"/>
              <a:ea typeface="IBM Plex Sans"/>
              <a:cs typeface="IBM Plex Sans"/>
              <a:sym typeface="IBM Plex Sans"/>
            </a:endParaRPr>
          </a:p>
          <a:p>
            <a:pPr indent="0" lvl="0" marL="0" marR="0" rtl="0" algn="just">
              <a:lnSpc>
                <a:spcPct val="139840"/>
              </a:lnSpc>
              <a:spcBef>
                <a:spcPts val="0"/>
              </a:spcBef>
              <a:spcAft>
                <a:spcPts val="0"/>
              </a:spcAft>
              <a:buNone/>
            </a:pPr>
            <a:r>
              <a:rPr b="1" lang="en-US" sz="2510">
                <a:solidFill>
                  <a:srgbClr val="FFFFFF"/>
                </a:solidFill>
                <a:latin typeface="IBM Plex Sans"/>
                <a:ea typeface="IBM Plex Sans"/>
                <a:cs typeface="IBM Plex Sans"/>
                <a:sym typeface="IBM Plex Sans"/>
              </a:rPr>
              <a:t>General Format:</a:t>
            </a:r>
            <a:endParaRPr b="1" sz="3015">
              <a:solidFill>
                <a:srgbClr val="FFFFFF"/>
              </a:solidFill>
              <a:latin typeface="Calibri"/>
              <a:ea typeface="Calibri"/>
              <a:cs typeface="Calibri"/>
              <a:sym typeface="Calibri"/>
            </a:endParaRPr>
          </a:p>
          <a:p>
            <a:pPr indent="0" lvl="0" marL="0" marR="0" rtl="0" algn="just">
              <a:lnSpc>
                <a:spcPct val="139840"/>
              </a:lnSpc>
              <a:spcBef>
                <a:spcPts val="0"/>
              </a:spcBef>
              <a:spcAft>
                <a:spcPts val="0"/>
              </a:spcAft>
              <a:buNone/>
            </a:pPr>
            <a:r>
              <a:rPr b="1" lang="en-US" sz="2510">
                <a:solidFill>
                  <a:srgbClr val="C1FF72"/>
                </a:solidFill>
                <a:latin typeface="IBM Plex Sans"/>
                <a:ea typeface="IBM Plex Sans"/>
                <a:cs typeface="IBM Plex Sans"/>
                <a:sym typeface="IBM Plex Sans"/>
              </a:rPr>
              <a:t> Command [Options] [Arguments]</a:t>
            </a:r>
            <a:endParaRPr b="1" sz="2510">
              <a:solidFill>
                <a:srgbClr val="C1FF72"/>
              </a:solidFill>
              <a:latin typeface="IBM Plex Sans"/>
              <a:ea typeface="IBM Plex Sans"/>
              <a:cs typeface="IBM Plex Sans"/>
              <a:sym typeface="IBM Plex Sans"/>
            </a:endParaRPr>
          </a:p>
          <a:p>
            <a:pPr indent="0" lvl="0" marL="0" marR="0" rtl="0" algn="just">
              <a:lnSpc>
                <a:spcPct val="168127"/>
              </a:lnSpc>
              <a:spcBef>
                <a:spcPts val="0"/>
              </a:spcBef>
              <a:spcAft>
                <a:spcPts val="0"/>
              </a:spcAft>
              <a:buNone/>
            </a:pPr>
            <a:r>
              <a:t/>
            </a:r>
            <a:endParaRPr b="1" sz="2510">
              <a:solidFill>
                <a:srgbClr val="C1FF72"/>
              </a:solidFill>
              <a:latin typeface="IBM Plex Sans"/>
              <a:ea typeface="IBM Plex Sans"/>
              <a:cs typeface="IBM Plex Sans"/>
              <a:sym typeface="IBM Plex Sans"/>
            </a:endParaRPr>
          </a:p>
          <a:p>
            <a:pPr indent="0" lvl="0" marL="0" marR="0" rtl="0" algn="just">
              <a:lnSpc>
                <a:spcPct val="139840"/>
              </a:lnSpc>
              <a:spcBef>
                <a:spcPts val="0"/>
              </a:spcBef>
              <a:spcAft>
                <a:spcPts val="0"/>
              </a:spcAft>
              <a:buNone/>
            </a:pPr>
            <a:r>
              <a:rPr b="1" lang="en-US" sz="2510">
                <a:solidFill>
                  <a:srgbClr val="FFFFFF"/>
                </a:solidFill>
                <a:latin typeface="IBM Plex Sans"/>
                <a:ea typeface="IBM Plex Sans"/>
                <a:cs typeface="IBM Plex Sans"/>
                <a:sym typeface="IBM Plex Sans"/>
              </a:rPr>
              <a:t>Components of a Command:</a:t>
            </a:r>
            <a:endParaRPr b="1" sz="2510">
              <a:solidFill>
                <a:srgbClr val="FFFFFF"/>
              </a:solidFill>
              <a:latin typeface="IBM Plex Sans"/>
              <a:ea typeface="IBM Plex Sans"/>
              <a:cs typeface="IBM Plex Sans"/>
              <a:sym typeface="IBM Plex Sans"/>
            </a:endParaRPr>
          </a:p>
          <a:p>
            <a:pPr indent="0" lvl="0" marL="0" marR="0" rtl="0" algn="just">
              <a:lnSpc>
                <a:spcPct val="139840"/>
              </a:lnSpc>
              <a:spcBef>
                <a:spcPts val="0"/>
              </a:spcBef>
              <a:spcAft>
                <a:spcPts val="0"/>
              </a:spcAft>
              <a:buNone/>
            </a:pPr>
            <a:r>
              <a:t/>
            </a:r>
            <a:endParaRPr b="1" sz="2510">
              <a:solidFill>
                <a:srgbClr val="FFFFFF"/>
              </a:solidFill>
              <a:latin typeface="IBM Plex Sans"/>
              <a:ea typeface="IBM Plex Sans"/>
              <a:cs typeface="IBM Plex Sans"/>
              <a:sym typeface="IBM Plex Sans"/>
            </a:endParaRPr>
          </a:p>
          <a:p>
            <a:pPr indent="-457200" lvl="1" marL="457200" marR="0" rtl="0" algn="just">
              <a:lnSpc>
                <a:spcPct val="116417"/>
              </a:lnSpc>
              <a:spcBef>
                <a:spcPts val="0"/>
              </a:spcBef>
              <a:spcAft>
                <a:spcPts val="0"/>
              </a:spcAft>
              <a:buClr>
                <a:srgbClr val="C1FF72"/>
              </a:buClr>
              <a:buSzPts val="2510"/>
              <a:buFont typeface="Arial"/>
              <a:buChar char="•"/>
            </a:pPr>
            <a:r>
              <a:rPr b="1" i="0" lang="en-US" sz="2510" u="none" cap="none" strike="noStrike">
                <a:solidFill>
                  <a:srgbClr val="C1FF72"/>
                </a:solidFill>
                <a:latin typeface="IBM Plex Sans"/>
                <a:ea typeface="IBM Plex Sans"/>
                <a:cs typeface="IBM Plex Sans"/>
                <a:sym typeface="IBM Plex Sans"/>
              </a:rPr>
              <a:t>Command</a:t>
            </a:r>
            <a:r>
              <a:rPr b="1" i="0" lang="en-US" sz="3015" u="none" cap="none" strike="noStrike">
                <a:solidFill>
                  <a:srgbClr val="C1FF72"/>
                </a:solidFill>
                <a:latin typeface="Calibri"/>
                <a:ea typeface="Calibri"/>
                <a:cs typeface="Calibri"/>
                <a:sym typeface="Calibri"/>
              </a:rPr>
              <a:t> </a:t>
            </a:r>
            <a:r>
              <a:rPr b="1" i="0" lang="en-US" sz="3015" u="none" cap="none" strike="noStrike">
                <a:solidFill>
                  <a:srgbClr val="FFFFFF"/>
                </a:solidFill>
                <a:latin typeface="Calibri"/>
                <a:ea typeface="Calibri"/>
                <a:cs typeface="Calibri"/>
                <a:sym typeface="Calibri"/>
              </a:rPr>
              <a:t>– </a:t>
            </a:r>
            <a:r>
              <a:rPr b="1" i="0" lang="en-US" sz="2510" u="none" cap="none" strike="noStrike">
                <a:solidFill>
                  <a:srgbClr val="FFFFFF"/>
                </a:solidFill>
                <a:latin typeface="IBM Plex Sans"/>
                <a:ea typeface="IBM Plex Sans"/>
                <a:cs typeface="IBM Plex Sans"/>
                <a:sym typeface="IBM Plex Sans"/>
              </a:rPr>
              <a:t>The name of the program or script being executed (e.g., ls, mkdir, grep)</a:t>
            </a:r>
            <a:endParaRPr b="1" i="0" sz="2510" u="none" cap="none" strike="noStrike">
              <a:solidFill>
                <a:srgbClr val="FFFFFF"/>
              </a:solidFill>
              <a:latin typeface="IBM Plex Sans"/>
              <a:ea typeface="IBM Plex Sans"/>
              <a:cs typeface="IBM Plex Sans"/>
              <a:sym typeface="IBM Plex Sans"/>
            </a:endParaRPr>
          </a:p>
          <a:p>
            <a:pPr indent="0" lvl="1" marL="0" marR="0" rtl="0" algn="just">
              <a:lnSpc>
                <a:spcPct val="139840"/>
              </a:lnSpc>
              <a:spcBef>
                <a:spcPts val="0"/>
              </a:spcBef>
              <a:spcAft>
                <a:spcPts val="0"/>
              </a:spcAft>
              <a:buClr>
                <a:schemeClr val="dk1"/>
              </a:buClr>
              <a:buSzPts val="2510"/>
              <a:buFont typeface="Arial"/>
              <a:buNone/>
            </a:pPr>
            <a:r>
              <a:t/>
            </a:r>
            <a:endParaRPr b="1" i="0" sz="2510" u="none" cap="none" strike="noStrike">
              <a:solidFill>
                <a:srgbClr val="FFFFFF"/>
              </a:solidFill>
              <a:latin typeface="IBM Plex Sans"/>
              <a:ea typeface="IBM Plex Sans"/>
              <a:cs typeface="IBM Plex Sans"/>
              <a:sym typeface="IBM Plex Sans"/>
            </a:endParaRPr>
          </a:p>
          <a:p>
            <a:pPr indent="-457200" lvl="1" marL="457200" marR="0" rtl="0" algn="just">
              <a:lnSpc>
                <a:spcPct val="116417"/>
              </a:lnSpc>
              <a:spcBef>
                <a:spcPts val="0"/>
              </a:spcBef>
              <a:spcAft>
                <a:spcPts val="0"/>
              </a:spcAft>
              <a:buClr>
                <a:srgbClr val="C1FF72"/>
              </a:buClr>
              <a:buSzPts val="2510"/>
              <a:buFont typeface="Arial"/>
              <a:buChar char="•"/>
            </a:pPr>
            <a:r>
              <a:rPr b="1" i="0" lang="en-US" sz="2510" u="none" cap="none" strike="noStrike">
                <a:solidFill>
                  <a:srgbClr val="C1FF72"/>
                </a:solidFill>
                <a:latin typeface="IBM Plex Sans"/>
                <a:ea typeface="IBM Plex Sans"/>
                <a:cs typeface="IBM Plex Sans"/>
                <a:sym typeface="IBM Plex Sans"/>
              </a:rPr>
              <a:t>Options</a:t>
            </a:r>
            <a:r>
              <a:rPr b="1" i="0" lang="en-US" sz="3015" u="none" cap="none" strike="noStrike">
                <a:solidFill>
                  <a:srgbClr val="C1FF72"/>
                </a:solidFill>
                <a:latin typeface="Calibri"/>
                <a:ea typeface="Calibri"/>
                <a:cs typeface="Calibri"/>
                <a:sym typeface="Calibri"/>
              </a:rPr>
              <a:t> </a:t>
            </a:r>
            <a:r>
              <a:rPr b="1" i="0" lang="en-US" sz="3015" u="none" cap="none" strike="noStrike">
                <a:solidFill>
                  <a:srgbClr val="FFFFFF"/>
                </a:solidFill>
                <a:latin typeface="Calibri"/>
                <a:ea typeface="Calibri"/>
                <a:cs typeface="Calibri"/>
                <a:sym typeface="Calibri"/>
              </a:rPr>
              <a:t>– </a:t>
            </a:r>
            <a:r>
              <a:rPr b="1" i="0" lang="en-US" sz="2510" u="none" cap="none" strike="noStrike">
                <a:solidFill>
                  <a:srgbClr val="FFFFFF"/>
                </a:solidFill>
                <a:latin typeface="IBM Plex Sans"/>
                <a:ea typeface="IBM Plex Sans"/>
                <a:cs typeface="IBM Plex Sans"/>
                <a:sym typeface="IBM Plex Sans"/>
              </a:rPr>
              <a:t>Modify the behavior of the command (e.g., -l, --help)</a:t>
            </a:r>
            <a:endParaRPr b="1" i="0" sz="2510" u="none" cap="none" strike="noStrike">
              <a:solidFill>
                <a:srgbClr val="FFFFFF"/>
              </a:solidFill>
              <a:latin typeface="IBM Plex Sans"/>
              <a:ea typeface="IBM Plex Sans"/>
              <a:cs typeface="IBM Plex Sans"/>
              <a:sym typeface="IBM Plex Sans"/>
            </a:endParaRPr>
          </a:p>
          <a:p>
            <a:pPr indent="0" lvl="1" marL="0" marR="0" rtl="0" algn="just">
              <a:lnSpc>
                <a:spcPct val="139840"/>
              </a:lnSpc>
              <a:spcBef>
                <a:spcPts val="0"/>
              </a:spcBef>
              <a:spcAft>
                <a:spcPts val="0"/>
              </a:spcAft>
              <a:buClr>
                <a:schemeClr val="dk1"/>
              </a:buClr>
              <a:buSzPts val="2510"/>
              <a:buFont typeface="Arial"/>
              <a:buNone/>
            </a:pPr>
            <a:r>
              <a:t/>
            </a:r>
            <a:endParaRPr b="1" i="0" sz="2510" u="none" cap="none" strike="noStrike">
              <a:solidFill>
                <a:srgbClr val="FFFFFF"/>
              </a:solidFill>
              <a:latin typeface="IBM Plex Sans"/>
              <a:ea typeface="IBM Plex Sans"/>
              <a:cs typeface="IBM Plex Sans"/>
              <a:sym typeface="IBM Plex Sans"/>
            </a:endParaRPr>
          </a:p>
          <a:p>
            <a:pPr indent="-457200" lvl="1" marL="457200" marR="0" rtl="0" algn="just">
              <a:lnSpc>
                <a:spcPct val="116417"/>
              </a:lnSpc>
              <a:spcBef>
                <a:spcPts val="0"/>
              </a:spcBef>
              <a:spcAft>
                <a:spcPts val="0"/>
              </a:spcAft>
              <a:buClr>
                <a:srgbClr val="C1FF72"/>
              </a:buClr>
              <a:buSzPts val="2510"/>
              <a:buFont typeface="Arial"/>
              <a:buChar char="•"/>
            </a:pPr>
            <a:r>
              <a:rPr b="1" i="0" lang="en-US" sz="2510" u="none" cap="none" strike="noStrike">
                <a:solidFill>
                  <a:srgbClr val="C1FF72"/>
                </a:solidFill>
                <a:latin typeface="IBM Plex Sans"/>
                <a:ea typeface="IBM Plex Sans"/>
                <a:cs typeface="IBM Plex Sans"/>
                <a:sym typeface="IBM Plex Sans"/>
              </a:rPr>
              <a:t>Arguments</a:t>
            </a:r>
            <a:r>
              <a:rPr b="1" i="0" lang="en-US" sz="3015" u="none" cap="none" strike="noStrike">
                <a:solidFill>
                  <a:srgbClr val="C1FF72"/>
                </a:solidFill>
                <a:latin typeface="Calibri"/>
                <a:ea typeface="Calibri"/>
                <a:cs typeface="Calibri"/>
                <a:sym typeface="Calibri"/>
              </a:rPr>
              <a:t> </a:t>
            </a:r>
            <a:r>
              <a:rPr b="1" i="0" lang="en-US" sz="3015" u="none" cap="none" strike="noStrike">
                <a:solidFill>
                  <a:srgbClr val="FFFFFF"/>
                </a:solidFill>
                <a:latin typeface="Calibri"/>
                <a:ea typeface="Calibri"/>
                <a:cs typeface="Calibri"/>
                <a:sym typeface="Calibri"/>
              </a:rPr>
              <a:t>– </a:t>
            </a:r>
            <a:r>
              <a:rPr b="1" i="0" lang="en-US" sz="2510" u="none" cap="none" strike="noStrike">
                <a:solidFill>
                  <a:srgbClr val="FFFFFF"/>
                </a:solidFill>
                <a:latin typeface="IBM Plex Sans"/>
                <a:ea typeface="IBM Plex Sans"/>
                <a:cs typeface="IBM Plex Sans"/>
                <a:sym typeface="IBM Plex Sans"/>
              </a:rPr>
              <a:t>Additional inputs required by the command (e.g., a filename or directory path).</a:t>
            </a:r>
            <a:endParaRPr b="1" i="0" sz="2510" u="none" cap="none" strike="noStrike">
              <a:solidFill>
                <a:srgbClr val="FFFFFF"/>
              </a:solidFill>
              <a:latin typeface="IBM Plex Sans"/>
              <a:ea typeface="IBM Plex Sans"/>
              <a:cs typeface="IBM Plex Sans"/>
              <a:sym typeface="IBM Plex Sans"/>
            </a:endParaRPr>
          </a:p>
        </p:txBody>
      </p:sp>
      <p:sp>
        <p:nvSpPr>
          <p:cNvPr id="718" name="Google Shape;718;p31"/>
          <p:cNvSpPr txBox="1"/>
          <p:nvPr/>
        </p:nvSpPr>
        <p:spPr>
          <a:xfrm>
            <a:off x="9619603" y="2327357"/>
            <a:ext cx="7446494" cy="3246755"/>
          </a:xfrm>
          <a:prstGeom prst="rect">
            <a:avLst/>
          </a:prstGeom>
          <a:noFill/>
          <a:ln>
            <a:noFill/>
          </a:ln>
        </p:spPr>
        <p:txBody>
          <a:bodyPr anchorCtr="0" anchor="t" bIns="0" lIns="0" spcFirstLastPara="1" rIns="0" wrap="square" tIns="0">
            <a:spAutoFit/>
          </a:bodyPr>
          <a:lstStyle/>
          <a:p>
            <a:pPr indent="0" lvl="0" marL="0" marR="0" rtl="0" algn="just">
              <a:lnSpc>
                <a:spcPct val="168127"/>
              </a:lnSpc>
              <a:spcBef>
                <a:spcPts val="0"/>
              </a:spcBef>
              <a:spcAft>
                <a:spcPts val="0"/>
              </a:spcAft>
              <a:buNone/>
            </a:pPr>
            <a:r>
              <a:rPr b="1" lang="en-US" sz="2510">
                <a:solidFill>
                  <a:srgbClr val="FFFFFF"/>
                </a:solidFill>
                <a:latin typeface="IBM Plex Sans"/>
                <a:ea typeface="IBM Plex Sans"/>
                <a:cs typeface="IBM Plex Sans"/>
                <a:sym typeface="IBM Plex Sans"/>
              </a:rPr>
              <a:t>Example Command:</a:t>
            </a:r>
            <a:endParaRPr b="1" sz="3015">
              <a:solidFill>
                <a:srgbClr val="FFFFFF"/>
              </a:solidFill>
              <a:latin typeface="Calibri"/>
              <a:ea typeface="Calibri"/>
              <a:cs typeface="Calibri"/>
              <a:sym typeface="Calibri"/>
            </a:endParaRPr>
          </a:p>
          <a:p>
            <a:pPr indent="0" lvl="0" marL="0" marR="0" rtl="0" algn="l">
              <a:lnSpc>
                <a:spcPct val="139966"/>
              </a:lnSpc>
              <a:spcBef>
                <a:spcPts val="0"/>
              </a:spcBef>
              <a:spcAft>
                <a:spcPts val="0"/>
              </a:spcAft>
              <a:buNone/>
            </a:pPr>
            <a:r>
              <a:rPr b="1" lang="en-US" sz="3015">
                <a:solidFill>
                  <a:srgbClr val="C1FF72"/>
                </a:solidFill>
                <a:latin typeface="Calibri"/>
                <a:ea typeface="Calibri"/>
                <a:cs typeface="Calibri"/>
                <a:sym typeface="Calibri"/>
              </a:rPr>
              <a:t>       </a:t>
            </a:r>
            <a:r>
              <a:rPr b="1" lang="en-US" sz="2510">
                <a:solidFill>
                  <a:srgbClr val="C1FF72"/>
                </a:solidFill>
                <a:latin typeface="IBM Plex Sans"/>
                <a:ea typeface="IBM Plex Sans"/>
                <a:cs typeface="IBM Plex Sans"/>
                <a:sym typeface="IBM Plex Sans"/>
              </a:rPr>
              <a:t> ls -l /home/user</a:t>
            </a:r>
            <a:endParaRPr b="1" sz="3015">
              <a:solidFill>
                <a:srgbClr val="C1FF72"/>
              </a:solidFill>
              <a:latin typeface="Calibri"/>
              <a:ea typeface="Calibri"/>
              <a:cs typeface="Calibri"/>
              <a:sym typeface="Calibri"/>
            </a:endParaRPr>
          </a:p>
          <a:p>
            <a:pPr indent="0" lvl="0" marL="0" marR="0" rtl="0" algn="l">
              <a:lnSpc>
                <a:spcPct val="168127"/>
              </a:lnSpc>
              <a:spcBef>
                <a:spcPts val="0"/>
              </a:spcBef>
              <a:spcAft>
                <a:spcPts val="0"/>
              </a:spcAft>
              <a:buNone/>
            </a:pPr>
            <a:r>
              <a:rPr b="1" lang="en-US" sz="2510">
                <a:solidFill>
                  <a:srgbClr val="FFFFFF"/>
                </a:solidFill>
                <a:latin typeface="IBM Plex Sans"/>
                <a:ea typeface="IBM Plex Sans"/>
                <a:cs typeface="IBM Plex Sans"/>
                <a:sym typeface="IBM Plex Sans"/>
              </a:rPr>
              <a:t>Command: </a:t>
            </a:r>
            <a:r>
              <a:rPr b="1" lang="en-US" sz="2510">
                <a:solidFill>
                  <a:srgbClr val="C1FF72"/>
                </a:solidFill>
                <a:latin typeface="IBM Plex Sans"/>
                <a:ea typeface="IBM Plex Sans"/>
                <a:cs typeface="IBM Plex Sans"/>
                <a:sym typeface="IBM Plex Sans"/>
              </a:rPr>
              <a:t>ls </a:t>
            </a:r>
            <a:r>
              <a:rPr b="1" lang="en-US" sz="2510">
                <a:solidFill>
                  <a:srgbClr val="FFFFFF"/>
                </a:solidFill>
                <a:latin typeface="IBM Plex Sans"/>
                <a:ea typeface="IBM Plex Sans"/>
                <a:cs typeface="IBM Plex Sans"/>
                <a:sym typeface="IBM Plex Sans"/>
              </a:rPr>
              <a:t>→ Lists directory contents</a:t>
            </a:r>
            <a:endParaRPr b="1" sz="2510">
              <a:solidFill>
                <a:srgbClr val="FFFFFF"/>
              </a:solidFill>
              <a:latin typeface="IBM Plex Sans"/>
              <a:ea typeface="IBM Plex Sans"/>
              <a:cs typeface="IBM Plex Sans"/>
              <a:sym typeface="IBM Plex Sans"/>
            </a:endParaRPr>
          </a:p>
          <a:p>
            <a:pPr indent="0" lvl="0" marL="0" marR="0" rtl="0" algn="l">
              <a:lnSpc>
                <a:spcPct val="168127"/>
              </a:lnSpc>
              <a:spcBef>
                <a:spcPts val="0"/>
              </a:spcBef>
              <a:spcAft>
                <a:spcPts val="0"/>
              </a:spcAft>
              <a:buNone/>
            </a:pPr>
            <a:r>
              <a:rPr b="1" lang="en-US" sz="2510">
                <a:solidFill>
                  <a:srgbClr val="FFFFFF"/>
                </a:solidFill>
                <a:latin typeface="IBM Plex Sans"/>
                <a:ea typeface="IBM Plex Sans"/>
                <a:cs typeface="IBM Plex Sans"/>
                <a:sym typeface="IBM Plex Sans"/>
              </a:rPr>
              <a:t>Option: </a:t>
            </a:r>
            <a:r>
              <a:rPr b="1" lang="en-US" sz="2510">
                <a:solidFill>
                  <a:srgbClr val="C1FF72"/>
                </a:solidFill>
                <a:latin typeface="IBM Plex Sans"/>
                <a:ea typeface="IBM Plex Sans"/>
                <a:cs typeface="IBM Plex Sans"/>
                <a:sym typeface="IBM Plex Sans"/>
              </a:rPr>
              <a:t>-l</a:t>
            </a:r>
            <a:r>
              <a:rPr b="1" lang="en-US" sz="2510">
                <a:solidFill>
                  <a:srgbClr val="FFFFFF"/>
                </a:solidFill>
                <a:latin typeface="IBM Plex Sans"/>
                <a:ea typeface="IBM Plex Sans"/>
                <a:cs typeface="IBM Plex Sans"/>
                <a:sym typeface="IBM Plex Sans"/>
              </a:rPr>
              <a:t> → Long format display</a:t>
            </a:r>
            <a:endParaRPr b="1" sz="2510">
              <a:solidFill>
                <a:srgbClr val="FFFFFF"/>
              </a:solidFill>
              <a:latin typeface="IBM Plex Sans"/>
              <a:ea typeface="IBM Plex Sans"/>
              <a:cs typeface="IBM Plex Sans"/>
              <a:sym typeface="IBM Plex Sans"/>
            </a:endParaRPr>
          </a:p>
          <a:p>
            <a:pPr indent="0" lvl="0" marL="0" marR="0" rtl="0" algn="l">
              <a:lnSpc>
                <a:spcPct val="168127"/>
              </a:lnSpc>
              <a:spcBef>
                <a:spcPts val="0"/>
              </a:spcBef>
              <a:spcAft>
                <a:spcPts val="0"/>
              </a:spcAft>
              <a:buNone/>
            </a:pPr>
            <a:r>
              <a:rPr b="1" lang="en-US" sz="2510">
                <a:solidFill>
                  <a:srgbClr val="FFFFFF"/>
                </a:solidFill>
                <a:latin typeface="IBM Plex Sans"/>
                <a:ea typeface="IBM Plex Sans"/>
                <a:cs typeface="IBM Plex Sans"/>
                <a:sym typeface="IBM Plex Sans"/>
              </a:rPr>
              <a:t>Argument: </a:t>
            </a:r>
            <a:r>
              <a:rPr b="1" lang="en-US" sz="2510">
                <a:solidFill>
                  <a:srgbClr val="C1FF72"/>
                </a:solidFill>
                <a:latin typeface="IBM Plex Sans"/>
                <a:ea typeface="IBM Plex Sans"/>
                <a:cs typeface="IBM Plex Sans"/>
                <a:sym typeface="IBM Plex Sans"/>
              </a:rPr>
              <a:t>/home/user </a:t>
            </a:r>
            <a:r>
              <a:rPr b="1" lang="en-US" sz="2510">
                <a:solidFill>
                  <a:srgbClr val="FFFFFF"/>
                </a:solidFill>
                <a:latin typeface="IBM Plex Sans"/>
                <a:ea typeface="IBM Plex Sans"/>
                <a:cs typeface="IBM Plex Sans"/>
                <a:sym typeface="IBM Plex Sans"/>
              </a:rPr>
              <a:t>→ Directory to list</a:t>
            </a:r>
            <a:endParaRPr b="1" sz="2510">
              <a:solidFill>
                <a:srgbClr val="FFFFFF"/>
              </a:solidFill>
              <a:latin typeface="IBM Plex Sans"/>
              <a:ea typeface="IBM Plex Sans"/>
              <a:cs typeface="IBM Plex Sans"/>
              <a:sym typeface="IBM Plex Sans"/>
            </a:endParaRPr>
          </a:p>
          <a:p>
            <a:pPr indent="0" lvl="0" marL="0" marR="0" rtl="0" algn="l">
              <a:lnSpc>
                <a:spcPct val="168127"/>
              </a:lnSpc>
              <a:spcBef>
                <a:spcPts val="0"/>
              </a:spcBef>
              <a:spcAft>
                <a:spcPts val="0"/>
              </a:spcAft>
              <a:buNone/>
            </a:pPr>
            <a:r>
              <a:rPr b="1" lang="en-US" sz="2510">
                <a:solidFill>
                  <a:srgbClr val="FFFFFF"/>
                </a:solidFill>
                <a:latin typeface="IBM Plex Sans"/>
                <a:ea typeface="IBM Plex Sans"/>
                <a:cs typeface="IBM Plex Sans"/>
                <a:sym typeface="IBM Plex Sans"/>
              </a:rPr>
              <a:t>Result:</a:t>
            </a:r>
            <a:endParaRPr b="1" sz="2510">
              <a:solidFill>
                <a:srgbClr val="FFFFFF"/>
              </a:solidFill>
              <a:latin typeface="IBM Plex Sans"/>
              <a:ea typeface="IBM Plex Sans"/>
              <a:cs typeface="IBM Plex Sans"/>
              <a:sym typeface="IBM Plex San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p3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9" l="0" r="0" t="-922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4" name="Google Shape;724;p32"/>
          <p:cNvSpPr/>
          <p:nvPr/>
        </p:nvSpPr>
        <p:spPr>
          <a:xfrm>
            <a:off x="438973" y="359817"/>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725" name="Google Shape;725;p32"/>
          <p:cNvSpPr txBox="1"/>
          <p:nvPr/>
        </p:nvSpPr>
        <p:spPr>
          <a:xfrm>
            <a:off x="4114805" y="190511"/>
            <a:ext cx="10364459" cy="897255"/>
          </a:xfrm>
          <a:prstGeom prst="rect">
            <a:avLst/>
          </a:prstGeom>
          <a:noFill/>
          <a:ln>
            <a:noFill/>
          </a:ln>
        </p:spPr>
        <p:txBody>
          <a:bodyPr anchorCtr="0" anchor="t" bIns="0" lIns="0" spcFirstLastPara="1" rIns="0" wrap="square" tIns="0">
            <a:spAutoFit/>
          </a:bodyPr>
          <a:lstStyle/>
          <a:p>
            <a:pPr indent="0" lvl="0" marL="0" marR="0" rtl="0" algn="ctr">
              <a:lnSpc>
                <a:spcPct val="87500"/>
              </a:lnSpc>
              <a:spcBef>
                <a:spcPts val="0"/>
              </a:spcBef>
              <a:spcAft>
                <a:spcPts val="0"/>
              </a:spcAft>
              <a:buNone/>
            </a:pPr>
            <a:r>
              <a:rPr b="1" lang="en-US" sz="8000">
                <a:solidFill>
                  <a:srgbClr val="C1FF72"/>
                </a:solidFill>
                <a:latin typeface="Calibri"/>
                <a:ea typeface="Calibri"/>
                <a:cs typeface="Calibri"/>
                <a:sym typeface="Calibri"/>
              </a:rPr>
              <a:t>Basic </a:t>
            </a:r>
            <a:r>
              <a:rPr b="1" lang="en-US" sz="8000" u="none" strike="noStrike">
                <a:solidFill>
                  <a:srgbClr val="C1FF72"/>
                </a:solidFill>
                <a:latin typeface="Calibri"/>
                <a:ea typeface="Calibri"/>
                <a:cs typeface="Calibri"/>
                <a:sym typeface="Calibri"/>
              </a:rPr>
              <a:t>Commands</a:t>
            </a:r>
            <a:endParaRPr b="1" sz="8000" u="none" strike="noStrike">
              <a:solidFill>
                <a:srgbClr val="C1FF72"/>
              </a:solidFill>
              <a:latin typeface="Calibri"/>
              <a:ea typeface="Calibri"/>
              <a:cs typeface="Calibri"/>
              <a:sym typeface="Calibri"/>
            </a:endParaRPr>
          </a:p>
        </p:txBody>
      </p:sp>
      <p:sp>
        <p:nvSpPr>
          <p:cNvPr id="726" name="Google Shape;726;p32"/>
          <p:cNvSpPr/>
          <p:nvPr/>
        </p:nvSpPr>
        <p:spPr>
          <a:xfrm>
            <a:off x="15163526" y="7658401"/>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727" name="Google Shape;727;p32"/>
          <p:cNvSpPr/>
          <p:nvPr/>
        </p:nvSpPr>
        <p:spPr>
          <a:xfrm>
            <a:off x="5410227" y="8496229"/>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728" name="Google Shape;728;p32"/>
          <p:cNvSpPr/>
          <p:nvPr/>
        </p:nvSpPr>
        <p:spPr>
          <a:xfrm>
            <a:off x="12603787" y="1219582"/>
            <a:ext cx="2287216" cy="2287216"/>
          </a:xfrm>
          <a:custGeom>
            <a:rect b="b" l="l" r="r" t="t"/>
            <a:pathLst>
              <a:path extrusionOk="0" h="2287216" w="2287216">
                <a:moveTo>
                  <a:pt x="0" y="0"/>
                </a:moveTo>
                <a:lnTo>
                  <a:pt x="2287216" y="0"/>
                </a:lnTo>
                <a:lnTo>
                  <a:pt x="2287216" y="2287217"/>
                </a:lnTo>
                <a:lnTo>
                  <a:pt x="0" y="2287217"/>
                </a:lnTo>
                <a:lnTo>
                  <a:pt x="0" y="0"/>
                </a:lnTo>
                <a:close/>
              </a:path>
            </a:pathLst>
          </a:custGeom>
          <a:blipFill rotWithShape="1">
            <a:blip r:embed="rId4">
              <a:alphaModFix amt="44999"/>
            </a:blip>
            <a:stretch>
              <a:fillRect b="0" l="0" r="0" t="0"/>
            </a:stretch>
          </a:blipFill>
          <a:ln>
            <a:noFill/>
          </a:ln>
        </p:spPr>
      </p:sp>
      <p:sp>
        <p:nvSpPr>
          <p:cNvPr id="729" name="Google Shape;729;p32"/>
          <p:cNvSpPr/>
          <p:nvPr/>
        </p:nvSpPr>
        <p:spPr>
          <a:xfrm>
            <a:off x="15773512" y="921896"/>
            <a:ext cx="1595650" cy="1595650"/>
          </a:xfrm>
          <a:custGeom>
            <a:rect b="b" l="l" r="r" t="t"/>
            <a:pathLst>
              <a:path extrusionOk="0" h="1595650" w="1595650">
                <a:moveTo>
                  <a:pt x="0" y="0"/>
                </a:moveTo>
                <a:lnTo>
                  <a:pt x="1595650" y="0"/>
                </a:lnTo>
                <a:lnTo>
                  <a:pt x="1595650" y="1595651"/>
                </a:lnTo>
                <a:lnTo>
                  <a:pt x="0" y="1595651"/>
                </a:lnTo>
                <a:lnTo>
                  <a:pt x="0" y="0"/>
                </a:lnTo>
                <a:close/>
              </a:path>
            </a:pathLst>
          </a:custGeom>
          <a:blipFill rotWithShape="1">
            <a:blip r:embed="rId4">
              <a:alphaModFix amt="44999"/>
            </a:blip>
            <a:stretch>
              <a:fillRect b="0" l="0" r="0" t="0"/>
            </a:stretch>
          </a:blipFill>
          <a:ln>
            <a:noFill/>
          </a:ln>
        </p:spPr>
      </p:sp>
      <p:sp>
        <p:nvSpPr>
          <p:cNvPr id="730" name="Google Shape;730;p32"/>
          <p:cNvSpPr/>
          <p:nvPr/>
        </p:nvSpPr>
        <p:spPr>
          <a:xfrm>
            <a:off x="838201" y="7962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731" name="Google Shape;731;p32"/>
          <p:cNvSpPr txBox="1"/>
          <p:nvPr/>
        </p:nvSpPr>
        <p:spPr>
          <a:xfrm>
            <a:off x="878205" y="1104900"/>
            <a:ext cx="6955155" cy="511175"/>
          </a:xfrm>
          <a:prstGeom prst="rect">
            <a:avLst/>
          </a:prstGeom>
          <a:noFill/>
          <a:ln>
            <a:noFill/>
          </a:ln>
        </p:spPr>
        <p:txBody>
          <a:bodyPr anchorCtr="0" anchor="t" bIns="0" lIns="0" spcFirstLastPara="1" rIns="0" wrap="square" tIns="0">
            <a:spAutoFit/>
          </a:bodyPr>
          <a:lstStyle/>
          <a:p>
            <a:pPr indent="0" lvl="0" marL="0" marR="0" rtl="0" algn="l">
              <a:lnSpc>
                <a:spcPct val="133000"/>
              </a:lnSpc>
              <a:spcBef>
                <a:spcPts val="0"/>
              </a:spcBef>
              <a:spcAft>
                <a:spcPts val="0"/>
              </a:spcAft>
              <a:buNone/>
            </a:pPr>
            <a:r>
              <a:rPr b="1" lang="en-US" sz="3000">
                <a:solidFill>
                  <a:srgbClr val="C1FF72"/>
                </a:solidFill>
                <a:latin typeface="Calibri"/>
                <a:ea typeface="Calibri"/>
                <a:cs typeface="Calibri"/>
                <a:sym typeface="Calibri"/>
              </a:rPr>
              <a:t>1. File and Directory Management</a:t>
            </a:r>
            <a:endParaRPr b="1" sz="3000">
              <a:solidFill>
                <a:srgbClr val="C1FF72"/>
              </a:solidFill>
              <a:latin typeface="Calibri"/>
              <a:ea typeface="Calibri"/>
              <a:cs typeface="Calibri"/>
              <a:sym typeface="Calibri"/>
            </a:endParaRPr>
          </a:p>
        </p:txBody>
      </p:sp>
      <p:sp>
        <p:nvSpPr>
          <p:cNvPr id="732" name="Google Shape;732;p32"/>
          <p:cNvSpPr txBox="1"/>
          <p:nvPr/>
        </p:nvSpPr>
        <p:spPr>
          <a:xfrm>
            <a:off x="1219200" y="1714500"/>
            <a:ext cx="16149955" cy="3150870"/>
          </a:xfrm>
          <a:prstGeom prst="rect">
            <a:avLst/>
          </a:prstGeom>
          <a:noFill/>
          <a:ln>
            <a:noFill/>
          </a:ln>
        </p:spPr>
        <p:txBody>
          <a:bodyPr anchorCtr="0" anchor="t" bIns="0" lIns="0" spcFirstLastPara="1" rIns="0" wrap="square" tIns="0">
            <a:spAutoFit/>
          </a:bodyPr>
          <a:lstStyle/>
          <a:p>
            <a:pPr indent="-457200" lvl="0" marL="457200" marR="0" rtl="0" algn="just">
              <a:lnSpc>
                <a:spcPct val="139840"/>
              </a:lnSpc>
              <a:spcBef>
                <a:spcPts val="0"/>
              </a:spcBef>
              <a:spcAft>
                <a:spcPts val="0"/>
              </a:spcAft>
              <a:buClr>
                <a:srgbClr val="C1FF72"/>
              </a:buClr>
              <a:buSzPts val="2510"/>
              <a:buFont typeface="Arial"/>
              <a:buChar char="•"/>
            </a:pPr>
            <a:r>
              <a:rPr b="1" lang="en-US" sz="2510">
                <a:solidFill>
                  <a:srgbClr val="C1FF72"/>
                </a:solidFill>
                <a:latin typeface="IBM Plex Sans"/>
                <a:ea typeface="IBM Plex Sans"/>
                <a:cs typeface="IBM Plex Sans"/>
                <a:sym typeface="IBM Plex Sans"/>
              </a:rPr>
              <a:t>ls </a:t>
            </a:r>
            <a:r>
              <a:rPr b="1" lang="en-US" sz="2510">
                <a:solidFill>
                  <a:srgbClr val="FFFFFF"/>
                </a:solidFill>
                <a:latin typeface="IBM Plex Sans"/>
                <a:ea typeface="IBM Plex Sans"/>
                <a:cs typeface="IBM Plex Sans"/>
                <a:sym typeface="IBM Plex Sans"/>
              </a:rPr>
              <a:t>– Lists files and directories in the current location.</a:t>
            </a:r>
            <a:endParaRPr b="1" sz="2510">
              <a:solidFill>
                <a:srgbClr val="FFFFFF"/>
              </a:solidFill>
              <a:latin typeface="IBM Plex Sans"/>
              <a:ea typeface="IBM Plex Sans"/>
              <a:cs typeface="IBM Plex Sans"/>
              <a:sym typeface="IBM Plex Sans"/>
            </a:endParaRPr>
          </a:p>
          <a:p>
            <a:pPr indent="-457200" lvl="0" marL="457200" marR="0" rtl="0" algn="just">
              <a:lnSpc>
                <a:spcPct val="139840"/>
              </a:lnSpc>
              <a:spcBef>
                <a:spcPts val="0"/>
              </a:spcBef>
              <a:spcAft>
                <a:spcPts val="0"/>
              </a:spcAft>
              <a:buClr>
                <a:srgbClr val="C1FF72"/>
              </a:buClr>
              <a:buSzPts val="2510"/>
              <a:buFont typeface="Arial"/>
              <a:buChar char="•"/>
            </a:pPr>
            <a:r>
              <a:rPr b="1" lang="en-US" sz="2510">
                <a:solidFill>
                  <a:srgbClr val="C1FF72"/>
                </a:solidFill>
                <a:latin typeface="IBM Plex Sans"/>
                <a:ea typeface="IBM Plex Sans"/>
                <a:cs typeface="IBM Plex Sans"/>
                <a:sym typeface="IBM Plex Sans"/>
              </a:rPr>
              <a:t>pwd </a:t>
            </a:r>
            <a:r>
              <a:rPr b="1" lang="en-US" sz="2510">
                <a:solidFill>
                  <a:srgbClr val="FFFFFF"/>
                </a:solidFill>
                <a:latin typeface="IBM Plex Sans"/>
                <a:ea typeface="IBM Plex Sans"/>
                <a:cs typeface="IBM Plex Sans"/>
                <a:sym typeface="IBM Plex Sans"/>
              </a:rPr>
              <a:t>– Displays the current working directory.</a:t>
            </a:r>
            <a:endParaRPr b="1" sz="2510">
              <a:solidFill>
                <a:srgbClr val="FFFFFF"/>
              </a:solidFill>
              <a:latin typeface="IBM Plex Sans"/>
              <a:ea typeface="IBM Plex Sans"/>
              <a:cs typeface="IBM Plex Sans"/>
              <a:sym typeface="IBM Plex Sans"/>
            </a:endParaRPr>
          </a:p>
          <a:p>
            <a:pPr indent="-457200" lvl="0" marL="457200" marR="0" rtl="0" algn="just">
              <a:lnSpc>
                <a:spcPct val="139840"/>
              </a:lnSpc>
              <a:spcBef>
                <a:spcPts val="0"/>
              </a:spcBef>
              <a:spcAft>
                <a:spcPts val="0"/>
              </a:spcAft>
              <a:buClr>
                <a:srgbClr val="C1FF72"/>
              </a:buClr>
              <a:buSzPts val="2510"/>
              <a:buFont typeface="Arial"/>
              <a:buChar char="•"/>
            </a:pPr>
            <a:r>
              <a:rPr b="1" lang="en-US" sz="2510">
                <a:solidFill>
                  <a:srgbClr val="C1FF72"/>
                </a:solidFill>
                <a:latin typeface="IBM Plex Sans"/>
                <a:ea typeface="IBM Plex Sans"/>
                <a:cs typeface="IBM Plex Sans"/>
                <a:sym typeface="IBM Plex Sans"/>
              </a:rPr>
              <a:t>mkdir </a:t>
            </a:r>
            <a:r>
              <a:rPr b="1" lang="en-US" sz="2510">
                <a:solidFill>
                  <a:srgbClr val="FFFFFF"/>
                </a:solidFill>
                <a:latin typeface="IBM Plex Sans"/>
                <a:ea typeface="IBM Plex Sans"/>
                <a:cs typeface="IBM Plex Sans"/>
                <a:sym typeface="IBM Plex Sans"/>
              </a:rPr>
              <a:t>– Creates a new directory.</a:t>
            </a:r>
            <a:endParaRPr b="1" sz="2510">
              <a:solidFill>
                <a:srgbClr val="FFFFFF"/>
              </a:solidFill>
              <a:latin typeface="IBM Plex Sans"/>
              <a:ea typeface="IBM Plex Sans"/>
              <a:cs typeface="IBM Plex Sans"/>
              <a:sym typeface="IBM Plex Sans"/>
            </a:endParaRPr>
          </a:p>
          <a:p>
            <a:pPr indent="-457200" lvl="0" marL="457200" marR="0" rtl="0" algn="just">
              <a:lnSpc>
                <a:spcPct val="139840"/>
              </a:lnSpc>
              <a:spcBef>
                <a:spcPts val="0"/>
              </a:spcBef>
              <a:spcAft>
                <a:spcPts val="0"/>
              </a:spcAft>
              <a:buClr>
                <a:srgbClr val="C1FF72"/>
              </a:buClr>
              <a:buSzPts val="2510"/>
              <a:buFont typeface="Arial"/>
              <a:buChar char="•"/>
            </a:pPr>
            <a:r>
              <a:rPr b="1" lang="en-US" sz="2510">
                <a:solidFill>
                  <a:srgbClr val="C1FF72"/>
                </a:solidFill>
                <a:latin typeface="IBM Plex Sans"/>
                <a:ea typeface="IBM Plex Sans"/>
                <a:cs typeface="IBM Plex Sans"/>
                <a:sym typeface="IBM Plex Sans"/>
              </a:rPr>
              <a:t>cd </a:t>
            </a:r>
            <a:r>
              <a:rPr b="1" lang="en-US" sz="2510">
                <a:solidFill>
                  <a:srgbClr val="FFFFFF"/>
                </a:solidFill>
                <a:latin typeface="IBM Plex Sans"/>
                <a:ea typeface="IBM Plex Sans"/>
                <a:cs typeface="IBM Plex Sans"/>
                <a:sym typeface="IBM Plex Sans"/>
              </a:rPr>
              <a:t>– Changes the current directory.</a:t>
            </a:r>
            <a:endParaRPr b="1" sz="2510">
              <a:solidFill>
                <a:srgbClr val="FFFFFF"/>
              </a:solidFill>
              <a:latin typeface="IBM Plex Sans"/>
              <a:ea typeface="IBM Plex Sans"/>
              <a:cs typeface="IBM Plex Sans"/>
              <a:sym typeface="IBM Plex Sans"/>
            </a:endParaRPr>
          </a:p>
          <a:p>
            <a:pPr indent="-457200" lvl="0" marL="457200" marR="0" rtl="0" algn="just">
              <a:lnSpc>
                <a:spcPct val="139840"/>
              </a:lnSpc>
              <a:spcBef>
                <a:spcPts val="0"/>
              </a:spcBef>
              <a:spcAft>
                <a:spcPts val="0"/>
              </a:spcAft>
              <a:buClr>
                <a:srgbClr val="C1FF72"/>
              </a:buClr>
              <a:buSzPts val="2510"/>
              <a:buFont typeface="Arial"/>
              <a:buChar char="•"/>
            </a:pPr>
            <a:r>
              <a:rPr b="1" lang="en-US" sz="2510">
                <a:solidFill>
                  <a:srgbClr val="C1FF72"/>
                </a:solidFill>
                <a:latin typeface="IBM Plex Sans"/>
                <a:ea typeface="IBM Plex Sans"/>
                <a:cs typeface="IBM Plex Sans"/>
                <a:sym typeface="IBM Plex Sans"/>
              </a:rPr>
              <a:t>rm </a:t>
            </a:r>
            <a:r>
              <a:rPr b="1" lang="en-US" sz="2510">
                <a:solidFill>
                  <a:srgbClr val="FFFFFF"/>
                </a:solidFill>
                <a:latin typeface="IBM Plex Sans"/>
                <a:ea typeface="IBM Plex Sans"/>
                <a:cs typeface="IBM Plex Sans"/>
                <a:sym typeface="IBM Plex Sans"/>
              </a:rPr>
              <a:t>– Deletes files or directories.</a:t>
            </a:r>
            <a:endParaRPr b="1" sz="2510">
              <a:solidFill>
                <a:srgbClr val="FFFFFF"/>
              </a:solidFill>
              <a:latin typeface="IBM Plex Sans"/>
              <a:ea typeface="IBM Plex Sans"/>
              <a:cs typeface="IBM Plex Sans"/>
              <a:sym typeface="IBM Plex Sans"/>
            </a:endParaRPr>
          </a:p>
          <a:p>
            <a:pPr indent="-457200" lvl="0" marL="457200" marR="0" rtl="0" algn="just">
              <a:lnSpc>
                <a:spcPct val="139840"/>
              </a:lnSpc>
              <a:spcBef>
                <a:spcPts val="0"/>
              </a:spcBef>
              <a:spcAft>
                <a:spcPts val="0"/>
              </a:spcAft>
              <a:buClr>
                <a:srgbClr val="C1FF72"/>
              </a:buClr>
              <a:buSzPts val="2510"/>
              <a:buFont typeface="Arial"/>
              <a:buChar char="•"/>
            </a:pPr>
            <a:r>
              <a:rPr b="1" lang="en-US" sz="2510">
                <a:solidFill>
                  <a:srgbClr val="C1FF72"/>
                </a:solidFill>
                <a:latin typeface="IBM Plex Sans"/>
                <a:ea typeface="IBM Plex Sans"/>
                <a:cs typeface="IBM Plex Sans"/>
                <a:sym typeface="IBM Plex Sans"/>
              </a:rPr>
              <a:t>cp </a:t>
            </a:r>
            <a:r>
              <a:rPr b="1" lang="en-US" sz="2510">
                <a:solidFill>
                  <a:srgbClr val="FFFFFF"/>
                </a:solidFill>
                <a:latin typeface="IBM Plex Sans"/>
                <a:ea typeface="IBM Plex Sans"/>
                <a:cs typeface="IBM Plex Sans"/>
                <a:sym typeface="IBM Plex Sans"/>
              </a:rPr>
              <a:t>– Copies files or directories.</a:t>
            </a:r>
            <a:endParaRPr b="1" sz="2510">
              <a:solidFill>
                <a:srgbClr val="FFFFFF"/>
              </a:solidFill>
              <a:latin typeface="IBM Plex Sans"/>
              <a:ea typeface="IBM Plex Sans"/>
              <a:cs typeface="IBM Plex Sans"/>
              <a:sym typeface="IBM Plex Sans"/>
            </a:endParaRPr>
          </a:p>
          <a:p>
            <a:pPr indent="-457200" lvl="0" marL="457200" marR="0" rtl="0" algn="just">
              <a:lnSpc>
                <a:spcPct val="139840"/>
              </a:lnSpc>
              <a:spcBef>
                <a:spcPts val="0"/>
              </a:spcBef>
              <a:spcAft>
                <a:spcPts val="0"/>
              </a:spcAft>
              <a:buClr>
                <a:srgbClr val="C1FF72"/>
              </a:buClr>
              <a:buSzPts val="2510"/>
              <a:buFont typeface="Arial"/>
              <a:buChar char="•"/>
            </a:pPr>
            <a:r>
              <a:rPr b="1" lang="en-US" sz="2510">
                <a:solidFill>
                  <a:srgbClr val="C1FF72"/>
                </a:solidFill>
                <a:latin typeface="IBM Plex Sans"/>
                <a:ea typeface="IBM Plex Sans"/>
                <a:cs typeface="IBM Plex Sans"/>
                <a:sym typeface="IBM Plex Sans"/>
              </a:rPr>
              <a:t>mv </a:t>
            </a:r>
            <a:r>
              <a:rPr b="1" lang="en-US" sz="2510">
                <a:solidFill>
                  <a:srgbClr val="FFFFFF"/>
                </a:solidFill>
                <a:latin typeface="IBM Plex Sans"/>
                <a:ea typeface="IBM Plex Sans"/>
                <a:cs typeface="IBM Plex Sans"/>
                <a:sym typeface="IBM Plex Sans"/>
              </a:rPr>
              <a:t>– Moves or renames files</a:t>
            </a:r>
            <a:endParaRPr b="1" sz="2510">
              <a:solidFill>
                <a:srgbClr val="FFFFFF"/>
              </a:solidFill>
              <a:latin typeface="IBM Plex Sans"/>
              <a:ea typeface="IBM Plex Sans"/>
              <a:cs typeface="IBM Plex Sans"/>
              <a:sym typeface="IBM Plex Sans"/>
            </a:endParaRPr>
          </a:p>
        </p:txBody>
      </p:sp>
      <p:sp>
        <p:nvSpPr>
          <p:cNvPr id="733" name="Google Shape;733;p32"/>
          <p:cNvSpPr txBox="1"/>
          <p:nvPr/>
        </p:nvSpPr>
        <p:spPr>
          <a:xfrm>
            <a:off x="878205" y="5448300"/>
            <a:ext cx="6955155" cy="511175"/>
          </a:xfrm>
          <a:prstGeom prst="rect">
            <a:avLst/>
          </a:prstGeom>
          <a:noFill/>
          <a:ln>
            <a:noFill/>
          </a:ln>
        </p:spPr>
        <p:txBody>
          <a:bodyPr anchorCtr="0" anchor="t" bIns="0" lIns="0" spcFirstLastPara="1" rIns="0" wrap="square" tIns="0">
            <a:spAutoFit/>
          </a:bodyPr>
          <a:lstStyle/>
          <a:p>
            <a:pPr indent="0" lvl="0" marL="0" marR="0" rtl="0" algn="l">
              <a:lnSpc>
                <a:spcPct val="133000"/>
              </a:lnSpc>
              <a:spcBef>
                <a:spcPts val="0"/>
              </a:spcBef>
              <a:spcAft>
                <a:spcPts val="0"/>
              </a:spcAft>
              <a:buNone/>
            </a:pPr>
            <a:r>
              <a:rPr b="1" lang="en-US" sz="3000">
                <a:solidFill>
                  <a:srgbClr val="C1FF72"/>
                </a:solidFill>
                <a:latin typeface="Calibri"/>
                <a:ea typeface="Calibri"/>
                <a:cs typeface="Calibri"/>
                <a:sym typeface="Calibri"/>
              </a:rPr>
              <a:t>2. File Viewing and Editing</a:t>
            </a:r>
            <a:endParaRPr b="1" sz="3000">
              <a:solidFill>
                <a:srgbClr val="C1FF72"/>
              </a:solidFill>
              <a:latin typeface="Calibri"/>
              <a:ea typeface="Calibri"/>
              <a:cs typeface="Calibri"/>
              <a:sym typeface="Calibri"/>
            </a:endParaRPr>
          </a:p>
        </p:txBody>
      </p:sp>
      <p:sp>
        <p:nvSpPr>
          <p:cNvPr id="734" name="Google Shape;734;p32"/>
          <p:cNvSpPr txBox="1"/>
          <p:nvPr/>
        </p:nvSpPr>
        <p:spPr>
          <a:xfrm>
            <a:off x="1295400" y="6217285"/>
            <a:ext cx="16149955" cy="2250440"/>
          </a:xfrm>
          <a:prstGeom prst="rect">
            <a:avLst/>
          </a:prstGeom>
          <a:noFill/>
          <a:ln>
            <a:noFill/>
          </a:ln>
        </p:spPr>
        <p:txBody>
          <a:bodyPr anchorCtr="0" anchor="t" bIns="0" lIns="0" spcFirstLastPara="1" rIns="0" wrap="square" tIns="0">
            <a:spAutoFit/>
          </a:bodyPr>
          <a:lstStyle/>
          <a:p>
            <a:pPr indent="-457200" lvl="0" marL="457200" marR="0" rtl="0" algn="just">
              <a:lnSpc>
                <a:spcPct val="139840"/>
              </a:lnSpc>
              <a:spcBef>
                <a:spcPts val="0"/>
              </a:spcBef>
              <a:spcAft>
                <a:spcPts val="0"/>
              </a:spcAft>
              <a:buClr>
                <a:srgbClr val="C1FF72"/>
              </a:buClr>
              <a:buSzPts val="2510"/>
              <a:buFont typeface="Arial"/>
              <a:buChar char="•"/>
            </a:pPr>
            <a:r>
              <a:rPr b="1" lang="en-US" sz="2510">
                <a:solidFill>
                  <a:srgbClr val="C1FF72"/>
                </a:solidFill>
                <a:latin typeface="IBM Plex Sans"/>
                <a:ea typeface="IBM Plex Sans"/>
                <a:cs typeface="IBM Plex Sans"/>
                <a:sym typeface="IBM Plex Sans"/>
              </a:rPr>
              <a:t>cat </a:t>
            </a:r>
            <a:r>
              <a:rPr b="1" lang="en-US" sz="2510">
                <a:solidFill>
                  <a:srgbClr val="FFFFFF"/>
                </a:solidFill>
                <a:latin typeface="IBM Plex Sans"/>
                <a:ea typeface="IBM Plex Sans"/>
                <a:cs typeface="IBM Plex Sans"/>
                <a:sym typeface="IBM Plex Sans"/>
              </a:rPr>
              <a:t>– Displays the contents of a fie.</a:t>
            </a:r>
            <a:endParaRPr b="1" sz="2510">
              <a:solidFill>
                <a:srgbClr val="FFFFFF"/>
              </a:solidFill>
              <a:latin typeface="IBM Plex Sans"/>
              <a:ea typeface="IBM Plex Sans"/>
              <a:cs typeface="IBM Plex Sans"/>
              <a:sym typeface="IBM Plex Sans"/>
            </a:endParaRPr>
          </a:p>
          <a:p>
            <a:pPr indent="-457200" lvl="0" marL="457200" marR="0" rtl="0" algn="just">
              <a:lnSpc>
                <a:spcPct val="139840"/>
              </a:lnSpc>
              <a:spcBef>
                <a:spcPts val="0"/>
              </a:spcBef>
              <a:spcAft>
                <a:spcPts val="0"/>
              </a:spcAft>
              <a:buClr>
                <a:srgbClr val="C1FF72"/>
              </a:buClr>
              <a:buSzPts val="2510"/>
              <a:buFont typeface="Arial"/>
              <a:buChar char="•"/>
            </a:pPr>
            <a:r>
              <a:rPr b="1" lang="en-US" sz="2510">
                <a:solidFill>
                  <a:srgbClr val="C1FF72"/>
                </a:solidFill>
                <a:latin typeface="IBM Plex Sans"/>
                <a:ea typeface="IBM Plex Sans"/>
                <a:cs typeface="IBM Plex Sans"/>
                <a:sym typeface="IBM Plex Sans"/>
              </a:rPr>
              <a:t>nano / vim</a:t>
            </a:r>
            <a:r>
              <a:rPr b="1" lang="en-US" sz="2510">
                <a:solidFill>
                  <a:srgbClr val="FFFFFF"/>
                </a:solidFill>
                <a:latin typeface="IBM Plex Sans"/>
                <a:ea typeface="IBM Plex Sans"/>
                <a:cs typeface="IBM Plex Sans"/>
                <a:sym typeface="IBM Plex Sans"/>
              </a:rPr>
              <a:t> – Opens a file for editing.</a:t>
            </a:r>
            <a:endParaRPr b="1" sz="2510">
              <a:solidFill>
                <a:srgbClr val="FFFFFF"/>
              </a:solidFill>
              <a:latin typeface="IBM Plex Sans"/>
              <a:ea typeface="IBM Plex Sans"/>
              <a:cs typeface="IBM Plex Sans"/>
              <a:sym typeface="IBM Plex Sans"/>
            </a:endParaRPr>
          </a:p>
          <a:p>
            <a:pPr indent="-457200" lvl="0" marL="457200" marR="0" rtl="0" algn="just">
              <a:lnSpc>
                <a:spcPct val="139840"/>
              </a:lnSpc>
              <a:spcBef>
                <a:spcPts val="0"/>
              </a:spcBef>
              <a:spcAft>
                <a:spcPts val="0"/>
              </a:spcAft>
              <a:buClr>
                <a:srgbClr val="C1FF72"/>
              </a:buClr>
              <a:buSzPts val="2510"/>
              <a:buFont typeface="Arial"/>
              <a:buChar char="•"/>
            </a:pPr>
            <a:r>
              <a:rPr b="1" lang="en-US" sz="2510">
                <a:solidFill>
                  <a:srgbClr val="C1FF72"/>
                </a:solidFill>
                <a:latin typeface="IBM Plex Sans"/>
                <a:ea typeface="IBM Plex Sans"/>
                <a:cs typeface="IBM Plex Sans"/>
                <a:sym typeface="IBM Plex Sans"/>
              </a:rPr>
              <a:t>less </a:t>
            </a:r>
            <a:r>
              <a:rPr b="1" lang="en-US" sz="2510">
                <a:solidFill>
                  <a:srgbClr val="FFFFFF"/>
                </a:solidFill>
                <a:latin typeface="IBM Plex Sans"/>
                <a:ea typeface="IBM Plex Sans"/>
                <a:cs typeface="IBM Plex Sans"/>
                <a:sym typeface="IBM Plex Sans"/>
              </a:rPr>
              <a:t>– Views file contents page by page.</a:t>
            </a:r>
            <a:endParaRPr b="1" sz="2510">
              <a:solidFill>
                <a:srgbClr val="FFFFFF"/>
              </a:solidFill>
              <a:latin typeface="IBM Plex Sans"/>
              <a:ea typeface="IBM Plex Sans"/>
              <a:cs typeface="IBM Plex Sans"/>
              <a:sym typeface="IBM Plex Sans"/>
            </a:endParaRPr>
          </a:p>
          <a:p>
            <a:pPr indent="-457200" lvl="0" marL="457200" marR="0" rtl="0" algn="just">
              <a:lnSpc>
                <a:spcPct val="139840"/>
              </a:lnSpc>
              <a:spcBef>
                <a:spcPts val="0"/>
              </a:spcBef>
              <a:spcAft>
                <a:spcPts val="0"/>
              </a:spcAft>
              <a:buClr>
                <a:srgbClr val="C1FF72"/>
              </a:buClr>
              <a:buSzPts val="2510"/>
              <a:buFont typeface="Arial"/>
              <a:buChar char="•"/>
            </a:pPr>
            <a:r>
              <a:rPr b="1" lang="en-US" sz="2510">
                <a:solidFill>
                  <a:srgbClr val="C1FF72"/>
                </a:solidFill>
                <a:latin typeface="IBM Plex Sans"/>
                <a:ea typeface="IBM Plex Sans"/>
                <a:cs typeface="IBM Plex Sans"/>
                <a:sym typeface="IBM Plex Sans"/>
              </a:rPr>
              <a:t>head </a:t>
            </a:r>
            <a:r>
              <a:rPr b="1" lang="en-US" sz="2510">
                <a:solidFill>
                  <a:srgbClr val="FFFFFF"/>
                </a:solidFill>
                <a:latin typeface="IBM Plex Sans"/>
                <a:ea typeface="IBM Plex Sans"/>
                <a:cs typeface="IBM Plex Sans"/>
                <a:sym typeface="IBM Plex Sans"/>
              </a:rPr>
              <a:t>– Shows the first few lines of a file.</a:t>
            </a:r>
            <a:endParaRPr b="1" sz="2510">
              <a:solidFill>
                <a:srgbClr val="FFFFFF"/>
              </a:solidFill>
              <a:latin typeface="IBM Plex Sans"/>
              <a:ea typeface="IBM Plex Sans"/>
              <a:cs typeface="IBM Plex Sans"/>
              <a:sym typeface="IBM Plex Sans"/>
            </a:endParaRPr>
          </a:p>
          <a:p>
            <a:pPr indent="-457200" lvl="0" marL="457200" marR="0" rtl="0" algn="just">
              <a:lnSpc>
                <a:spcPct val="139840"/>
              </a:lnSpc>
              <a:spcBef>
                <a:spcPts val="0"/>
              </a:spcBef>
              <a:spcAft>
                <a:spcPts val="0"/>
              </a:spcAft>
              <a:buClr>
                <a:srgbClr val="C1FF72"/>
              </a:buClr>
              <a:buSzPts val="2510"/>
              <a:buFont typeface="Arial"/>
              <a:buChar char="•"/>
            </a:pPr>
            <a:r>
              <a:rPr b="1" lang="en-US" sz="2510">
                <a:solidFill>
                  <a:srgbClr val="C1FF72"/>
                </a:solidFill>
                <a:latin typeface="IBM Plex Sans"/>
                <a:ea typeface="IBM Plex Sans"/>
                <a:cs typeface="IBM Plex Sans"/>
                <a:sym typeface="IBM Plex Sans"/>
              </a:rPr>
              <a:t>tail </a:t>
            </a:r>
            <a:r>
              <a:rPr b="1" lang="en-US" sz="2510">
                <a:solidFill>
                  <a:srgbClr val="FFFFFF"/>
                </a:solidFill>
                <a:latin typeface="IBM Plex Sans"/>
                <a:ea typeface="IBM Plex Sans"/>
                <a:cs typeface="IBM Plex Sans"/>
                <a:sym typeface="IBM Plex Sans"/>
              </a:rPr>
              <a:t>– Shows the last few lines of a file</a:t>
            </a:r>
            <a:endParaRPr b="1" sz="2510">
              <a:solidFill>
                <a:srgbClr val="FFFFFF"/>
              </a:solidFill>
              <a:latin typeface="IBM Plex Sans"/>
              <a:ea typeface="IBM Plex Sans"/>
              <a:cs typeface="IBM Plex Sans"/>
              <a:sym typeface="IBM Plex San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8" name="Shape 738"/>
        <p:cNvGrpSpPr/>
        <p:nvPr/>
      </p:nvGrpSpPr>
      <p:grpSpPr>
        <a:xfrm>
          <a:off x="0" y="0"/>
          <a:ext cx="0" cy="0"/>
          <a:chOff x="0" y="0"/>
          <a:chExt cx="0" cy="0"/>
        </a:xfrm>
      </p:grpSpPr>
      <p:sp>
        <p:nvSpPr>
          <p:cNvPr id="739" name="Google Shape;739;p3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9" l="0" r="0" t="-922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0" name="Google Shape;740;p33"/>
          <p:cNvSpPr/>
          <p:nvPr/>
        </p:nvSpPr>
        <p:spPr>
          <a:xfrm>
            <a:off x="438973" y="359817"/>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741" name="Google Shape;741;p33"/>
          <p:cNvSpPr txBox="1"/>
          <p:nvPr/>
        </p:nvSpPr>
        <p:spPr>
          <a:xfrm>
            <a:off x="4114805" y="192416"/>
            <a:ext cx="10364459" cy="897255"/>
          </a:xfrm>
          <a:prstGeom prst="rect">
            <a:avLst/>
          </a:prstGeom>
          <a:noFill/>
          <a:ln>
            <a:noFill/>
          </a:ln>
        </p:spPr>
        <p:txBody>
          <a:bodyPr anchorCtr="0" anchor="t" bIns="0" lIns="0" spcFirstLastPara="1" rIns="0" wrap="square" tIns="0">
            <a:spAutoFit/>
          </a:bodyPr>
          <a:lstStyle/>
          <a:p>
            <a:pPr indent="0" lvl="0" marL="0" marR="0" rtl="0" algn="ctr">
              <a:lnSpc>
                <a:spcPct val="87500"/>
              </a:lnSpc>
              <a:spcBef>
                <a:spcPts val="0"/>
              </a:spcBef>
              <a:spcAft>
                <a:spcPts val="0"/>
              </a:spcAft>
              <a:buNone/>
            </a:pPr>
            <a:r>
              <a:rPr b="1" lang="en-US" sz="8000">
                <a:solidFill>
                  <a:srgbClr val="C1FF72"/>
                </a:solidFill>
                <a:latin typeface="Calibri"/>
                <a:ea typeface="Calibri"/>
                <a:cs typeface="Calibri"/>
                <a:sym typeface="Calibri"/>
              </a:rPr>
              <a:t>Basic </a:t>
            </a:r>
            <a:r>
              <a:rPr b="1" lang="en-US" sz="8000" u="none" strike="noStrike">
                <a:solidFill>
                  <a:srgbClr val="C1FF72"/>
                </a:solidFill>
                <a:latin typeface="Calibri"/>
                <a:ea typeface="Calibri"/>
                <a:cs typeface="Calibri"/>
                <a:sym typeface="Calibri"/>
              </a:rPr>
              <a:t>Commands</a:t>
            </a:r>
            <a:endParaRPr b="1" sz="5000" u="none" strike="noStrike">
              <a:solidFill>
                <a:srgbClr val="C1FF72"/>
              </a:solidFill>
              <a:latin typeface="IBM Plex Sans"/>
              <a:ea typeface="IBM Plex Sans"/>
              <a:cs typeface="IBM Plex Sans"/>
              <a:sym typeface="IBM Plex Sans"/>
            </a:endParaRPr>
          </a:p>
        </p:txBody>
      </p:sp>
      <p:sp>
        <p:nvSpPr>
          <p:cNvPr id="742" name="Google Shape;742;p33"/>
          <p:cNvSpPr/>
          <p:nvPr/>
        </p:nvSpPr>
        <p:spPr>
          <a:xfrm>
            <a:off x="15163526" y="7658401"/>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743" name="Google Shape;743;p33"/>
          <p:cNvSpPr/>
          <p:nvPr/>
        </p:nvSpPr>
        <p:spPr>
          <a:xfrm>
            <a:off x="5410227" y="8496229"/>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744" name="Google Shape;744;p33"/>
          <p:cNvSpPr/>
          <p:nvPr/>
        </p:nvSpPr>
        <p:spPr>
          <a:xfrm>
            <a:off x="12603787" y="1219582"/>
            <a:ext cx="2287216" cy="2287216"/>
          </a:xfrm>
          <a:custGeom>
            <a:rect b="b" l="l" r="r" t="t"/>
            <a:pathLst>
              <a:path extrusionOk="0" h="2287216" w="2287216">
                <a:moveTo>
                  <a:pt x="0" y="0"/>
                </a:moveTo>
                <a:lnTo>
                  <a:pt x="2287216" y="0"/>
                </a:lnTo>
                <a:lnTo>
                  <a:pt x="2287216" y="2287217"/>
                </a:lnTo>
                <a:lnTo>
                  <a:pt x="0" y="2287217"/>
                </a:lnTo>
                <a:lnTo>
                  <a:pt x="0" y="0"/>
                </a:lnTo>
                <a:close/>
              </a:path>
            </a:pathLst>
          </a:custGeom>
          <a:blipFill rotWithShape="1">
            <a:blip r:embed="rId4">
              <a:alphaModFix amt="44999"/>
            </a:blip>
            <a:stretch>
              <a:fillRect b="0" l="0" r="0" t="0"/>
            </a:stretch>
          </a:blipFill>
          <a:ln>
            <a:noFill/>
          </a:ln>
        </p:spPr>
      </p:sp>
      <p:sp>
        <p:nvSpPr>
          <p:cNvPr id="745" name="Google Shape;745;p33"/>
          <p:cNvSpPr/>
          <p:nvPr/>
        </p:nvSpPr>
        <p:spPr>
          <a:xfrm>
            <a:off x="15773512" y="921896"/>
            <a:ext cx="1595650" cy="1595650"/>
          </a:xfrm>
          <a:custGeom>
            <a:rect b="b" l="l" r="r" t="t"/>
            <a:pathLst>
              <a:path extrusionOk="0" h="1595650" w="1595650">
                <a:moveTo>
                  <a:pt x="0" y="0"/>
                </a:moveTo>
                <a:lnTo>
                  <a:pt x="1595650" y="0"/>
                </a:lnTo>
                <a:lnTo>
                  <a:pt x="1595650" y="1595651"/>
                </a:lnTo>
                <a:lnTo>
                  <a:pt x="0" y="1595651"/>
                </a:lnTo>
                <a:lnTo>
                  <a:pt x="0" y="0"/>
                </a:lnTo>
                <a:close/>
              </a:path>
            </a:pathLst>
          </a:custGeom>
          <a:blipFill rotWithShape="1">
            <a:blip r:embed="rId4">
              <a:alphaModFix amt="44999"/>
            </a:blip>
            <a:stretch>
              <a:fillRect b="0" l="0" r="0" t="0"/>
            </a:stretch>
          </a:blipFill>
          <a:ln>
            <a:noFill/>
          </a:ln>
        </p:spPr>
      </p:sp>
      <p:sp>
        <p:nvSpPr>
          <p:cNvPr id="746" name="Google Shape;746;p33"/>
          <p:cNvSpPr/>
          <p:nvPr/>
        </p:nvSpPr>
        <p:spPr>
          <a:xfrm>
            <a:off x="838201" y="7962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747" name="Google Shape;747;p33"/>
          <p:cNvSpPr txBox="1"/>
          <p:nvPr/>
        </p:nvSpPr>
        <p:spPr>
          <a:xfrm>
            <a:off x="878205" y="1104900"/>
            <a:ext cx="6955155" cy="511175"/>
          </a:xfrm>
          <a:prstGeom prst="rect">
            <a:avLst/>
          </a:prstGeom>
          <a:noFill/>
          <a:ln>
            <a:noFill/>
          </a:ln>
        </p:spPr>
        <p:txBody>
          <a:bodyPr anchorCtr="0" anchor="t" bIns="0" lIns="0" spcFirstLastPara="1" rIns="0" wrap="square" tIns="0">
            <a:spAutoFit/>
          </a:bodyPr>
          <a:lstStyle/>
          <a:p>
            <a:pPr indent="0" lvl="0" marL="0" marR="0" rtl="0" algn="l">
              <a:lnSpc>
                <a:spcPct val="133000"/>
              </a:lnSpc>
              <a:spcBef>
                <a:spcPts val="0"/>
              </a:spcBef>
              <a:spcAft>
                <a:spcPts val="0"/>
              </a:spcAft>
              <a:buNone/>
            </a:pPr>
            <a:r>
              <a:rPr b="1" lang="en-US" sz="3000">
                <a:solidFill>
                  <a:srgbClr val="C1FF72"/>
                </a:solidFill>
                <a:latin typeface="Calibri"/>
                <a:ea typeface="Calibri"/>
                <a:cs typeface="Calibri"/>
                <a:sym typeface="Calibri"/>
              </a:rPr>
              <a:t>3. System Information</a:t>
            </a:r>
            <a:endParaRPr b="1" sz="3000">
              <a:solidFill>
                <a:srgbClr val="C1FF72"/>
              </a:solidFill>
              <a:latin typeface="Calibri"/>
              <a:ea typeface="Calibri"/>
              <a:cs typeface="Calibri"/>
              <a:sym typeface="Calibri"/>
            </a:endParaRPr>
          </a:p>
        </p:txBody>
      </p:sp>
      <p:sp>
        <p:nvSpPr>
          <p:cNvPr id="748" name="Google Shape;748;p33"/>
          <p:cNvSpPr txBox="1"/>
          <p:nvPr/>
        </p:nvSpPr>
        <p:spPr>
          <a:xfrm>
            <a:off x="1219200" y="1714500"/>
            <a:ext cx="16149955" cy="3601085"/>
          </a:xfrm>
          <a:prstGeom prst="rect">
            <a:avLst/>
          </a:prstGeom>
          <a:noFill/>
          <a:ln>
            <a:noFill/>
          </a:ln>
        </p:spPr>
        <p:txBody>
          <a:bodyPr anchorCtr="0" anchor="t" bIns="0" lIns="0" spcFirstLastPara="1" rIns="0" wrap="square" tIns="0">
            <a:spAutoFit/>
          </a:bodyPr>
          <a:lstStyle/>
          <a:p>
            <a:pPr indent="-457200" lvl="0" marL="457200" marR="0" rtl="0" algn="just">
              <a:lnSpc>
                <a:spcPct val="139840"/>
              </a:lnSpc>
              <a:spcBef>
                <a:spcPts val="0"/>
              </a:spcBef>
              <a:spcAft>
                <a:spcPts val="0"/>
              </a:spcAft>
              <a:buClr>
                <a:srgbClr val="C1FF72"/>
              </a:buClr>
              <a:buSzPts val="2510"/>
              <a:buFont typeface="Arial"/>
              <a:buChar char="•"/>
            </a:pPr>
            <a:r>
              <a:rPr b="1" lang="en-US" sz="2510">
                <a:solidFill>
                  <a:srgbClr val="C1FF72"/>
                </a:solidFill>
                <a:latin typeface="IBM Plex Sans"/>
                <a:ea typeface="IBM Plex Sans"/>
                <a:cs typeface="IBM Plex Sans"/>
                <a:sym typeface="IBM Plex Sans"/>
              </a:rPr>
              <a:t>uname -a</a:t>
            </a:r>
            <a:r>
              <a:rPr b="1" lang="en-US" sz="2510">
                <a:solidFill>
                  <a:srgbClr val="FFFFFF"/>
                </a:solidFill>
                <a:latin typeface="IBM Plex Sans"/>
                <a:ea typeface="IBM Plex Sans"/>
                <a:cs typeface="IBM Plex Sans"/>
                <a:sym typeface="IBM Plex Sans"/>
              </a:rPr>
              <a:t> – Displays system information.</a:t>
            </a:r>
            <a:endParaRPr b="1" sz="2510">
              <a:solidFill>
                <a:srgbClr val="FFFFFF"/>
              </a:solidFill>
              <a:latin typeface="IBM Plex Sans"/>
              <a:ea typeface="IBM Plex Sans"/>
              <a:cs typeface="IBM Plex Sans"/>
              <a:sym typeface="IBM Plex Sans"/>
            </a:endParaRPr>
          </a:p>
          <a:p>
            <a:pPr indent="-457200" lvl="0" marL="457200" marR="0" rtl="0" algn="just">
              <a:lnSpc>
                <a:spcPct val="139840"/>
              </a:lnSpc>
              <a:spcBef>
                <a:spcPts val="0"/>
              </a:spcBef>
              <a:spcAft>
                <a:spcPts val="0"/>
              </a:spcAft>
              <a:buClr>
                <a:srgbClr val="C1FF72"/>
              </a:buClr>
              <a:buSzPts val="2510"/>
              <a:buFont typeface="Arial"/>
              <a:buChar char="•"/>
            </a:pPr>
            <a:r>
              <a:rPr b="1" lang="en-US" sz="2510">
                <a:solidFill>
                  <a:srgbClr val="C1FF72"/>
                </a:solidFill>
                <a:latin typeface="IBM Plex Sans"/>
                <a:ea typeface="IBM Plex Sans"/>
                <a:cs typeface="IBM Plex Sans"/>
                <a:sym typeface="IBM Plex Sans"/>
              </a:rPr>
              <a:t>df -h </a:t>
            </a:r>
            <a:r>
              <a:rPr b="1" lang="en-US" sz="2510">
                <a:solidFill>
                  <a:srgbClr val="FFFFFF"/>
                </a:solidFill>
                <a:latin typeface="IBM Plex Sans"/>
                <a:ea typeface="IBM Plex Sans"/>
                <a:cs typeface="IBM Plex Sans"/>
                <a:sym typeface="IBM Plex Sans"/>
              </a:rPr>
              <a:t>– Shows disk space usage.</a:t>
            </a:r>
            <a:endParaRPr b="1" sz="2510">
              <a:solidFill>
                <a:srgbClr val="FFFFFF"/>
              </a:solidFill>
              <a:latin typeface="IBM Plex Sans"/>
              <a:ea typeface="IBM Plex Sans"/>
              <a:cs typeface="IBM Plex Sans"/>
              <a:sym typeface="IBM Plex Sans"/>
            </a:endParaRPr>
          </a:p>
          <a:p>
            <a:pPr indent="-457200" lvl="0" marL="457200" marR="0" rtl="0" algn="just">
              <a:lnSpc>
                <a:spcPct val="139840"/>
              </a:lnSpc>
              <a:spcBef>
                <a:spcPts val="0"/>
              </a:spcBef>
              <a:spcAft>
                <a:spcPts val="0"/>
              </a:spcAft>
              <a:buClr>
                <a:srgbClr val="C1FF72"/>
              </a:buClr>
              <a:buSzPts val="2510"/>
              <a:buFont typeface="Arial"/>
              <a:buChar char="•"/>
            </a:pPr>
            <a:r>
              <a:rPr b="1" lang="en-US" sz="2510">
                <a:solidFill>
                  <a:srgbClr val="C1FF72"/>
                </a:solidFill>
                <a:latin typeface="IBM Plex Sans"/>
                <a:ea typeface="IBM Plex Sans"/>
                <a:cs typeface="IBM Plex Sans"/>
                <a:sym typeface="IBM Plex Sans"/>
              </a:rPr>
              <a:t>free -m</a:t>
            </a:r>
            <a:r>
              <a:rPr b="1" lang="en-US" sz="2510">
                <a:solidFill>
                  <a:srgbClr val="FFFFFF"/>
                </a:solidFill>
                <a:latin typeface="IBM Plex Sans"/>
                <a:ea typeface="IBM Plex Sans"/>
                <a:cs typeface="IBM Plex Sans"/>
                <a:sym typeface="IBM Plex Sans"/>
              </a:rPr>
              <a:t> – Displays memory usage.</a:t>
            </a:r>
            <a:endParaRPr b="1" sz="2510">
              <a:solidFill>
                <a:srgbClr val="FFFFFF"/>
              </a:solidFill>
              <a:latin typeface="IBM Plex Sans"/>
              <a:ea typeface="IBM Plex Sans"/>
              <a:cs typeface="IBM Plex Sans"/>
              <a:sym typeface="IBM Plex Sans"/>
            </a:endParaRPr>
          </a:p>
          <a:p>
            <a:pPr indent="-457200" lvl="0" marL="457200" marR="0" rtl="0" algn="just">
              <a:lnSpc>
                <a:spcPct val="139840"/>
              </a:lnSpc>
              <a:spcBef>
                <a:spcPts val="0"/>
              </a:spcBef>
              <a:spcAft>
                <a:spcPts val="0"/>
              </a:spcAft>
              <a:buClr>
                <a:srgbClr val="C1FF72"/>
              </a:buClr>
              <a:buSzPts val="2510"/>
              <a:buFont typeface="Arial"/>
              <a:buChar char="•"/>
            </a:pPr>
            <a:r>
              <a:rPr b="1" lang="en-US" sz="2510">
                <a:solidFill>
                  <a:srgbClr val="C1FF72"/>
                </a:solidFill>
                <a:latin typeface="IBM Plex Sans"/>
                <a:ea typeface="IBM Plex Sans"/>
                <a:cs typeface="IBM Plex Sans"/>
                <a:sym typeface="IBM Plex Sans"/>
              </a:rPr>
              <a:t>top </a:t>
            </a:r>
            <a:r>
              <a:rPr b="1" lang="en-US" sz="2510">
                <a:solidFill>
                  <a:srgbClr val="FFFFFF"/>
                </a:solidFill>
                <a:latin typeface="IBM Plex Sans"/>
                <a:ea typeface="IBM Plex Sans"/>
                <a:cs typeface="IBM Plex Sans"/>
                <a:sym typeface="IBM Plex Sans"/>
              </a:rPr>
              <a:t>– Shows running processes and system performance.</a:t>
            </a:r>
            <a:endParaRPr b="1" sz="2510">
              <a:solidFill>
                <a:srgbClr val="FFFFFF"/>
              </a:solidFill>
              <a:latin typeface="IBM Plex Sans"/>
              <a:ea typeface="IBM Plex Sans"/>
              <a:cs typeface="IBM Plex Sans"/>
              <a:sym typeface="IBM Plex Sans"/>
            </a:endParaRPr>
          </a:p>
          <a:p>
            <a:pPr indent="-457200" lvl="0" marL="457200" marR="0" rtl="0" algn="just">
              <a:lnSpc>
                <a:spcPct val="139840"/>
              </a:lnSpc>
              <a:spcBef>
                <a:spcPts val="0"/>
              </a:spcBef>
              <a:spcAft>
                <a:spcPts val="0"/>
              </a:spcAft>
              <a:buClr>
                <a:srgbClr val="C1FF72"/>
              </a:buClr>
              <a:buSzPts val="2510"/>
              <a:buFont typeface="Arial"/>
              <a:buChar char="•"/>
            </a:pPr>
            <a:r>
              <a:rPr b="1" lang="en-US" sz="2510">
                <a:solidFill>
                  <a:srgbClr val="C1FF72"/>
                </a:solidFill>
                <a:latin typeface="IBM Plex Sans"/>
                <a:ea typeface="IBM Plex Sans"/>
                <a:cs typeface="IBM Plex Sans"/>
                <a:sym typeface="IBM Plex Sans"/>
              </a:rPr>
              <a:t>uptime </a:t>
            </a:r>
            <a:r>
              <a:rPr b="1" lang="en-US" sz="2510">
                <a:solidFill>
                  <a:srgbClr val="FFFFFF"/>
                </a:solidFill>
                <a:latin typeface="IBM Plex Sans"/>
                <a:ea typeface="IBM Plex Sans"/>
                <a:cs typeface="IBM Plex Sans"/>
                <a:sym typeface="IBM Plex Sans"/>
              </a:rPr>
              <a:t>– Shows system uptime.</a:t>
            </a:r>
            <a:endParaRPr b="1" sz="2510">
              <a:solidFill>
                <a:srgbClr val="FFFFFF"/>
              </a:solidFill>
              <a:latin typeface="IBM Plex Sans"/>
              <a:ea typeface="IBM Plex Sans"/>
              <a:cs typeface="IBM Plex Sans"/>
              <a:sym typeface="IBM Plex Sans"/>
            </a:endParaRPr>
          </a:p>
          <a:p>
            <a:pPr indent="-457200" lvl="0" marL="457200" marR="0" rtl="0" algn="just">
              <a:lnSpc>
                <a:spcPct val="139840"/>
              </a:lnSpc>
              <a:spcBef>
                <a:spcPts val="0"/>
              </a:spcBef>
              <a:spcAft>
                <a:spcPts val="0"/>
              </a:spcAft>
              <a:buClr>
                <a:srgbClr val="C1FF72"/>
              </a:buClr>
              <a:buSzPts val="2510"/>
              <a:buFont typeface="Arial"/>
              <a:buChar char="•"/>
            </a:pPr>
            <a:r>
              <a:rPr b="1" lang="en-US" sz="2510">
                <a:solidFill>
                  <a:srgbClr val="C1FF72"/>
                </a:solidFill>
                <a:latin typeface="IBM Plex Sans"/>
                <a:ea typeface="IBM Plex Sans"/>
                <a:cs typeface="IBM Plex Sans"/>
                <a:sym typeface="IBM Plex Sans"/>
              </a:rPr>
              <a:t>vmstat </a:t>
            </a:r>
            <a:r>
              <a:rPr b="1" lang="en-US" sz="2510">
                <a:solidFill>
                  <a:srgbClr val="FFFFFF"/>
                </a:solidFill>
                <a:latin typeface="IBM Plex Sans"/>
                <a:ea typeface="IBM Plex Sans"/>
                <a:cs typeface="IBM Plex Sans"/>
                <a:sym typeface="IBM Plex Sans"/>
              </a:rPr>
              <a:t>– Displays system performance statistics.</a:t>
            </a:r>
            <a:endParaRPr b="1" sz="2510">
              <a:solidFill>
                <a:srgbClr val="FFFFFF"/>
              </a:solidFill>
              <a:latin typeface="IBM Plex Sans"/>
              <a:ea typeface="IBM Plex Sans"/>
              <a:cs typeface="IBM Plex Sans"/>
              <a:sym typeface="IBM Plex Sans"/>
            </a:endParaRPr>
          </a:p>
          <a:p>
            <a:pPr indent="-457200" lvl="0" marL="457200" marR="0" rtl="0" algn="just">
              <a:lnSpc>
                <a:spcPct val="139840"/>
              </a:lnSpc>
              <a:spcBef>
                <a:spcPts val="0"/>
              </a:spcBef>
              <a:spcAft>
                <a:spcPts val="0"/>
              </a:spcAft>
              <a:buClr>
                <a:srgbClr val="C1FF72"/>
              </a:buClr>
              <a:buSzPts val="2510"/>
              <a:buFont typeface="Arial"/>
              <a:buChar char="•"/>
            </a:pPr>
            <a:r>
              <a:rPr b="1" lang="en-US" sz="2510">
                <a:solidFill>
                  <a:srgbClr val="C1FF72"/>
                </a:solidFill>
                <a:latin typeface="IBM Plex Sans"/>
                <a:ea typeface="IBM Plex Sans"/>
                <a:cs typeface="IBM Plex Sans"/>
                <a:sym typeface="IBM Plex Sans"/>
              </a:rPr>
              <a:t>iostat </a:t>
            </a:r>
            <a:r>
              <a:rPr b="1" lang="en-US" sz="2510">
                <a:solidFill>
                  <a:srgbClr val="FFFFFF"/>
                </a:solidFill>
                <a:latin typeface="IBM Plex Sans"/>
                <a:ea typeface="IBM Plex Sans"/>
                <a:cs typeface="IBM Plex Sans"/>
                <a:sym typeface="IBM Plex Sans"/>
              </a:rPr>
              <a:t>– Provides CPU and disk I/O statistics.</a:t>
            </a:r>
            <a:endParaRPr b="1" sz="2510">
              <a:solidFill>
                <a:srgbClr val="FFFFFF"/>
              </a:solidFill>
              <a:latin typeface="IBM Plex Sans"/>
              <a:ea typeface="IBM Plex Sans"/>
              <a:cs typeface="IBM Plex Sans"/>
              <a:sym typeface="IBM Plex Sans"/>
            </a:endParaRPr>
          </a:p>
          <a:p>
            <a:pPr indent="-297815" lvl="0" marL="457200" marR="0" rtl="0" algn="just">
              <a:lnSpc>
                <a:spcPct val="139840"/>
              </a:lnSpc>
              <a:spcBef>
                <a:spcPts val="0"/>
              </a:spcBef>
              <a:spcAft>
                <a:spcPts val="0"/>
              </a:spcAft>
              <a:buClr>
                <a:schemeClr val="dk1"/>
              </a:buClr>
              <a:buSzPts val="2510"/>
              <a:buFont typeface="Arial"/>
              <a:buNone/>
            </a:pPr>
            <a:r>
              <a:t/>
            </a:r>
            <a:endParaRPr b="1" sz="2510">
              <a:solidFill>
                <a:srgbClr val="FFFFFF"/>
              </a:solidFill>
              <a:latin typeface="IBM Plex Sans"/>
              <a:ea typeface="IBM Plex Sans"/>
              <a:cs typeface="IBM Plex Sans"/>
              <a:sym typeface="IBM Plex Sans"/>
            </a:endParaRPr>
          </a:p>
        </p:txBody>
      </p:sp>
      <p:sp>
        <p:nvSpPr>
          <p:cNvPr id="749" name="Google Shape;749;p33"/>
          <p:cNvSpPr txBox="1"/>
          <p:nvPr/>
        </p:nvSpPr>
        <p:spPr>
          <a:xfrm>
            <a:off x="914400" y="5143500"/>
            <a:ext cx="6955155" cy="511175"/>
          </a:xfrm>
          <a:prstGeom prst="rect">
            <a:avLst/>
          </a:prstGeom>
          <a:noFill/>
          <a:ln>
            <a:noFill/>
          </a:ln>
        </p:spPr>
        <p:txBody>
          <a:bodyPr anchorCtr="0" anchor="t" bIns="0" lIns="0" spcFirstLastPara="1" rIns="0" wrap="square" tIns="0">
            <a:spAutoFit/>
          </a:bodyPr>
          <a:lstStyle/>
          <a:p>
            <a:pPr indent="0" lvl="0" marL="0" marR="0" rtl="0" algn="l">
              <a:lnSpc>
                <a:spcPct val="133000"/>
              </a:lnSpc>
              <a:spcBef>
                <a:spcPts val="0"/>
              </a:spcBef>
              <a:spcAft>
                <a:spcPts val="0"/>
              </a:spcAft>
              <a:buNone/>
            </a:pPr>
            <a:r>
              <a:rPr b="1" lang="en-US" sz="3000">
                <a:solidFill>
                  <a:srgbClr val="C1FF72"/>
                </a:solidFill>
                <a:latin typeface="Calibri"/>
                <a:ea typeface="Calibri"/>
                <a:cs typeface="Calibri"/>
                <a:sym typeface="Calibri"/>
              </a:rPr>
              <a:t>4. User Management</a:t>
            </a:r>
            <a:endParaRPr b="1" sz="3000">
              <a:solidFill>
                <a:srgbClr val="C1FF72"/>
              </a:solidFill>
              <a:latin typeface="Calibri"/>
              <a:ea typeface="Calibri"/>
              <a:cs typeface="Calibri"/>
              <a:sym typeface="Calibri"/>
            </a:endParaRPr>
          </a:p>
        </p:txBody>
      </p:sp>
      <p:sp>
        <p:nvSpPr>
          <p:cNvPr id="750" name="Google Shape;750;p33"/>
          <p:cNvSpPr txBox="1"/>
          <p:nvPr/>
        </p:nvSpPr>
        <p:spPr>
          <a:xfrm>
            <a:off x="1143000" y="5849620"/>
            <a:ext cx="16149900" cy="2007300"/>
          </a:xfrm>
          <a:prstGeom prst="rect">
            <a:avLst/>
          </a:prstGeom>
          <a:noFill/>
          <a:ln>
            <a:noFill/>
          </a:ln>
        </p:spPr>
        <p:txBody>
          <a:bodyPr anchorCtr="0" anchor="t" bIns="0" lIns="0" spcFirstLastPara="1" rIns="0" wrap="square" tIns="0">
            <a:spAutoFit/>
          </a:bodyPr>
          <a:lstStyle/>
          <a:p>
            <a:pPr indent="-457200" lvl="0" marL="457200" marR="0" rtl="0" algn="just">
              <a:lnSpc>
                <a:spcPct val="139840"/>
              </a:lnSpc>
              <a:spcBef>
                <a:spcPts val="0"/>
              </a:spcBef>
              <a:spcAft>
                <a:spcPts val="0"/>
              </a:spcAft>
              <a:buClr>
                <a:srgbClr val="C1FF72"/>
              </a:buClr>
              <a:buSzPts val="2510"/>
              <a:buFont typeface="Arial"/>
              <a:buChar char="•"/>
            </a:pPr>
            <a:r>
              <a:rPr b="1" lang="en-US" sz="2510">
                <a:solidFill>
                  <a:srgbClr val="C1FF72"/>
                </a:solidFill>
                <a:latin typeface="IBM Plex Sans"/>
                <a:ea typeface="IBM Plex Sans"/>
                <a:cs typeface="IBM Plex Sans"/>
                <a:sym typeface="IBM Plex Sans"/>
              </a:rPr>
              <a:t>whoami </a:t>
            </a:r>
            <a:r>
              <a:rPr b="1" lang="en-US" sz="2510">
                <a:solidFill>
                  <a:srgbClr val="FFFFFF"/>
                </a:solidFill>
                <a:latin typeface="IBM Plex Sans"/>
                <a:ea typeface="IBM Plex Sans"/>
                <a:cs typeface="IBM Plex Sans"/>
                <a:sym typeface="IBM Plex Sans"/>
              </a:rPr>
              <a:t>– Displays the current user.</a:t>
            </a:r>
            <a:endParaRPr b="1" sz="2510">
              <a:solidFill>
                <a:srgbClr val="FFFFFF"/>
              </a:solidFill>
              <a:latin typeface="IBM Plex Sans"/>
              <a:ea typeface="IBM Plex Sans"/>
              <a:cs typeface="IBM Plex Sans"/>
              <a:sym typeface="IBM Plex Sans"/>
            </a:endParaRPr>
          </a:p>
          <a:p>
            <a:pPr indent="-457200" lvl="0" marL="457200" marR="0" rtl="0" algn="just">
              <a:lnSpc>
                <a:spcPct val="139840"/>
              </a:lnSpc>
              <a:spcBef>
                <a:spcPts val="0"/>
              </a:spcBef>
              <a:spcAft>
                <a:spcPts val="0"/>
              </a:spcAft>
              <a:buClr>
                <a:srgbClr val="C1FF72"/>
              </a:buClr>
              <a:buSzPts val="2510"/>
              <a:buFont typeface="Arial"/>
              <a:buChar char="•"/>
            </a:pPr>
            <a:r>
              <a:rPr b="1" lang="en-US" sz="2510">
                <a:solidFill>
                  <a:srgbClr val="C1FF72"/>
                </a:solidFill>
                <a:latin typeface="IBM Plex Sans"/>
                <a:ea typeface="IBM Plex Sans"/>
                <a:cs typeface="IBM Plex Sans"/>
                <a:sym typeface="IBM Plex Sans"/>
              </a:rPr>
              <a:t>who </a:t>
            </a:r>
            <a:r>
              <a:rPr b="1" lang="en-US" sz="2510">
                <a:solidFill>
                  <a:srgbClr val="FFFFFF"/>
                </a:solidFill>
                <a:latin typeface="IBM Plex Sans"/>
                <a:ea typeface="IBM Plex Sans"/>
                <a:cs typeface="IBM Plex Sans"/>
                <a:sym typeface="IBM Plex Sans"/>
              </a:rPr>
              <a:t>– Lists logged-in user.</a:t>
            </a:r>
            <a:endParaRPr b="1" sz="2510">
              <a:solidFill>
                <a:srgbClr val="FFFFFF"/>
              </a:solidFill>
              <a:latin typeface="IBM Plex Sans"/>
              <a:ea typeface="IBM Plex Sans"/>
              <a:cs typeface="IBM Plex Sans"/>
              <a:sym typeface="IBM Plex Sans"/>
            </a:endParaRPr>
          </a:p>
          <a:p>
            <a:pPr indent="-457200" lvl="0" marL="457200" marR="0" rtl="0" algn="just">
              <a:lnSpc>
                <a:spcPct val="139840"/>
              </a:lnSpc>
              <a:spcBef>
                <a:spcPts val="0"/>
              </a:spcBef>
              <a:spcAft>
                <a:spcPts val="0"/>
              </a:spcAft>
              <a:buClr>
                <a:srgbClr val="C1FF72"/>
              </a:buClr>
              <a:buSzPts val="2510"/>
              <a:buFont typeface="Arial"/>
              <a:buChar char="•"/>
            </a:pPr>
            <a:r>
              <a:rPr b="1" lang="en-US" sz="2510">
                <a:solidFill>
                  <a:srgbClr val="C1FF72"/>
                </a:solidFill>
                <a:latin typeface="IBM Plex Sans"/>
                <a:ea typeface="IBM Plex Sans"/>
                <a:cs typeface="IBM Plex Sans"/>
                <a:sym typeface="IBM Plex Sans"/>
              </a:rPr>
              <a:t>passwd </a:t>
            </a:r>
            <a:r>
              <a:rPr b="1" lang="en-US" sz="2510">
                <a:solidFill>
                  <a:srgbClr val="FFFFFF"/>
                </a:solidFill>
                <a:latin typeface="IBM Plex Sans"/>
                <a:ea typeface="IBM Plex Sans"/>
                <a:cs typeface="IBM Plex Sans"/>
                <a:sym typeface="IBM Plex Sans"/>
              </a:rPr>
              <a:t>– Changes the user password.</a:t>
            </a:r>
            <a:endParaRPr b="1" sz="2510">
              <a:solidFill>
                <a:srgbClr val="FFFFFF"/>
              </a:solidFill>
              <a:latin typeface="IBM Plex Sans"/>
              <a:ea typeface="IBM Plex Sans"/>
              <a:cs typeface="IBM Plex Sans"/>
              <a:sym typeface="IBM Plex Sans"/>
            </a:endParaRPr>
          </a:p>
          <a:p>
            <a:pPr indent="-457200" lvl="0" marL="457200" marR="0" rtl="0" algn="just">
              <a:lnSpc>
                <a:spcPct val="139840"/>
              </a:lnSpc>
              <a:spcBef>
                <a:spcPts val="0"/>
              </a:spcBef>
              <a:spcAft>
                <a:spcPts val="0"/>
              </a:spcAft>
              <a:buClr>
                <a:srgbClr val="C1FF72"/>
              </a:buClr>
              <a:buSzPts val="2510"/>
              <a:buFont typeface="Arial"/>
              <a:buChar char="•"/>
            </a:pPr>
            <a:r>
              <a:rPr b="1" lang="en-US" sz="2510">
                <a:solidFill>
                  <a:srgbClr val="C1FF72"/>
                </a:solidFill>
                <a:latin typeface="IBM Plex Sans"/>
                <a:ea typeface="IBM Plex Sans"/>
                <a:cs typeface="IBM Plex Sans"/>
                <a:sym typeface="IBM Plex Sans"/>
              </a:rPr>
              <a:t>adduser </a:t>
            </a:r>
            <a:r>
              <a:rPr b="1" lang="en-US" sz="2510">
                <a:solidFill>
                  <a:srgbClr val="FFFFFF"/>
                </a:solidFill>
                <a:latin typeface="IBM Plex Sans"/>
                <a:ea typeface="IBM Plex Sans"/>
                <a:cs typeface="IBM Plex Sans"/>
                <a:sym typeface="IBM Plex Sans"/>
              </a:rPr>
              <a:t>– Adds a new user.</a:t>
            </a:r>
            <a:endParaRPr b="1" sz="2510">
              <a:solidFill>
                <a:srgbClr val="FFFFFF"/>
              </a:solidFill>
              <a:latin typeface="IBM Plex Sans"/>
              <a:ea typeface="IBM Plex Sans"/>
              <a:cs typeface="IBM Plex Sans"/>
              <a:sym typeface="IBM Plex Sans"/>
            </a:endParaRPr>
          </a:p>
        </p:txBody>
      </p:sp>
      <p:sp>
        <p:nvSpPr>
          <p:cNvPr id="751" name="Google Shape;751;p33"/>
          <p:cNvSpPr txBox="1"/>
          <p:nvPr/>
        </p:nvSpPr>
        <p:spPr>
          <a:xfrm>
            <a:off x="1066800" y="8039100"/>
            <a:ext cx="6955155" cy="511175"/>
          </a:xfrm>
          <a:prstGeom prst="rect">
            <a:avLst/>
          </a:prstGeom>
          <a:noFill/>
          <a:ln>
            <a:noFill/>
          </a:ln>
        </p:spPr>
        <p:txBody>
          <a:bodyPr anchorCtr="0" anchor="t" bIns="0" lIns="0" spcFirstLastPara="1" rIns="0" wrap="square" tIns="0">
            <a:spAutoFit/>
          </a:bodyPr>
          <a:lstStyle/>
          <a:p>
            <a:pPr indent="0" lvl="0" marL="0" marR="0" rtl="0" algn="l">
              <a:lnSpc>
                <a:spcPct val="133000"/>
              </a:lnSpc>
              <a:spcBef>
                <a:spcPts val="0"/>
              </a:spcBef>
              <a:spcAft>
                <a:spcPts val="0"/>
              </a:spcAft>
              <a:buNone/>
            </a:pPr>
            <a:r>
              <a:rPr b="1" lang="en-US" sz="3000">
                <a:solidFill>
                  <a:srgbClr val="C1FF72"/>
                </a:solidFill>
                <a:latin typeface="Calibri"/>
                <a:ea typeface="Calibri"/>
                <a:cs typeface="Calibri"/>
                <a:sym typeface="Calibri"/>
              </a:rPr>
              <a:t>5. Networking</a:t>
            </a:r>
            <a:endParaRPr b="1" sz="3000">
              <a:solidFill>
                <a:srgbClr val="C1FF72"/>
              </a:solidFill>
              <a:latin typeface="Calibri"/>
              <a:ea typeface="Calibri"/>
              <a:cs typeface="Calibri"/>
              <a:sym typeface="Calibri"/>
            </a:endParaRPr>
          </a:p>
        </p:txBody>
      </p:sp>
      <p:sp>
        <p:nvSpPr>
          <p:cNvPr id="752" name="Google Shape;752;p33"/>
          <p:cNvSpPr txBox="1"/>
          <p:nvPr/>
        </p:nvSpPr>
        <p:spPr>
          <a:xfrm>
            <a:off x="1371600" y="8648700"/>
            <a:ext cx="16149955" cy="1350010"/>
          </a:xfrm>
          <a:prstGeom prst="rect">
            <a:avLst/>
          </a:prstGeom>
          <a:noFill/>
          <a:ln>
            <a:noFill/>
          </a:ln>
        </p:spPr>
        <p:txBody>
          <a:bodyPr anchorCtr="0" anchor="t" bIns="0" lIns="0" spcFirstLastPara="1" rIns="0" wrap="square" tIns="0">
            <a:spAutoFit/>
          </a:bodyPr>
          <a:lstStyle/>
          <a:p>
            <a:pPr indent="-457200" lvl="0" marL="457200" marR="0" rtl="0" algn="just">
              <a:lnSpc>
                <a:spcPct val="139840"/>
              </a:lnSpc>
              <a:spcBef>
                <a:spcPts val="0"/>
              </a:spcBef>
              <a:spcAft>
                <a:spcPts val="0"/>
              </a:spcAft>
              <a:buClr>
                <a:srgbClr val="C1FF72"/>
              </a:buClr>
              <a:buSzPts val="2510"/>
              <a:buFont typeface="Arial"/>
              <a:buChar char="•"/>
            </a:pPr>
            <a:r>
              <a:rPr b="1" lang="en-US" sz="2510">
                <a:solidFill>
                  <a:srgbClr val="C1FF72"/>
                </a:solidFill>
                <a:latin typeface="IBM Plex Sans"/>
                <a:ea typeface="IBM Plex Sans"/>
                <a:cs typeface="IBM Plex Sans"/>
                <a:sym typeface="IBM Plex Sans"/>
              </a:rPr>
              <a:t>ping &lt;hostname/IP address&gt;</a:t>
            </a:r>
            <a:r>
              <a:rPr b="1" lang="en-US" sz="2510">
                <a:solidFill>
                  <a:srgbClr val="FFFFFF"/>
                </a:solidFill>
                <a:latin typeface="IBM Plex Sans"/>
                <a:ea typeface="IBM Plex Sans"/>
                <a:cs typeface="IBM Plex Sans"/>
                <a:sym typeface="IBM Plex Sans"/>
              </a:rPr>
              <a:t> – Checks network connectivity.</a:t>
            </a:r>
            <a:endParaRPr b="1" sz="2510">
              <a:solidFill>
                <a:srgbClr val="FFFFFF"/>
              </a:solidFill>
              <a:latin typeface="IBM Plex Sans"/>
              <a:ea typeface="IBM Plex Sans"/>
              <a:cs typeface="IBM Plex Sans"/>
              <a:sym typeface="IBM Plex Sans"/>
            </a:endParaRPr>
          </a:p>
          <a:p>
            <a:pPr indent="-457200" lvl="0" marL="457200" marR="0" rtl="0" algn="just">
              <a:lnSpc>
                <a:spcPct val="139840"/>
              </a:lnSpc>
              <a:spcBef>
                <a:spcPts val="0"/>
              </a:spcBef>
              <a:spcAft>
                <a:spcPts val="0"/>
              </a:spcAft>
              <a:buClr>
                <a:srgbClr val="C1FF72"/>
              </a:buClr>
              <a:buSzPts val="2510"/>
              <a:buFont typeface="Arial"/>
              <a:buChar char="•"/>
            </a:pPr>
            <a:r>
              <a:rPr b="1" lang="en-US" sz="2510">
                <a:solidFill>
                  <a:srgbClr val="C1FF72"/>
                </a:solidFill>
                <a:latin typeface="IBM Plex Sans"/>
                <a:ea typeface="IBM Plex Sans"/>
                <a:cs typeface="IBM Plex Sans"/>
                <a:sym typeface="IBM Plex Sans"/>
              </a:rPr>
              <a:t>ifconfig</a:t>
            </a:r>
            <a:r>
              <a:rPr b="1" lang="en-US" sz="2510">
                <a:solidFill>
                  <a:srgbClr val="FFFFFF"/>
                </a:solidFill>
                <a:latin typeface="IBM Plex Sans"/>
                <a:ea typeface="IBM Plex Sans"/>
                <a:cs typeface="IBM Plex Sans"/>
                <a:sym typeface="IBM Plex Sans"/>
              </a:rPr>
              <a:t> – Displays network configuration.</a:t>
            </a:r>
            <a:endParaRPr b="1" sz="2510">
              <a:solidFill>
                <a:srgbClr val="FFFFFF"/>
              </a:solidFill>
              <a:latin typeface="IBM Plex Sans"/>
              <a:ea typeface="IBM Plex Sans"/>
              <a:cs typeface="IBM Plex Sans"/>
              <a:sym typeface="IBM Plex Sans"/>
            </a:endParaRPr>
          </a:p>
          <a:p>
            <a:pPr indent="-457200" lvl="0" marL="457200" marR="0" rtl="0" algn="just">
              <a:lnSpc>
                <a:spcPct val="139840"/>
              </a:lnSpc>
              <a:spcBef>
                <a:spcPts val="0"/>
              </a:spcBef>
              <a:spcAft>
                <a:spcPts val="0"/>
              </a:spcAft>
              <a:buClr>
                <a:srgbClr val="C1FF72"/>
              </a:buClr>
              <a:buSzPts val="2510"/>
              <a:buFont typeface="Arial"/>
              <a:buChar char="•"/>
            </a:pPr>
            <a:r>
              <a:rPr b="1" lang="en-US" sz="2510">
                <a:solidFill>
                  <a:srgbClr val="C1FF72"/>
                </a:solidFill>
                <a:latin typeface="IBM Plex Sans"/>
                <a:ea typeface="IBM Plex Sans"/>
                <a:cs typeface="IBM Plex Sans"/>
                <a:sym typeface="IBM Plex Sans"/>
              </a:rPr>
              <a:t>wget &lt;URL&gt;</a:t>
            </a:r>
            <a:r>
              <a:rPr b="1" lang="en-US" sz="2510">
                <a:solidFill>
                  <a:srgbClr val="FFFFFF"/>
                </a:solidFill>
                <a:latin typeface="IBM Plex Sans"/>
                <a:ea typeface="IBM Plex Sans"/>
                <a:cs typeface="IBM Plex Sans"/>
                <a:sym typeface="IBM Plex Sans"/>
              </a:rPr>
              <a:t> – Downloads files from the internet</a:t>
            </a:r>
            <a:endParaRPr b="1" sz="2510">
              <a:solidFill>
                <a:srgbClr val="FFFFFF"/>
              </a:solidFill>
              <a:latin typeface="IBM Plex Sans"/>
              <a:ea typeface="IBM Plex Sans"/>
              <a:cs typeface="IBM Plex Sans"/>
              <a:sym typeface="IBM Plex Sans"/>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3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9" l="0" r="0" t="-922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8" name="Google Shape;758;p34"/>
          <p:cNvSpPr/>
          <p:nvPr/>
        </p:nvSpPr>
        <p:spPr>
          <a:xfrm>
            <a:off x="438973" y="359817"/>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759" name="Google Shape;759;p34"/>
          <p:cNvSpPr txBox="1"/>
          <p:nvPr/>
        </p:nvSpPr>
        <p:spPr>
          <a:xfrm>
            <a:off x="4114805" y="192416"/>
            <a:ext cx="10364459" cy="897255"/>
          </a:xfrm>
          <a:prstGeom prst="rect">
            <a:avLst/>
          </a:prstGeom>
          <a:noFill/>
          <a:ln>
            <a:noFill/>
          </a:ln>
        </p:spPr>
        <p:txBody>
          <a:bodyPr anchorCtr="0" anchor="t" bIns="0" lIns="0" spcFirstLastPara="1" rIns="0" wrap="square" tIns="0">
            <a:spAutoFit/>
          </a:bodyPr>
          <a:lstStyle/>
          <a:p>
            <a:pPr indent="0" lvl="0" marL="0" marR="0" rtl="0" algn="ctr">
              <a:lnSpc>
                <a:spcPct val="87500"/>
              </a:lnSpc>
              <a:spcBef>
                <a:spcPts val="0"/>
              </a:spcBef>
              <a:spcAft>
                <a:spcPts val="0"/>
              </a:spcAft>
              <a:buNone/>
            </a:pPr>
            <a:r>
              <a:rPr b="1" lang="en-US" sz="8000">
                <a:solidFill>
                  <a:srgbClr val="C1FF72"/>
                </a:solidFill>
                <a:latin typeface="Calibri"/>
                <a:ea typeface="Calibri"/>
                <a:cs typeface="Calibri"/>
                <a:sym typeface="Calibri"/>
              </a:rPr>
              <a:t>Basic </a:t>
            </a:r>
            <a:r>
              <a:rPr b="1" lang="en-US" sz="8000" u="none" strike="noStrike">
                <a:solidFill>
                  <a:srgbClr val="C1FF72"/>
                </a:solidFill>
                <a:latin typeface="Calibri"/>
                <a:ea typeface="Calibri"/>
                <a:cs typeface="Calibri"/>
                <a:sym typeface="Calibri"/>
              </a:rPr>
              <a:t>Commands</a:t>
            </a:r>
            <a:endParaRPr b="1" sz="5000" u="none" strike="noStrike">
              <a:solidFill>
                <a:srgbClr val="C1FF72"/>
              </a:solidFill>
              <a:latin typeface="IBM Plex Sans"/>
              <a:ea typeface="IBM Plex Sans"/>
              <a:cs typeface="IBM Plex Sans"/>
              <a:sym typeface="IBM Plex Sans"/>
            </a:endParaRPr>
          </a:p>
        </p:txBody>
      </p:sp>
      <p:sp>
        <p:nvSpPr>
          <p:cNvPr id="760" name="Google Shape;760;p34"/>
          <p:cNvSpPr/>
          <p:nvPr/>
        </p:nvSpPr>
        <p:spPr>
          <a:xfrm>
            <a:off x="15163526" y="7658401"/>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761" name="Google Shape;761;p34"/>
          <p:cNvSpPr/>
          <p:nvPr/>
        </p:nvSpPr>
        <p:spPr>
          <a:xfrm>
            <a:off x="5410227" y="8496229"/>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762" name="Google Shape;762;p34"/>
          <p:cNvSpPr/>
          <p:nvPr/>
        </p:nvSpPr>
        <p:spPr>
          <a:xfrm>
            <a:off x="12603787" y="1219582"/>
            <a:ext cx="2287216" cy="2287216"/>
          </a:xfrm>
          <a:custGeom>
            <a:rect b="b" l="l" r="r" t="t"/>
            <a:pathLst>
              <a:path extrusionOk="0" h="2287216" w="2287216">
                <a:moveTo>
                  <a:pt x="0" y="0"/>
                </a:moveTo>
                <a:lnTo>
                  <a:pt x="2287216" y="0"/>
                </a:lnTo>
                <a:lnTo>
                  <a:pt x="2287216" y="2287217"/>
                </a:lnTo>
                <a:lnTo>
                  <a:pt x="0" y="2287217"/>
                </a:lnTo>
                <a:lnTo>
                  <a:pt x="0" y="0"/>
                </a:lnTo>
                <a:close/>
              </a:path>
            </a:pathLst>
          </a:custGeom>
          <a:blipFill rotWithShape="1">
            <a:blip r:embed="rId4">
              <a:alphaModFix amt="44999"/>
            </a:blip>
            <a:stretch>
              <a:fillRect b="0" l="0" r="0" t="0"/>
            </a:stretch>
          </a:blipFill>
          <a:ln>
            <a:noFill/>
          </a:ln>
        </p:spPr>
      </p:sp>
      <p:sp>
        <p:nvSpPr>
          <p:cNvPr id="763" name="Google Shape;763;p34"/>
          <p:cNvSpPr/>
          <p:nvPr/>
        </p:nvSpPr>
        <p:spPr>
          <a:xfrm>
            <a:off x="15773512" y="921896"/>
            <a:ext cx="1595650" cy="1595650"/>
          </a:xfrm>
          <a:custGeom>
            <a:rect b="b" l="l" r="r" t="t"/>
            <a:pathLst>
              <a:path extrusionOk="0" h="1595650" w="1595650">
                <a:moveTo>
                  <a:pt x="0" y="0"/>
                </a:moveTo>
                <a:lnTo>
                  <a:pt x="1595650" y="0"/>
                </a:lnTo>
                <a:lnTo>
                  <a:pt x="1595650" y="1595651"/>
                </a:lnTo>
                <a:lnTo>
                  <a:pt x="0" y="1595651"/>
                </a:lnTo>
                <a:lnTo>
                  <a:pt x="0" y="0"/>
                </a:lnTo>
                <a:close/>
              </a:path>
            </a:pathLst>
          </a:custGeom>
          <a:blipFill rotWithShape="1">
            <a:blip r:embed="rId4">
              <a:alphaModFix amt="44999"/>
            </a:blip>
            <a:stretch>
              <a:fillRect b="0" l="0" r="0" t="0"/>
            </a:stretch>
          </a:blipFill>
          <a:ln>
            <a:noFill/>
          </a:ln>
        </p:spPr>
      </p:sp>
      <p:sp>
        <p:nvSpPr>
          <p:cNvPr id="764" name="Google Shape;764;p34"/>
          <p:cNvSpPr/>
          <p:nvPr/>
        </p:nvSpPr>
        <p:spPr>
          <a:xfrm>
            <a:off x="838201" y="7962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765" name="Google Shape;765;p34"/>
          <p:cNvSpPr txBox="1"/>
          <p:nvPr/>
        </p:nvSpPr>
        <p:spPr>
          <a:xfrm>
            <a:off x="878205" y="1104900"/>
            <a:ext cx="6955155" cy="511175"/>
          </a:xfrm>
          <a:prstGeom prst="rect">
            <a:avLst/>
          </a:prstGeom>
          <a:noFill/>
          <a:ln>
            <a:noFill/>
          </a:ln>
        </p:spPr>
        <p:txBody>
          <a:bodyPr anchorCtr="0" anchor="t" bIns="0" lIns="0" spcFirstLastPara="1" rIns="0" wrap="square" tIns="0">
            <a:spAutoFit/>
          </a:bodyPr>
          <a:lstStyle/>
          <a:p>
            <a:pPr indent="0" lvl="0" marL="0" marR="0" rtl="0" algn="l">
              <a:lnSpc>
                <a:spcPct val="133000"/>
              </a:lnSpc>
              <a:spcBef>
                <a:spcPts val="0"/>
              </a:spcBef>
              <a:spcAft>
                <a:spcPts val="0"/>
              </a:spcAft>
              <a:buNone/>
            </a:pPr>
            <a:r>
              <a:rPr b="1" lang="en-US" sz="3000">
                <a:solidFill>
                  <a:srgbClr val="C1FF72"/>
                </a:solidFill>
                <a:latin typeface="Calibri"/>
                <a:ea typeface="Calibri"/>
                <a:cs typeface="Calibri"/>
                <a:sym typeface="Calibri"/>
              </a:rPr>
              <a:t>6. File Permissions and Ownership</a:t>
            </a:r>
            <a:endParaRPr b="1" sz="3000">
              <a:solidFill>
                <a:srgbClr val="C1FF72"/>
              </a:solidFill>
              <a:latin typeface="Calibri"/>
              <a:ea typeface="Calibri"/>
              <a:cs typeface="Calibri"/>
              <a:sym typeface="Calibri"/>
            </a:endParaRPr>
          </a:p>
        </p:txBody>
      </p:sp>
      <p:sp>
        <p:nvSpPr>
          <p:cNvPr id="766" name="Google Shape;766;p34"/>
          <p:cNvSpPr txBox="1"/>
          <p:nvPr/>
        </p:nvSpPr>
        <p:spPr>
          <a:xfrm>
            <a:off x="1219200" y="1714500"/>
            <a:ext cx="16149955" cy="1350010"/>
          </a:xfrm>
          <a:prstGeom prst="rect">
            <a:avLst/>
          </a:prstGeom>
          <a:noFill/>
          <a:ln>
            <a:noFill/>
          </a:ln>
        </p:spPr>
        <p:txBody>
          <a:bodyPr anchorCtr="0" anchor="t" bIns="0" lIns="0" spcFirstLastPara="1" rIns="0" wrap="square" tIns="0">
            <a:spAutoFit/>
          </a:bodyPr>
          <a:lstStyle/>
          <a:p>
            <a:pPr indent="-457200" lvl="0" marL="457200" marR="0" rtl="0" algn="just">
              <a:lnSpc>
                <a:spcPct val="139840"/>
              </a:lnSpc>
              <a:spcBef>
                <a:spcPts val="0"/>
              </a:spcBef>
              <a:spcAft>
                <a:spcPts val="0"/>
              </a:spcAft>
              <a:buClr>
                <a:srgbClr val="C1FF72"/>
              </a:buClr>
              <a:buSzPts val="2510"/>
              <a:buFont typeface="Arial"/>
              <a:buChar char="•"/>
            </a:pPr>
            <a:r>
              <a:rPr b="1" lang="en-US" sz="2510">
                <a:solidFill>
                  <a:srgbClr val="C1FF72"/>
                </a:solidFill>
                <a:latin typeface="IBM Plex Sans"/>
                <a:ea typeface="IBM Plex Sans"/>
                <a:cs typeface="IBM Plex Sans"/>
                <a:sym typeface="IBM Plex Sans"/>
              </a:rPr>
              <a:t>chmod </a:t>
            </a:r>
            <a:r>
              <a:rPr b="1" lang="en-US" sz="2510">
                <a:solidFill>
                  <a:srgbClr val="FFFFFF"/>
                </a:solidFill>
                <a:latin typeface="IBM Plex Sans"/>
                <a:ea typeface="IBM Plex Sans"/>
                <a:cs typeface="IBM Plex Sans"/>
                <a:sym typeface="IBM Plex Sans"/>
              </a:rPr>
              <a:t>– Changes file permissions (e.g.,</a:t>
            </a:r>
            <a:r>
              <a:rPr b="1" lang="en-US" sz="2510">
                <a:solidFill>
                  <a:srgbClr val="E5B8B7"/>
                </a:solidFill>
                <a:latin typeface="IBM Plex Sans"/>
                <a:ea typeface="IBM Plex Sans"/>
                <a:cs typeface="IBM Plex Sans"/>
                <a:sym typeface="IBM Plex Sans"/>
              </a:rPr>
              <a:t> chmod 755 filename</a:t>
            </a:r>
            <a:r>
              <a:rPr b="1" lang="en-US" sz="2510">
                <a:solidFill>
                  <a:srgbClr val="FFFFFF"/>
                </a:solidFill>
                <a:latin typeface="IBM Plex Sans"/>
                <a:ea typeface="IBM Plex Sans"/>
                <a:cs typeface="IBM Plex Sans"/>
                <a:sym typeface="IBM Plex Sans"/>
              </a:rPr>
              <a:t>).</a:t>
            </a:r>
            <a:endParaRPr b="1" sz="2510">
              <a:solidFill>
                <a:srgbClr val="FFFFFF"/>
              </a:solidFill>
              <a:latin typeface="IBM Plex Sans"/>
              <a:ea typeface="IBM Plex Sans"/>
              <a:cs typeface="IBM Plex Sans"/>
              <a:sym typeface="IBM Plex Sans"/>
            </a:endParaRPr>
          </a:p>
          <a:p>
            <a:pPr indent="-457200" lvl="0" marL="457200" marR="0" rtl="0" algn="just">
              <a:lnSpc>
                <a:spcPct val="139840"/>
              </a:lnSpc>
              <a:spcBef>
                <a:spcPts val="0"/>
              </a:spcBef>
              <a:spcAft>
                <a:spcPts val="0"/>
              </a:spcAft>
              <a:buClr>
                <a:srgbClr val="C1FF72"/>
              </a:buClr>
              <a:buSzPts val="2510"/>
              <a:buFont typeface="Arial"/>
              <a:buChar char="•"/>
            </a:pPr>
            <a:r>
              <a:rPr b="1" lang="en-US" sz="2510">
                <a:solidFill>
                  <a:srgbClr val="C1FF72"/>
                </a:solidFill>
                <a:latin typeface="IBM Plex Sans"/>
                <a:ea typeface="IBM Plex Sans"/>
                <a:cs typeface="IBM Plex Sans"/>
                <a:sym typeface="IBM Plex Sans"/>
              </a:rPr>
              <a:t>chown </a:t>
            </a:r>
            <a:r>
              <a:rPr b="1" lang="en-US" sz="2510">
                <a:solidFill>
                  <a:srgbClr val="FFFFFF"/>
                </a:solidFill>
                <a:latin typeface="IBM Plex Sans"/>
                <a:ea typeface="IBM Plex Sans"/>
                <a:cs typeface="IBM Plex Sans"/>
                <a:sym typeface="IBM Plex Sans"/>
              </a:rPr>
              <a:t>– Changes file ownership (e.g., </a:t>
            </a:r>
            <a:r>
              <a:rPr b="1" lang="en-US" sz="2510">
                <a:solidFill>
                  <a:srgbClr val="E5B8B7"/>
                </a:solidFill>
                <a:latin typeface="IBM Plex Sans"/>
                <a:ea typeface="IBM Plex Sans"/>
                <a:cs typeface="IBM Plex Sans"/>
                <a:sym typeface="IBM Plex Sans"/>
              </a:rPr>
              <a:t>chown user:group filename</a:t>
            </a:r>
            <a:r>
              <a:rPr b="1" lang="en-US" sz="2510">
                <a:solidFill>
                  <a:srgbClr val="FFFFFF"/>
                </a:solidFill>
                <a:latin typeface="IBM Plex Sans"/>
                <a:ea typeface="IBM Plex Sans"/>
                <a:cs typeface="IBM Plex Sans"/>
                <a:sym typeface="IBM Plex Sans"/>
              </a:rPr>
              <a:t>).</a:t>
            </a:r>
            <a:endParaRPr b="1" sz="2510">
              <a:solidFill>
                <a:srgbClr val="FFFFFF"/>
              </a:solidFill>
              <a:latin typeface="IBM Plex Sans"/>
              <a:ea typeface="IBM Plex Sans"/>
              <a:cs typeface="IBM Plex Sans"/>
              <a:sym typeface="IBM Plex Sans"/>
            </a:endParaRPr>
          </a:p>
          <a:p>
            <a:pPr indent="-457200" lvl="0" marL="457200" marR="0" rtl="0" algn="just">
              <a:lnSpc>
                <a:spcPct val="139840"/>
              </a:lnSpc>
              <a:spcBef>
                <a:spcPts val="0"/>
              </a:spcBef>
              <a:spcAft>
                <a:spcPts val="0"/>
              </a:spcAft>
              <a:buClr>
                <a:srgbClr val="C1FF72"/>
              </a:buClr>
              <a:buSzPts val="2510"/>
              <a:buFont typeface="Arial"/>
              <a:buChar char="•"/>
            </a:pPr>
            <a:r>
              <a:rPr b="1" lang="en-US" sz="2510">
                <a:solidFill>
                  <a:srgbClr val="C1FF72"/>
                </a:solidFill>
                <a:latin typeface="IBM Plex Sans"/>
                <a:ea typeface="IBM Plex Sans"/>
                <a:cs typeface="IBM Plex Sans"/>
                <a:sym typeface="IBM Plex Sans"/>
              </a:rPr>
              <a:t>ls -l</a:t>
            </a:r>
            <a:r>
              <a:rPr b="1" lang="en-US" sz="2510">
                <a:solidFill>
                  <a:srgbClr val="FFFFFF"/>
                </a:solidFill>
                <a:latin typeface="IBM Plex Sans"/>
                <a:ea typeface="IBM Plex Sans"/>
                <a:cs typeface="IBM Plex Sans"/>
                <a:sym typeface="IBM Plex Sans"/>
              </a:rPr>
              <a:t> – Displays detailed file permissions and ownership</a:t>
            </a:r>
            <a:endParaRPr b="1" sz="2510">
              <a:solidFill>
                <a:srgbClr val="FFFFFF"/>
              </a:solidFill>
              <a:latin typeface="IBM Plex Sans"/>
              <a:ea typeface="IBM Plex Sans"/>
              <a:cs typeface="IBM Plex Sans"/>
              <a:sym typeface="IBM Plex Sans"/>
            </a:endParaRPr>
          </a:p>
        </p:txBody>
      </p:sp>
      <p:sp>
        <p:nvSpPr>
          <p:cNvPr id="767" name="Google Shape;767;p34"/>
          <p:cNvSpPr txBox="1"/>
          <p:nvPr/>
        </p:nvSpPr>
        <p:spPr>
          <a:xfrm>
            <a:off x="878205" y="3619500"/>
            <a:ext cx="6955155" cy="511175"/>
          </a:xfrm>
          <a:prstGeom prst="rect">
            <a:avLst/>
          </a:prstGeom>
          <a:noFill/>
          <a:ln>
            <a:noFill/>
          </a:ln>
        </p:spPr>
        <p:txBody>
          <a:bodyPr anchorCtr="0" anchor="t" bIns="0" lIns="0" spcFirstLastPara="1" rIns="0" wrap="square" tIns="0">
            <a:spAutoFit/>
          </a:bodyPr>
          <a:lstStyle/>
          <a:p>
            <a:pPr indent="0" lvl="0" marL="0" marR="0" rtl="0" algn="l">
              <a:lnSpc>
                <a:spcPct val="133000"/>
              </a:lnSpc>
              <a:spcBef>
                <a:spcPts val="0"/>
              </a:spcBef>
              <a:spcAft>
                <a:spcPts val="0"/>
              </a:spcAft>
              <a:buNone/>
            </a:pPr>
            <a:r>
              <a:rPr b="1" lang="en-US" sz="3000">
                <a:solidFill>
                  <a:srgbClr val="C1FF72"/>
                </a:solidFill>
                <a:latin typeface="Calibri"/>
                <a:ea typeface="Calibri"/>
                <a:cs typeface="Calibri"/>
                <a:sym typeface="Calibri"/>
              </a:rPr>
              <a:t>7. Archiving and Compression</a:t>
            </a:r>
            <a:endParaRPr b="1" sz="3000">
              <a:solidFill>
                <a:srgbClr val="C1FF72"/>
              </a:solidFill>
              <a:latin typeface="Calibri"/>
              <a:ea typeface="Calibri"/>
              <a:cs typeface="Calibri"/>
              <a:sym typeface="Calibri"/>
            </a:endParaRPr>
          </a:p>
        </p:txBody>
      </p:sp>
      <p:sp>
        <p:nvSpPr>
          <p:cNvPr id="768" name="Google Shape;768;p34"/>
          <p:cNvSpPr txBox="1"/>
          <p:nvPr/>
        </p:nvSpPr>
        <p:spPr>
          <a:xfrm>
            <a:off x="1219200" y="4267835"/>
            <a:ext cx="16149955" cy="1800225"/>
          </a:xfrm>
          <a:prstGeom prst="rect">
            <a:avLst/>
          </a:prstGeom>
          <a:noFill/>
          <a:ln>
            <a:noFill/>
          </a:ln>
        </p:spPr>
        <p:txBody>
          <a:bodyPr anchorCtr="0" anchor="t" bIns="0" lIns="0" spcFirstLastPara="1" rIns="0" wrap="square" tIns="0">
            <a:spAutoFit/>
          </a:bodyPr>
          <a:lstStyle/>
          <a:p>
            <a:pPr indent="-457200" lvl="0" marL="457200" marR="0" rtl="0" algn="just">
              <a:lnSpc>
                <a:spcPct val="139840"/>
              </a:lnSpc>
              <a:spcBef>
                <a:spcPts val="0"/>
              </a:spcBef>
              <a:spcAft>
                <a:spcPts val="0"/>
              </a:spcAft>
              <a:buClr>
                <a:srgbClr val="C1FF72"/>
              </a:buClr>
              <a:buSzPts val="2510"/>
              <a:buFont typeface="Arial"/>
              <a:buChar char="•"/>
            </a:pPr>
            <a:r>
              <a:rPr b="1" lang="en-US" sz="2510">
                <a:solidFill>
                  <a:srgbClr val="C1FF72"/>
                </a:solidFill>
                <a:latin typeface="IBM Plex Sans"/>
                <a:ea typeface="IBM Plex Sans"/>
                <a:cs typeface="IBM Plex Sans"/>
                <a:sym typeface="IBM Plex Sans"/>
              </a:rPr>
              <a:t>tar -cvf archive.tar directory/ </a:t>
            </a:r>
            <a:r>
              <a:rPr b="1" lang="en-US" sz="2510">
                <a:solidFill>
                  <a:srgbClr val="FFFFFF"/>
                </a:solidFill>
                <a:latin typeface="IBM Plex Sans"/>
                <a:ea typeface="IBM Plex Sans"/>
                <a:cs typeface="IBM Plex Sans"/>
                <a:sym typeface="IBM Plex Sans"/>
              </a:rPr>
              <a:t>– Creates a tar archive.</a:t>
            </a:r>
            <a:endParaRPr b="1" sz="2510">
              <a:solidFill>
                <a:srgbClr val="FFFFFF"/>
              </a:solidFill>
              <a:latin typeface="IBM Plex Sans"/>
              <a:ea typeface="IBM Plex Sans"/>
              <a:cs typeface="IBM Plex Sans"/>
              <a:sym typeface="IBM Plex Sans"/>
            </a:endParaRPr>
          </a:p>
          <a:p>
            <a:pPr indent="-457200" lvl="0" marL="457200" marR="0" rtl="0" algn="just">
              <a:lnSpc>
                <a:spcPct val="139840"/>
              </a:lnSpc>
              <a:spcBef>
                <a:spcPts val="0"/>
              </a:spcBef>
              <a:spcAft>
                <a:spcPts val="0"/>
              </a:spcAft>
              <a:buClr>
                <a:srgbClr val="C1FF72"/>
              </a:buClr>
              <a:buSzPts val="2510"/>
              <a:buFont typeface="Arial"/>
              <a:buChar char="•"/>
            </a:pPr>
            <a:r>
              <a:rPr b="1" lang="en-US" sz="2510">
                <a:solidFill>
                  <a:srgbClr val="C1FF72"/>
                </a:solidFill>
                <a:latin typeface="IBM Plex Sans"/>
                <a:ea typeface="IBM Plex Sans"/>
                <a:cs typeface="IBM Plex Sans"/>
                <a:sym typeface="IBM Plex Sans"/>
              </a:rPr>
              <a:t>tar -xvf archive.tar </a:t>
            </a:r>
            <a:r>
              <a:rPr b="1" lang="en-US" sz="2510">
                <a:solidFill>
                  <a:srgbClr val="FFFFFF"/>
                </a:solidFill>
                <a:latin typeface="IBM Plex Sans"/>
                <a:ea typeface="IBM Plex Sans"/>
                <a:cs typeface="IBM Plex Sans"/>
                <a:sym typeface="IBM Plex Sans"/>
              </a:rPr>
              <a:t>– Extracts a tar archive.</a:t>
            </a:r>
            <a:endParaRPr b="1" sz="2510">
              <a:solidFill>
                <a:srgbClr val="FFFFFF"/>
              </a:solidFill>
              <a:latin typeface="IBM Plex Sans"/>
              <a:ea typeface="IBM Plex Sans"/>
              <a:cs typeface="IBM Plex Sans"/>
              <a:sym typeface="IBM Plex Sans"/>
            </a:endParaRPr>
          </a:p>
          <a:p>
            <a:pPr indent="-457200" lvl="0" marL="457200" marR="0" rtl="0" algn="just">
              <a:lnSpc>
                <a:spcPct val="139840"/>
              </a:lnSpc>
              <a:spcBef>
                <a:spcPts val="0"/>
              </a:spcBef>
              <a:spcAft>
                <a:spcPts val="0"/>
              </a:spcAft>
              <a:buClr>
                <a:srgbClr val="C1FF72"/>
              </a:buClr>
              <a:buSzPts val="2510"/>
              <a:buFont typeface="Arial"/>
              <a:buChar char="•"/>
            </a:pPr>
            <a:r>
              <a:rPr b="1" lang="en-US" sz="2510">
                <a:solidFill>
                  <a:srgbClr val="C1FF72"/>
                </a:solidFill>
                <a:latin typeface="IBM Plex Sans"/>
                <a:ea typeface="IBM Plex Sans"/>
                <a:cs typeface="IBM Plex Sans"/>
                <a:sym typeface="IBM Plex Sans"/>
              </a:rPr>
              <a:t>gzip filename</a:t>
            </a:r>
            <a:r>
              <a:rPr b="1" lang="en-US" sz="2510">
                <a:solidFill>
                  <a:srgbClr val="FFFFFF"/>
                </a:solidFill>
                <a:latin typeface="IBM Plex Sans"/>
                <a:ea typeface="IBM Plex Sans"/>
                <a:cs typeface="IBM Plex Sans"/>
                <a:sym typeface="IBM Plex Sans"/>
              </a:rPr>
              <a:t> – Compresses a file using gzip.</a:t>
            </a:r>
            <a:endParaRPr b="1" sz="2510">
              <a:solidFill>
                <a:srgbClr val="FFFFFF"/>
              </a:solidFill>
              <a:latin typeface="IBM Plex Sans"/>
              <a:ea typeface="IBM Plex Sans"/>
              <a:cs typeface="IBM Plex Sans"/>
              <a:sym typeface="IBM Plex Sans"/>
            </a:endParaRPr>
          </a:p>
          <a:p>
            <a:pPr indent="-457200" lvl="0" marL="457200" marR="0" rtl="0" algn="just">
              <a:lnSpc>
                <a:spcPct val="139840"/>
              </a:lnSpc>
              <a:spcBef>
                <a:spcPts val="0"/>
              </a:spcBef>
              <a:spcAft>
                <a:spcPts val="0"/>
              </a:spcAft>
              <a:buClr>
                <a:srgbClr val="C1FF72"/>
              </a:buClr>
              <a:buSzPts val="2510"/>
              <a:buFont typeface="Arial"/>
              <a:buChar char="•"/>
            </a:pPr>
            <a:r>
              <a:rPr b="1" lang="en-US" sz="2510">
                <a:solidFill>
                  <a:srgbClr val="C1FF72"/>
                </a:solidFill>
                <a:latin typeface="IBM Plex Sans"/>
                <a:ea typeface="IBM Plex Sans"/>
                <a:cs typeface="IBM Plex Sans"/>
                <a:sym typeface="IBM Plex Sans"/>
              </a:rPr>
              <a:t>gunzip filename.gz</a:t>
            </a:r>
            <a:r>
              <a:rPr b="1" lang="en-US" sz="2510">
                <a:solidFill>
                  <a:srgbClr val="FFFFFF"/>
                </a:solidFill>
                <a:latin typeface="IBM Plex Sans"/>
                <a:ea typeface="IBM Plex Sans"/>
                <a:cs typeface="IBM Plex Sans"/>
                <a:sym typeface="IBM Plex Sans"/>
              </a:rPr>
              <a:t> – Decompresses a gzip file</a:t>
            </a:r>
            <a:endParaRPr b="1" sz="2510">
              <a:solidFill>
                <a:srgbClr val="FFFFFF"/>
              </a:solidFill>
              <a:latin typeface="IBM Plex Sans"/>
              <a:ea typeface="IBM Plex Sans"/>
              <a:cs typeface="IBM Plex Sans"/>
              <a:sym typeface="IBM Plex Sans"/>
            </a:endParaRPr>
          </a:p>
        </p:txBody>
      </p:sp>
      <p:sp>
        <p:nvSpPr>
          <p:cNvPr id="769" name="Google Shape;769;p34"/>
          <p:cNvSpPr txBox="1"/>
          <p:nvPr/>
        </p:nvSpPr>
        <p:spPr>
          <a:xfrm>
            <a:off x="990600" y="6828155"/>
            <a:ext cx="6955155" cy="511175"/>
          </a:xfrm>
          <a:prstGeom prst="rect">
            <a:avLst/>
          </a:prstGeom>
          <a:noFill/>
          <a:ln>
            <a:noFill/>
          </a:ln>
        </p:spPr>
        <p:txBody>
          <a:bodyPr anchorCtr="0" anchor="t" bIns="0" lIns="0" spcFirstLastPara="1" rIns="0" wrap="square" tIns="0">
            <a:spAutoFit/>
          </a:bodyPr>
          <a:lstStyle/>
          <a:p>
            <a:pPr indent="0" lvl="0" marL="0" marR="0" rtl="0" algn="l">
              <a:lnSpc>
                <a:spcPct val="133000"/>
              </a:lnSpc>
              <a:spcBef>
                <a:spcPts val="0"/>
              </a:spcBef>
              <a:spcAft>
                <a:spcPts val="0"/>
              </a:spcAft>
              <a:buNone/>
            </a:pPr>
            <a:r>
              <a:rPr b="1" lang="en-US" sz="3000">
                <a:solidFill>
                  <a:srgbClr val="C1FF72"/>
                </a:solidFill>
                <a:latin typeface="Calibri"/>
                <a:ea typeface="Calibri"/>
                <a:cs typeface="Calibri"/>
                <a:sym typeface="Calibri"/>
              </a:rPr>
              <a:t>8. Searching and Filtering</a:t>
            </a:r>
            <a:endParaRPr b="1" sz="3000">
              <a:solidFill>
                <a:srgbClr val="C1FF72"/>
              </a:solidFill>
              <a:latin typeface="Calibri"/>
              <a:ea typeface="Calibri"/>
              <a:cs typeface="Calibri"/>
              <a:sym typeface="Calibri"/>
            </a:endParaRPr>
          </a:p>
        </p:txBody>
      </p:sp>
      <p:sp>
        <p:nvSpPr>
          <p:cNvPr id="770" name="Google Shape;770;p34"/>
          <p:cNvSpPr txBox="1"/>
          <p:nvPr/>
        </p:nvSpPr>
        <p:spPr>
          <a:xfrm>
            <a:off x="1219200" y="7658100"/>
            <a:ext cx="16149955" cy="1350010"/>
          </a:xfrm>
          <a:prstGeom prst="rect">
            <a:avLst/>
          </a:prstGeom>
          <a:noFill/>
          <a:ln>
            <a:noFill/>
          </a:ln>
        </p:spPr>
        <p:txBody>
          <a:bodyPr anchorCtr="0" anchor="t" bIns="0" lIns="0" spcFirstLastPara="1" rIns="0" wrap="square" tIns="0">
            <a:spAutoFit/>
          </a:bodyPr>
          <a:lstStyle/>
          <a:p>
            <a:pPr indent="-457200" lvl="0" marL="457200" marR="0" rtl="0" algn="just">
              <a:lnSpc>
                <a:spcPct val="139840"/>
              </a:lnSpc>
              <a:spcBef>
                <a:spcPts val="0"/>
              </a:spcBef>
              <a:spcAft>
                <a:spcPts val="0"/>
              </a:spcAft>
              <a:buClr>
                <a:srgbClr val="C1FF72"/>
              </a:buClr>
              <a:buSzPts val="2510"/>
              <a:buFont typeface="Arial"/>
              <a:buChar char="•"/>
            </a:pPr>
            <a:r>
              <a:rPr b="1" lang="en-US" sz="2510">
                <a:solidFill>
                  <a:srgbClr val="C1FF72"/>
                </a:solidFill>
                <a:latin typeface="IBM Plex Sans"/>
                <a:ea typeface="IBM Plex Sans"/>
                <a:cs typeface="IBM Plex Sans"/>
                <a:sym typeface="IBM Plex Sans"/>
              </a:rPr>
              <a:t>grep "text" filename </a:t>
            </a:r>
            <a:r>
              <a:rPr b="1" lang="en-US" sz="2510">
                <a:solidFill>
                  <a:srgbClr val="FFFFFF"/>
                </a:solidFill>
                <a:latin typeface="IBM Plex Sans"/>
                <a:ea typeface="IBM Plex Sans"/>
                <a:cs typeface="IBM Plex Sans"/>
                <a:sym typeface="IBM Plex Sans"/>
              </a:rPr>
              <a:t>– Searches for specific text in a file.</a:t>
            </a:r>
            <a:endParaRPr b="1" sz="2510">
              <a:solidFill>
                <a:srgbClr val="FFFFFF"/>
              </a:solidFill>
              <a:latin typeface="IBM Plex Sans"/>
              <a:ea typeface="IBM Plex Sans"/>
              <a:cs typeface="IBM Plex Sans"/>
              <a:sym typeface="IBM Plex Sans"/>
            </a:endParaRPr>
          </a:p>
          <a:p>
            <a:pPr indent="-457200" lvl="0" marL="457200" marR="0" rtl="0" algn="just">
              <a:lnSpc>
                <a:spcPct val="139840"/>
              </a:lnSpc>
              <a:spcBef>
                <a:spcPts val="0"/>
              </a:spcBef>
              <a:spcAft>
                <a:spcPts val="0"/>
              </a:spcAft>
              <a:buClr>
                <a:srgbClr val="C1FF72"/>
              </a:buClr>
              <a:buSzPts val="2510"/>
              <a:buFont typeface="Arial"/>
              <a:buChar char="•"/>
            </a:pPr>
            <a:r>
              <a:rPr b="1" lang="en-US" sz="2510">
                <a:solidFill>
                  <a:srgbClr val="C1FF72"/>
                </a:solidFill>
                <a:latin typeface="IBM Plex Sans"/>
                <a:ea typeface="IBM Plex Sans"/>
                <a:cs typeface="IBM Plex Sans"/>
                <a:sym typeface="IBM Plex Sans"/>
              </a:rPr>
              <a:t>find /path -name filename</a:t>
            </a:r>
            <a:r>
              <a:rPr b="1" lang="en-US" sz="2510">
                <a:solidFill>
                  <a:srgbClr val="FFFFFF"/>
                </a:solidFill>
                <a:latin typeface="IBM Plex Sans"/>
                <a:ea typeface="IBM Plex Sans"/>
                <a:cs typeface="IBM Plex Sans"/>
                <a:sym typeface="IBM Plex Sans"/>
              </a:rPr>
              <a:t> – Finds files by name.</a:t>
            </a:r>
            <a:endParaRPr b="1" sz="2510">
              <a:solidFill>
                <a:srgbClr val="FFFFFF"/>
              </a:solidFill>
              <a:latin typeface="IBM Plex Sans"/>
              <a:ea typeface="IBM Plex Sans"/>
              <a:cs typeface="IBM Plex Sans"/>
              <a:sym typeface="IBM Plex Sans"/>
            </a:endParaRPr>
          </a:p>
          <a:p>
            <a:pPr indent="-457200" lvl="0" marL="457200" marR="0" rtl="0" algn="just">
              <a:lnSpc>
                <a:spcPct val="139840"/>
              </a:lnSpc>
              <a:spcBef>
                <a:spcPts val="0"/>
              </a:spcBef>
              <a:spcAft>
                <a:spcPts val="0"/>
              </a:spcAft>
              <a:buClr>
                <a:srgbClr val="C1FF72"/>
              </a:buClr>
              <a:buSzPts val="2510"/>
              <a:buFont typeface="Arial"/>
              <a:buChar char="•"/>
            </a:pPr>
            <a:r>
              <a:rPr b="1" lang="en-US" sz="2510">
                <a:solidFill>
                  <a:srgbClr val="C1FF72"/>
                </a:solidFill>
                <a:latin typeface="IBM Plex Sans"/>
                <a:ea typeface="IBM Plex Sans"/>
                <a:cs typeface="IBM Plex Sans"/>
                <a:sym typeface="IBM Plex Sans"/>
              </a:rPr>
              <a:t>locate filename</a:t>
            </a:r>
            <a:r>
              <a:rPr b="1" lang="en-US" sz="2510">
                <a:solidFill>
                  <a:srgbClr val="FFFFFF"/>
                </a:solidFill>
                <a:latin typeface="IBM Plex Sans"/>
                <a:ea typeface="IBM Plex Sans"/>
                <a:cs typeface="IBM Plex Sans"/>
                <a:sym typeface="IBM Plex Sans"/>
              </a:rPr>
              <a:t> – Quickly finds files using a database</a:t>
            </a:r>
            <a:endParaRPr b="1" sz="2510">
              <a:solidFill>
                <a:srgbClr val="FFFFFF"/>
              </a:solidFill>
              <a:latin typeface="IBM Plex Sans"/>
              <a:ea typeface="IBM Plex Sans"/>
              <a:cs typeface="IBM Plex Sans"/>
              <a:sym typeface="IBM Plex San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sp>
        <p:nvSpPr>
          <p:cNvPr id="775" name="Google Shape;775;p3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9" l="0" r="0" t="-922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6" name="Google Shape;776;p35"/>
          <p:cNvSpPr/>
          <p:nvPr/>
        </p:nvSpPr>
        <p:spPr>
          <a:xfrm>
            <a:off x="438973" y="359817"/>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777" name="Google Shape;777;p35"/>
          <p:cNvSpPr txBox="1"/>
          <p:nvPr/>
        </p:nvSpPr>
        <p:spPr>
          <a:xfrm>
            <a:off x="4114805" y="800111"/>
            <a:ext cx="10364459" cy="897255"/>
          </a:xfrm>
          <a:prstGeom prst="rect">
            <a:avLst/>
          </a:prstGeom>
          <a:noFill/>
          <a:ln>
            <a:noFill/>
          </a:ln>
        </p:spPr>
        <p:txBody>
          <a:bodyPr anchorCtr="0" anchor="t" bIns="0" lIns="0" spcFirstLastPara="1" rIns="0" wrap="square" tIns="0">
            <a:spAutoFit/>
          </a:bodyPr>
          <a:lstStyle/>
          <a:p>
            <a:pPr indent="0" lvl="0" marL="0" marR="0" rtl="0" algn="ctr">
              <a:lnSpc>
                <a:spcPct val="87500"/>
              </a:lnSpc>
              <a:spcBef>
                <a:spcPts val="0"/>
              </a:spcBef>
              <a:spcAft>
                <a:spcPts val="0"/>
              </a:spcAft>
              <a:buNone/>
            </a:pPr>
            <a:r>
              <a:rPr b="1" lang="en-US" sz="8000">
                <a:solidFill>
                  <a:srgbClr val="C1FF72"/>
                </a:solidFill>
                <a:latin typeface="Calibri"/>
                <a:ea typeface="Calibri"/>
                <a:cs typeface="Calibri"/>
                <a:sym typeface="Calibri"/>
              </a:rPr>
              <a:t>Practice Lab</a:t>
            </a:r>
            <a:endParaRPr b="1" sz="5000" u="none" strike="noStrike">
              <a:solidFill>
                <a:srgbClr val="C1FF72"/>
              </a:solidFill>
              <a:latin typeface="IBM Plex Sans"/>
              <a:ea typeface="IBM Plex Sans"/>
              <a:cs typeface="IBM Plex Sans"/>
              <a:sym typeface="IBM Plex Sans"/>
            </a:endParaRPr>
          </a:p>
        </p:txBody>
      </p:sp>
      <p:sp>
        <p:nvSpPr>
          <p:cNvPr id="778" name="Google Shape;778;p35"/>
          <p:cNvSpPr/>
          <p:nvPr/>
        </p:nvSpPr>
        <p:spPr>
          <a:xfrm>
            <a:off x="15163526" y="7658401"/>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779" name="Google Shape;779;p35"/>
          <p:cNvSpPr/>
          <p:nvPr/>
        </p:nvSpPr>
        <p:spPr>
          <a:xfrm>
            <a:off x="5410227" y="8496229"/>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780" name="Google Shape;780;p35"/>
          <p:cNvSpPr/>
          <p:nvPr/>
        </p:nvSpPr>
        <p:spPr>
          <a:xfrm>
            <a:off x="12603787" y="1219582"/>
            <a:ext cx="2287216" cy="2287216"/>
          </a:xfrm>
          <a:custGeom>
            <a:rect b="b" l="l" r="r" t="t"/>
            <a:pathLst>
              <a:path extrusionOk="0" h="2287216" w="2287216">
                <a:moveTo>
                  <a:pt x="0" y="0"/>
                </a:moveTo>
                <a:lnTo>
                  <a:pt x="2287216" y="0"/>
                </a:lnTo>
                <a:lnTo>
                  <a:pt x="2287216" y="2287217"/>
                </a:lnTo>
                <a:lnTo>
                  <a:pt x="0" y="2287217"/>
                </a:lnTo>
                <a:lnTo>
                  <a:pt x="0" y="0"/>
                </a:lnTo>
                <a:close/>
              </a:path>
            </a:pathLst>
          </a:custGeom>
          <a:blipFill rotWithShape="1">
            <a:blip r:embed="rId4">
              <a:alphaModFix amt="44999"/>
            </a:blip>
            <a:stretch>
              <a:fillRect b="0" l="0" r="0" t="0"/>
            </a:stretch>
          </a:blipFill>
          <a:ln>
            <a:noFill/>
          </a:ln>
        </p:spPr>
      </p:sp>
      <p:sp>
        <p:nvSpPr>
          <p:cNvPr id="781" name="Google Shape;781;p35"/>
          <p:cNvSpPr/>
          <p:nvPr/>
        </p:nvSpPr>
        <p:spPr>
          <a:xfrm>
            <a:off x="15773512" y="921896"/>
            <a:ext cx="1595650" cy="1595650"/>
          </a:xfrm>
          <a:custGeom>
            <a:rect b="b" l="l" r="r" t="t"/>
            <a:pathLst>
              <a:path extrusionOk="0" h="1595650" w="1595650">
                <a:moveTo>
                  <a:pt x="0" y="0"/>
                </a:moveTo>
                <a:lnTo>
                  <a:pt x="1595650" y="0"/>
                </a:lnTo>
                <a:lnTo>
                  <a:pt x="1595650" y="1595651"/>
                </a:lnTo>
                <a:lnTo>
                  <a:pt x="0" y="1595651"/>
                </a:lnTo>
                <a:lnTo>
                  <a:pt x="0" y="0"/>
                </a:lnTo>
                <a:close/>
              </a:path>
            </a:pathLst>
          </a:custGeom>
          <a:blipFill rotWithShape="1">
            <a:blip r:embed="rId4">
              <a:alphaModFix amt="44999"/>
            </a:blip>
            <a:stretch>
              <a:fillRect b="0" l="0" r="0" t="0"/>
            </a:stretch>
          </a:blipFill>
          <a:ln>
            <a:noFill/>
          </a:ln>
        </p:spPr>
      </p:sp>
      <p:sp>
        <p:nvSpPr>
          <p:cNvPr id="782" name="Google Shape;782;p35"/>
          <p:cNvSpPr/>
          <p:nvPr/>
        </p:nvSpPr>
        <p:spPr>
          <a:xfrm>
            <a:off x="838201" y="7962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783" name="Google Shape;783;p35"/>
          <p:cNvSpPr txBox="1"/>
          <p:nvPr/>
        </p:nvSpPr>
        <p:spPr>
          <a:xfrm>
            <a:off x="1752600" y="3238500"/>
            <a:ext cx="15332075" cy="511175"/>
          </a:xfrm>
          <a:prstGeom prst="rect">
            <a:avLst/>
          </a:prstGeom>
          <a:noFill/>
          <a:ln>
            <a:noFill/>
          </a:ln>
        </p:spPr>
        <p:txBody>
          <a:bodyPr anchorCtr="0" anchor="t" bIns="0" lIns="0" spcFirstLastPara="1" rIns="0" wrap="square" tIns="0">
            <a:spAutoFit/>
          </a:bodyPr>
          <a:lstStyle/>
          <a:p>
            <a:pPr indent="0" lvl="0" marL="0" marR="0" rtl="0" algn="l">
              <a:lnSpc>
                <a:spcPct val="39899"/>
              </a:lnSpc>
              <a:spcBef>
                <a:spcPts val="0"/>
              </a:spcBef>
              <a:spcAft>
                <a:spcPts val="0"/>
              </a:spcAft>
              <a:buNone/>
            </a:pPr>
            <a:r>
              <a:rPr b="1" lang="en-US" sz="10000">
                <a:solidFill>
                  <a:srgbClr val="FFFFFF"/>
                </a:solidFill>
                <a:latin typeface="Calibri"/>
                <a:ea typeface="Calibri"/>
                <a:cs typeface="Calibri"/>
                <a:sym typeface="Calibri"/>
              </a:rPr>
              <a:t>CentOS8-Stream Installation</a:t>
            </a:r>
            <a:endParaRPr b="1" sz="10000">
              <a:solidFill>
                <a:srgbClr val="FFFFFF"/>
              </a:solidFill>
              <a:latin typeface="Calibri"/>
              <a:ea typeface="Calibri"/>
              <a:cs typeface="Calibri"/>
              <a:sym typeface="Calibri"/>
            </a:endParaRPr>
          </a:p>
        </p:txBody>
      </p:sp>
      <p:sp>
        <p:nvSpPr>
          <p:cNvPr id="784" name="Google Shape;784;p35"/>
          <p:cNvSpPr txBox="1"/>
          <p:nvPr/>
        </p:nvSpPr>
        <p:spPr>
          <a:xfrm>
            <a:off x="3276600" y="6286500"/>
            <a:ext cx="14138275" cy="1350010"/>
          </a:xfrm>
          <a:prstGeom prst="rect">
            <a:avLst/>
          </a:prstGeom>
          <a:noFill/>
          <a:ln>
            <a:noFill/>
          </a:ln>
        </p:spPr>
        <p:txBody>
          <a:bodyPr anchorCtr="0" anchor="t" bIns="0" lIns="0" spcFirstLastPara="1" rIns="0" wrap="square" tIns="0">
            <a:noAutofit/>
          </a:bodyPr>
          <a:lstStyle/>
          <a:p>
            <a:pPr indent="0" lvl="0" marL="0" marR="0" rtl="0" algn="l">
              <a:lnSpc>
                <a:spcPct val="39899"/>
              </a:lnSpc>
              <a:spcBef>
                <a:spcPts val="0"/>
              </a:spcBef>
              <a:spcAft>
                <a:spcPts val="0"/>
              </a:spcAft>
              <a:buNone/>
            </a:pPr>
            <a:r>
              <a:rPr b="1" lang="en-US" sz="10000">
                <a:solidFill>
                  <a:srgbClr val="FFFFFF"/>
                </a:solidFill>
                <a:latin typeface="Calibri"/>
                <a:ea typeface="Calibri"/>
                <a:cs typeface="Calibri"/>
                <a:sym typeface="Calibri"/>
              </a:rPr>
              <a:t>Linux Basic Commands</a:t>
            </a:r>
            <a:endParaRPr b="1" sz="10000">
              <a:solidFill>
                <a:srgbClr val="FFFFFF"/>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F3F4A63587F640D8938535A21F5BAD5D_12</vt:lpwstr>
  </property>
  <property fmtid="{D5CDD505-2E9C-101B-9397-08002B2CF9AE}" pid="3" name="KSOProductBuildVer">
    <vt:lpwstr>1033-12.2.0.21179</vt:lpwstr>
  </property>
</Properties>
</file>