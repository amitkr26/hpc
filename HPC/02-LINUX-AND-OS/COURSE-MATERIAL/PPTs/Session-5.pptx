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10287000" cx="18288000"/>
  <p:notesSz cx="6858000" cy="9144000"/>
  <p:embeddedFontLst>
    <p:embeddedFont>
      <p:font typeface="Roboto Slab"/>
      <p:regular r:id="rId21"/>
      <p:bold r:id="rId22"/>
    </p:embeddedFont>
    <p:embeddedFont>
      <p:font typeface="Lato"/>
      <p:regular r:id="rId23"/>
      <p:bold r:id="rId24"/>
      <p:italic r:id="rId25"/>
      <p:boldItalic r:id="rId26"/>
    </p:embeddedFont>
    <p:embeddedFont>
      <p:font typeface="Manrope ExtraBold"/>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36">
          <p15:clr>
            <a:srgbClr val="A4A3A4"/>
          </p15:clr>
        </p15:guide>
        <p15:guide id="2" pos="2868">
          <p15:clr>
            <a:srgbClr val="A4A3A4"/>
          </p15:clr>
        </p15:guide>
      </p15:sldGuideLst>
    </p:ext>
    <p:ext uri="GoogleSlidesCustomDataVersion2">
      <go:slidesCustomData xmlns:go="http://customooxmlschemas.google.com/" r:id="rId28" roundtripDataSignature="AMtx7mjB7NOeAUfXlw6EIo47VvbSJz0D1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36" orient="horz"/>
        <p:guide pos="286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Slab-bold.fntdata"/><Relationship Id="rId21" Type="http://schemas.openxmlformats.org/officeDocument/2006/relationships/font" Target="fonts/RobotoSlab-regular.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Lato-boldItalic.fntdata"/><Relationship Id="rId25" Type="http://schemas.openxmlformats.org/officeDocument/2006/relationships/font" Target="fonts/Lato-italic.fntdata"/><Relationship Id="rId28" Type="http://customschemas.google.com/relationships/presentationmetadata" Target="metadata"/><Relationship Id="rId27" Type="http://schemas.openxmlformats.org/officeDocument/2006/relationships/font" Target="fonts/ManropeExtraBold-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4" name="Google Shape;174;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b="0" i="0" sz="1200" u="none" cap="none" strike="noStrike">
              <a:solidFill>
                <a:schemeClr val="dk1"/>
              </a:solidFill>
              <a:latin typeface="Calibri"/>
              <a:ea typeface="Calibri"/>
              <a:cs typeface="Calibri"/>
              <a:sym typeface="Calibri"/>
            </a:endParaRPr>
          </a:p>
        </p:txBody>
      </p:sp>
      <p:sp>
        <p:nvSpPr>
          <p:cNvPr id="175" name="Google Shape;175;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77" name="Google Shape;177;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78" name="Google Shape;178;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86" name="Google Shape;186;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sz="1200">
              <a:solidFill>
                <a:schemeClr val="dk1"/>
              </a:solidFill>
              <a:latin typeface="Calibri"/>
              <a:ea typeface="Calibri"/>
              <a:cs typeface="Calibri"/>
              <a:sym typeface="Calibri"/>
            </a:endParaRPr>
          </a:p>
        </p:txBody>
      </p:sp>
      <p:sp>
        <p:nvSpPr>
          <p:cNvPr id="187" name="Google Shape;187;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89" name="Google Shape;189;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90" name="Google Shape;190;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2" name="Google Shape;212;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sz="1200">
              <a:solidFill>
                <a:schemeClr val="dk1"/>
              </a:solidFill>
              <a:latin typeface="Calibri"/>
              <a:ea typeface="Calibri"/>
              <a:cs typeface="Calibri"/>
              <a:sym typeface="Calibri"/>
            </a:endParaRPr>
          </a:p>
        </p:txBody>
      </p:sp>
      <p:sp>
        <p:nvSpPr>
          <p:cNvPr id="213" name="Google Shape;213;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15" name="Google Shape;215;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16" name="Google Shape;216;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1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5" name="Shape 15"/>
        <p:cNvGrpSpPr/>
        <p:nvPr/>
      </p:nvGrpSpPr>
      <p:grpSpPr>
        <a:xfrm>
          <a:off x="0" y="0"/>
          <a:ext cx="0" cy="0"/>
          <a:chOff x="0" y="0"/>
          <a:chExt cx="0" cy="0"/>
        </a:xfrm>
      </p:grpSpPr>
      <p:pic>
        <p:nvPicPr>
          <p:cNvPr descr="电脑的屏幕&#10;&#10;描述已自动生成" id="16" name="Google Shape;16;p16"/>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17" name="Google Shape;17;p16"/>
          <p:cNvSpPr/>
          <p:nvPr/>
        </p:nvSpPr>
        <p:spPr>
          <a:xfrm>
            <a:off x="0" y="0"/>
            <a:ext cx="18288000" cy="10287000"/>
          </a:xfrm>
          <a:prstGeom prst="rect">
            <a:avLst/>
          </a:prstGeom>
          <a:gradFill>
            <a:gsLst>
              <a:gs pos="0">
                <a:srgbClr val="13082D"/>
              </a:gs>
              <a:gs pos="43000">
                <a:srgbClr val="13082D">
                  <a:alpha val="24705"/>
                </a:srgbClr>
              </a:gs>
              <a:gs pos="100000">
                <a:srgbClr val="13082D">
                  <a:alpha val="24705"/>
                </a:srgbClr>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Arial"/>
              <a:ea typeface="Arial"/>
              <a:cs typeface="Arial"/>
              <a:sym typeface="Arial"/>
            </a:endParaRPr>
          </a:p>
        </p:txBody>
      </p:sp>
      <p:sp>
        <p:nvSpPr>
          <p:cNvPr id="18" name="Google Shape;18;p16"/>
          <p:cNvSpPr/>
          <p:nvPr/>
        </p:nvSpPr>
        <p:spPr>
          <a:xfrm flipH="1" rot="10800000">
            <a:off x="407193" y="550068"/>
            <a:ext cx="17473614" cy="9315452"/>
          </a:xfrm>
          <a:prstGeom prst="rect">
            <a:avLst/>
          </a:prstGeom>
          <a:noFill/>
          <a:ln cap="flat" cmpd="sng" w="12700">
            <a:solidFill>
              <a:srgbClr val="F7EDE3">
                <a:alpha val="20000"/>
              </a:srgbClr>
            </a:solidFill>
            <a:prstDash val="solid"/>
            <a:miter lim="800000"/>
            <a:headEnd len="sm" w="sm" type="none"/>
            <a:tailEnd len="sm" w="sm" type="none"/>
          </a:ln>
          <a:effectLst>
            <a:outerShdw blurRad="330200" rotWithShape="0" algn="t" dir="5400000" dist="38100">
              <a:schemeClr val="dk1">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Arial"/>
              <a:ea typeface="Arial"/>
              <a:cs typeface="Arial"/>
              <a:sym typeface="Arial"/>
            </a:endParaRPr>
          </a:p>
        </p:txBody>
      </p:sp>
      <p:sp>
        <p:nvSpPr>
          <p:cNvPr id="19" name="Google Shape;19;p16"/>
          <p:cNvSpPr txBox="1"/>
          <p:nvPr>
            <p:ph type="ctrTitle"/>
          </p:nvPr>
        </p:nvSpPr>
        <p:spPr>
          <a:xfrm>
            <a:off x="1745933" y="785813"/>
            <a:ext cx="9942195" cy="5117783"/>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7200"/>
              <a:buFont typeface="Manrope ExtraBold"/>
              <a:buNone/>
              <a:defRPr sz="7200">
                <a:solidFill>
                  <a:schemeClr val="lt1"/>
                </a:solidFill>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6"/>
          <p:cNvSpPr txBox="1"/>
          <p:nvPr>
            <p:ph idx="10" type="dt"/>
          </p:nvPr>
        </p:nvSpPr>
        <p:spPr>
          <a:xfrm>
            <a:off x="1042200" y="9534525"/>
            <a:ext cx="4114800" cy="547688"/>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6"/>
          <p:cNvSpPr txBox="1"/>
          <p:nvPr>
            <p:ph idx="11" type="ftr"/>
          </p:nvPr>
        </p:nvSpPr>
        <p:spPr>
          <a:xfrm>
            <a:off x="6057900" y="9534525"/>
            <a:ext cx="6172200" cy="547688"/>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6"/>
          <p:cNvSpPr txBox="1"/>
          <p:nvPr>
            <p:ph idx="12" type="sldNum"/>
          </p:nvPr>
        </p:nvSpPr>
        <p:spPr>
          <a:xfrm>
            <a:off x="12915900" y="9534525"/>
            <a:ext cx="4114800" cy="547688"/>
          </a:xfrm>
          <a:prstGeom prst="rect">
            <a:avLst/>
          </a:prstGeom>
          <a:noFill/>
          <a:ln>
            <a:noFill/>
          </a:ln>
        </p:spPr>
        <p:txBody>
          <a:bodyPr anchorCtr="0" anchor="ctr" bIns="0" lIns="0" spcFirstLastPara="1" rIns="0" wrap="square" tIns="0">
            <a:noAutofit/>
          </a:bodyPr>
          <a:lstStyle>
            <a:lvl1pPr indent="0" lvl="0" marL="0" algn="r">
              <a:spcBef>
                <a:spcPts val="0"/>
              </a:spcBef>
              <a:buNone/>
              <a:defRPr b="0" i="0" sz="1800" u="none" cap="none" strike="noStrike">
                <a:solidFill>
                  <a:srgbClr val="888888"/>
                </a:solidFill>
                <a:latin typeface="Lato"/>
                <a:ea typeface="Lato"/>
                <a:cs typeface="Lato"/>
                <a:sym typeface="Lato"/>
              </a:defRPr>
            </a:lvl1pPr>
            <a:lvl2pPr indent="0" lvl="1" marL="0" algn="r">
              <a:spcBef>
                <a:spcPts val="0"/>
              </a:spcBef>
              <a:buNone/>
              <a:defRPr b="0" i="0" sz="1800" u="none" cap="none" strike="noStrike">
                <a:solidFill>
                  <a:srgbClr val="888888"/>
                </a:solidFill>
                <a:latin typeface="Lato"/>
                <a:ea typeface="Lato"/>
                <a:cs typeface="Lato"/>
                <a:sym typeface="Lato"/>
              </a:defRPr>
            </a:lvl2pPr>
            <a:lvl3pPr indent="0" lvl="2" marL="0" algn="r">
              <a:spcBef>
                <a:spcPts val="0"/>
              </a:spcBef>
              <a:buNone/>
              <a:defRPr b="0" i="0" sz="1800" u="none" cap="none" strike="noStrike">
                <a:solidFill>
                  <a:srgbClr val="888888"/>
                </a:solidFill>
                <a:latin typeface="Lato"/>
                <a:ea typeface="Lato"/>
                <a:cs typeface="Lato"/>
                <a:sym typeface="Lato"/>
              </a:defRPr>
            </a:lvl3pPr>
            <a:lvl4pPr indent="0" lvl="3" marL="0" algn="r">
              <a:spcBef>
                <a:spcPts val="0"/>
              </a:spcBef>
              <a:buNone/>
              <a:defRPr b="0" i="0" sz="1800" u="none" cap="none" strike="noStrike">
                <a:solidFill>
                  <a:srgbClr val="888888"/>
                </a:solidFill>
                <a:latin typeface="Lato"/>
                <a:ea typeface="Lato"/>
                <a:cs typeface="Lato"/>
                <a:sym typeface="Lato"/>
              </a:defRPr>
            </a:lvl4pPr>
            <a:lvl5pPr indent="0" lvl="4" marL="0" algn="r">
              <a:spcBef>
                <a:spcPts val="0"/>
              </a:spcBef>
              <a:buNone/>
              <a:defRPr b="0" i="0" sz="1800" u="none" cap="none" strike="noStrike">
                <a:solidFill>
                  <a:srgbClr val="888888"/>
                </a:solidFill>
                <a:latin typeface="Lato"/>
                <a:ea typeface="Lato"/>
                <a:cs typeface="Lato"/>
                <a:sym typeface="Lato"/>
              </a:defRPr>
            </a:lvl5pPr>
            <a:lvl6pPr indent="0" lvl="5" marL="0" algn="r">
              <a:spcBef>
                <a:spcPts val="0"/>
              </a:spcBef>
              <a:buNone/>
              <a:defRPr b="0" i="0" sz="1800" u="none" cap="none" strike="noStrike">
                <a:solidFill>
                  <a:srgbClr val="888888"/>
                </a:solidFill>
                <a:latin typeface="Lato"/>
                <a:ea typeface="Lato"/>
                <a:cs typeface="Lato"/>
                <a:sym typeface="Lato"/>
              </a:defRPr>
            </a:lvl6pPr>
            <a:lvl7pPr indent="0" lvl="6" marL="0" algn="r">
              <a:spcBef>
                <a:spcPts val="0"/>
              </a:spcBef>
              <a:buNone/>
              <a:defRPr b="0" i="0" sz="1800" u="none" cap="none" strike="noStrike">
                <a:solidFill>
                  <a:srgbClr val="888888"/>
                </a:solidFill>
                <a:latin typeface="Lato"/>
                <a:ea typeface="Lato"/>
                <a:cs typeface="Lato"/>
                <a:sym typeface="Lato"/>
              </a:defRPr>
            </a:lvl7pPr>
            <a:lvl8pPr indent="0" lvl="7" marL="0" algn="r">
              <a:spcBef>
                <a:spcPts val="0"/>
              </a:spcBef>
              <a:buNone/>
              <a:defRPr b="0" i="0" sz="1800" u="none" cap="none" strike="noStrike">
                <a:solidFill>
                  <a:srgbClr val="888888"/>
                </a:solidFill>
                <a:latin typeface="Lato"/>
                <a:ea typeface="Lato"/>
                <a:cs typeface="Lato"/>
                <a:sym typeface="Lato"/>
              </a:defRPr>
            </a:lvl8pPr>
            <a:lvl9pPr indent="0" lvl="8" marL="0" algn="r">
              <a:spcBef>
                <a:spcPts val="0"/>
              </a:spcBef>
              <a:buNone/>
              <a:defRPr b="0" i="0" sz="1800" u="none" cap="none" strike="noStrike">
                <a:solidFill>
                  <a:srgbClr val="888888"/>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3" name="Google Shape;23;p16"/>
          <p:cNvSpPr txBox="1"/>
          <p:nvPr>
            <p:ph idx="1" type="body"/>
          </p:nvPr>
        </p:nvSpPr>
        <p:spPr>
          <a:xfrm>
            <a:off x="1745457" y="6830840"/>
            <a:ext cx="9942237" cy="1596528"/>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500"/>
              </a:spcBef>
              <a:spcAft>
                <a:spcPts val="0"/>
              </a:spcAft>
              <a:buClr>
                <a:schemeClr val="lt1"/>
              </a:buClr>
              <a:buSzPts val="2100"/>
              <a:buNone/>
              <a:defRPr sz="2100">
                <a:solidFill>
                  <a:schemeClr val="lt1"/>
                </a:solidFill>
                <a:latin typeface="Lato"/>
                <a:ea typeface="Lato"/>
                <a:cs typeface="Lato"/>
                <a:sym typeface="Lato"/>
              </a:defRPr>
            </a:lvl1pPr>
            <a:lvl2pPr indent="-342900" lvl="1" marL="914400" algn="l">
              <a:lnSpc>
                <a:spcPct val="130000"/>
              </a:lnSpc>
              <a:spcBef>
                <a:spcPts val="0"/>
              </a:spcBef>
              <a:spcAft>
                <a:spcPts val="0"/>
              </a:spcAft>
              <a:buClr>
                <a:srgbClr val="3F3F3F"/>
              </a:buClr>
              <a:buSzPts val="1800"/>
              <a:buChar char="•"/>
              <a:defRPr/>
            </a:lvl2pPr>
            <a:lvl3pPr indent="-342900" lvl="2" marL="1371600" algn="l">
              <a:lnSpc>
                <a:spcPct val="130000"/>
              </a:lnSpc>
              <a:spcBef>
                <a:spcPts val="0"/>
              </a:spcBef>
              <a:spcAft>
                <a:spcPts val="0"/>
              </a:spcAft>
              <a:buClr>
                <a:srgbClr val="3F3F3F"/>
              </a:buClr>
              <a:buSzPts val="1800"/>
              <a:buChar char="•"/>
              <a:defRPr/>
            </a:lvl3pPr>
            <a:lvl4pPr indent="-342900" lvl="3" marL="1828800" algn="l">
              <a:lnSpc>
                <a:spcPct val="130000"/>
              </a:lnSpc>
              <a:spcBef>
                <a:spcPts val="0"/>
              </a:spcBef>
              <a:spcAft>
                <a:spcPts val="0"/>
              </a:spcAft>
              <a:buClr>
                <a:srgbClr val="3F3F3F"/>
              </a:buClr>
              <a:buSzPts val="1800"/>
              <a:buChar char="•"/>
              <a:defRPr/>
            </a:lvl4pPr>
            <a:lvl5pPr indent="-342900" lvl="4" marL="2286000" algn="l">
              <a:lnSpc>
                <a:spcPct val="130000"/>
              </a:lnSpc>
              <a:spcBef>
                <a:spcPts val="0"/>
              </a:spcBef>
              <a:spcAft>
                <a:spcPts val="0"/>
              </a:spcAft>
              <a:buClr>
                <a:srgbClr val="3F3F3F"/>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24" name="Google Shape;24;p16"/>
          <p:cNvSpPr/>
          <p:nvPr/>
        </p:nvSpPr>
        <p:spPr>
          <a:xfrm>
            <a:off x="1745457" y="6456645"/>
            <a:ext cx="1026000" cy="43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accen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talog Slide" showMasterSp="0">
  <p:cSld name="Catalog Slide">
    <p:spTree>
      <p:nvGrpSpPr>
        <p:cNvPr id="25" name="Shape 25"/>
        <p:cNvGrpSpPr/>
        <p:nvPr/>
      </p:nvGrpSpPr>
      <p:grpSpPr>
        <a:xfrm>
          <a:off x="0" y="0"/>
          <a:ext cx="0" cy="0"/>
          <a:chOff x="0" y="0"/>
          <a:chExt cx="0" cy="0"/>
        </a:xfrm>
      </p:grpSpPr>
      <p:sp>
        <p:nvSpPr>
          <p:cNvPr id="26" name="Google Shape;26;p17"/>
          <p:cNvSpPr/>
          <p:nvPr/>
        </p:nvSpPr>
        <p:spPr>
          <a:xfrm>
            <a:off x="407193" y="678657"/>
            <a:ext cx="17473614" cy="9186863"/>
          </a:xfrm>
          <a:prstGeom prst="rect">
            <a:avLst/>
          </a:prstGeom>
          <a:solidFill>
            <a:schemeClr val="lt1"/>
          </a:solidFill>
          <a:ln>
            <a:noFill/>
          </a:ln>
          <a:effectLst>
            <a:outerShdw blurRad="330200" rotWithShape="0" algn="t" dir="5400000" dist="38100">
              <a:schemeClr val="dk1">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Arial"/>
              <a:ea typeface="Arial"/>
              <a:cs typeface="Arial"/>
              <a:sym typeface="Arial"/>
            </a:endParaRPr>
          </a:p>
        </p:txBody>
      </p:sp>
      <p:sp>
        <p:nvSpPr>
          <p:cNvPr id="27" name="Google Shape;27;p17"/>
          <p:cNvSpPr/>
          <p:nvPr/>
        </p:nvSpPr>
        <p:spPr>
          <a:xfrm>
            <a:off x="0" y="0"/>
            <a:ext cx="18288000" cy="5251851"/>
          </a:xfrm>
          <a:custGeom>
            <a:rect b="b" l="l" r="r" t="t"/>
            <a:pathLst>
              <a:path extrusionOk="0" h="4050449" w="12192000">
                <a:moveTo>
                  <a:pt x="0" y="2699336"/>
                </a:moveTo>
                <a:lnTo>
                  <a:pt x="0" y="0"/>
                </a:lnTo>
                <a:lnTo>
                  <a:pt x="12192000" y="0"/>
                </a:lnTo>
                <a:lnTo>
                  <a:pt x="12192000" y="2699336"/>
                </a:lnTo>
                <a:cubicBezTo>
                  <a:pt x="9432701" y="3723367"/>
                  <a:pt x="8193585" y="4050449"/>
                  <a:pt x="6108789" y="4050449"/>
                </a:cubicBezTo>
                <a:cubicBezTo>
                  <a:pt x="4023993" y="4050449"/>
                  <a:pt x="2759319" y="3723367"/>
                  <a:pt x="0" y="2699336"/>
                </a:cubicBezTo>
                <a:close/>
              </a:path>
            </a:pathLst>
          </a:custGeom>
          <a:gradFill>
            <a:gsLst>
              <a:gs pos="0">
                <a:schemeClr val="accent2"/>
              </a:gs>
              <a:gs pos="38000">
                <a:srgbClr val="13082D"/>
              </a:gs>
              <a:gs pos="100000">
                <a:srgbClr val="13082D"/>
              </a:gs>
            </a:gsLst>
            <a:lin ang="8100000" scaled="0"/>
          </a:gradFill>
          <a:ln cap="flat" cmpd="sng" w="476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Arial"/>
              <a:ea typeface="Arial"/>
              <a:cs typeface="Arial"/>
              <a:sym typeface="Arial"/>
            </a:endParaRPr>
          </a:p>
        </p:txBody>
      </p:sp>
      <p:sp>
        <p:nvSpPr>
          <p:cNvPr id="28" name="Google Shape;28;p17"/>
          <p:cNvSpPr/>
          <p:nvPr/>
        </p:nvSpPr>
        <p:spPr>
          <a:xfrm>
            <a:off x="407193" y="550068"/>
            <a:ext cx="17473614" cy="9315452"/>
          </a:xfrm>
          <a:prstGeom prst="rect">
            <a:avLst/>
          </a:prstGeom>
          <a:noFill/>
          <a:ln cap="flat" cmpd="sng" w="12700">
            <a:solidFill>
              <a:srgbClr val="F7EDE3">
                <a:alpha val="20000"/>
              </a:srgbClr>
            </a:solidFill>
            <a:prstDash val="solid"/>
            <a:miter lim="800000"/>
            <a:headEnd len="sm" w="sm" type="none"/>
            <a:tailEnd len="sm" w="sm" type="none"/>
          </a:ln>
          <a:effectLst>
            <a:outerShdw blurRad="330200" rotWithShape="0" algn="t" dir="5400000" dist="38100">
              <a:schemeClr val="dk1">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Arial"/>
              <a:ea typeface="Arial"/>
              <a:cs typeface="Arial"/>
              <a:sym typeface="Arial"/>
            </a:endParaRPr>
          </a:p>
        </p:txBody>
      </p:sp>
      <p:sp>
        <p:nvSpPr>
          <p:cNvPr id="29" name="Google Shape;29;p17"/>
          <p:cNvSpPr txBox="1"/>
          <p:nvPr>
            <p:ph type="title"/>
          </p:nvPr>
        </p:nvSpPr>
        <p:spPr>
          <a:xfrm>
            <a:off x="1315667" y="1910793"/>
            <a:ext cx="15656669" cy="1621632"/>
          </a:xfrm>
          <a:prstGeom prst="rect">
            <a:avLst/>
          </a:prstGeom>
          <a:noFill/>
          <a:ln>
            <a:noFill/>
          </a:ln>
        </p:spPr>
        <p:txBody>
          <a:bodyPr anchorCtr="0" anchor="b" bIns="0" lIns="0" spcFirstLastPara="1" rIns="0" wrap="square" tIns="0">
            <a:normAutofit/>
          </a:bodyPr>
          <a:lstStyle>
            <a:lvl1pPr lvl="0" algn="ctr">
              <a:lnSpc>
                <a:spcPct val="100000"/>
              </a:lnSpc>
              <a:spcBef>
                <a:spcPts val="0"/>
              </a:spcBef>
              <a:spcAft>
                <a:spcPts val="0"/>
              </a:spcAft>
              <a:buClr>
                <a:schemeClr val="lt1"/>
              </a:buClr>
              <a:buSzPts val="6600"/>
              <a:buFont typeface="Manrope ExtraBold"/>
              <a:buNone/>
              <a:defRPr sz="6600">
                <a:solidFill>
                  <a:schemeClr val="lt1"/>
                </a:solidFill>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30" name="Shape 30"/>
        <p:cNvGrpSpPr/>
        <p:nvPr/>
      </p:nvGrpSpPr>
      <p:grpSpPr>
        <a:xfrm>
          <a:off x="0" y="0"/>
          <a:ext cx="0" cy="0"/>
          <a:chOff x="0" y="0"/>
          <a:chExt cx="0" cy="0"/>
        </a:xfrm>
      </p:grpSpPr>
      <p:sp>
        <p:nvSpPr>
          <p:cNvPr id="31" name="Google Shape;31;p18"/>
          <p:cNvSpPr txBox="1"/>
          <p:nvPr>
            <p:ph idx="10" type="dt"/>
          </p:nvPr>
        </p:nvSpPr>
        <p:spPr>
          <a:xfrm>
            <a:off x="1042200" y="9534525"/>
            <a:ext cx="4114800" cy="547688"/>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8"/>
          <p:cNvSpPr txBox="1"/>
          <p:nvPr>
            <p:ph idx="11" type="ftr"/>
          </p:nvPr>
        </p:nvSpPr>
        <p:spPr>
          <a:xfrm>
            <a:off x="6057900" y="9534525"/>
            <a:ext cx="6172200" cy="547688"/>
          </a:xfrm>
          <a:prstGeom prst="rect">
            <a:avLst/>
          </a:prstGeom>
          <a:noFill/>
          <a:ln>
            <a:noFill/>
          </a:ln>
        </p:spPr>
        <p:txBody>
          <a:bodyPr anchorCtr="0" anchor="ctr" bIns="0" lIns="0" spcFirstLastPara="1" rIns="0" wrap="square" tIns="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8"/>
          <p:cNvSpPr txBox="1"/>
          <p:nvPr>
            <p:ph idx="12" type="sldNum"/>
          </p:nvPr>
        </p:nvSpPr>
        <p:spPr>
          <a:xfrm>
            <a:off x="13127400" y="9534525"/>
            <a:ext cx="4114800" cy="547688"/>
          </a:xfrm>
          <a:prstGeom prst="rect">
            <a:avLst/>
          </a:prstGeom>
          <a:noFill/>
          <a:ln>
            <a:noFill/>
          </a:ln>
        </p:spPr>
        <p:txBody>
          <a:bodyPr anchorCtr="0" anchor="ctr" bIns="0" lIns="0" spcFirstLastPara="1" rIns="0" wrap="square" tIns="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 name="Shape 34"/>
        <p:cNvGrpSpPr/>
        <p:nvPr/>
      </p:nvGrpSpPr>
      <p:grpSpPr>
        <a:xfrm>
          <a:off x="0" y="0"/>
          <a:ext cx="0" cy="0"/>
          <a:chOff x="0" y="0"/>
          <a:chExt cx="0" cy="0"/>
        </a:xfrm>
      </p:grpSpPr>
      <p:sp>
        <p:nvSpPr>
          <p:cNvPr id="35" name="Google Shape;35;p19"/>
          <p:cNvSpPr txBox="1"/>
          <p:nvPr>
            <p:ph type="title"/>
          </p:nvPr>
        </p:nvSpPr>
        <p:spPr>
          <a:xfrm>
            <a:off x="1042200" y="540000"/>
            <a:ext cx="16200000" cy="10800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accent1"/>
              </a:buClr>
              <a:buSzPts val="5400"/>
              <a:buFont typeface="Manrope ExtraBold"/>
              <a:buNone/>
              <a:defRPr>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9"/>
          <p:cNvSpPr txBox="1"/>
          <p:nvPr>
            <p:ph idx="1" type="body"/>
          </p:nvPr>
        </p:nvSpPr>
        <p:spPr>
          <a:xfrm>
            <a:off x="1042200" y="1852613"/>
            <a:ext cx="16200000" cy="7337588"/>
          </a:xfrm>
          <a:prstGeom prst="rect">
            <a:avLst/>
          </a:prstGeom>
          <a:noFill/>
          <a:ln>
            <a:noFill/>
          </a:ln>
        </p:spPr>
        <p:txBody>
          <a:bodyPr anchorCtr="0" anchor="t" bIns="0" lIns="0" spcFirstLastPara="1" rIns="0" wrap="square" tIns="0">
            <a:normAutofit/>
          </a:bodyPr>
          <a:lstStyle>
            <a:lvl1pPr indent="-457200" lvl="0" marL="457200" algn="l">
              <a:lnSpc>
                <a:spcPct val="130000"/>
              </a:lnSpc>
              <a:spcBef>
                <a:spcPts val="1500"/>
              </a:spcBef>
              <a:spcAft>
                <a:spcPts val="0"/>
              </a:spcAft>
              <a:buClr>
                <a:srgbClr val="3F3F3F"/>
              </a:buClr>
              <a:buSzPts val="3600"/>
              <a:buChar char="•"/>
              <a:defRPr>
                <a:latin typeface="Lato"/>
                <a:ea typeface="Lato"/>
                <a:cs typeface="Lato"/>
                <a:sym typeface="Lato"/>
              </a:defRPr>
            </a:lvl1pPr>
            <a:lvl2pPr indent="-419100" lvl="1" marL="914400" algn="l">
              <a:lnSpc>
                <a:spcPct val="130000"/>
              </a:lnSpc>
              <a:spcBef>
                <a:spcPts val="0"/>
              </a:spcBef>
              <a:spcAft>
                <a:spcPts val="0"/>
              </a:spcAft>
              <a:buClr>
                <a:srgbClr val="3F3F3F"/>
              </a:buClr>
              <a:buSzPts val="3000"/>
              <a:buChar char="•"/>
              <a:defRPr>
                <a:latin typeface="Lato"/>
                <a:ea typeface="Lato"/>
                <a:cs typeface="Lato"/>
                <a:sym typeface="Lato"/>
              </a:defRPr>
            </a:lvl2pPr>
            <a:lvl3pPr indent="-400050" lvl="2" marL="1371600" algn="l">
              <a:lnSpc>
                <a:spcPct val="130000"/>
              </a:lnSpc>
              <a:spcBef>
                <a:spcPts val="0"/>
              </a:spcBef>
              <a:spcAft>
                <a:spcPts val="0"/>
              </a:spcAft>
              <a:buClr>
                <a:srgbClr val="3F3F3F"/>
              </a:buClr>
              <a:buSzPts val="2700"/>
              <a:buChar char="•"/>
              <a:defRPr>
                <a:latin typeface="Lato"/>
                <a:ea typeface="Lato"/>
                <a:cs typeface="Lato"/>
                <a:sym typeface="Lato"/>
              </a:defRPr>
            </a:lvl3pPr>
            <a:lvl4pPr indent="-381000" lvl="3" marL="1828800" algn="l">
              <a:lnSpc>
                <a:spcPct val="130000"/>
              </a:lnSpc>
              <a:spcBef>
                <a:spcPts val="0"/>
              </a:spcBef>
              <a:spcAft>
                <a:spcPts val="0"/>
              </a:spcAft>
              <a:buClr>
                <a:srgbClr val="3F3F3F"/>
              </a:buClr>
              <a:buSzPts val="2400"/>
              <a:buChar char="•"/>
              <a:defRPr>
                <a:latin typeface="Lato"/>
                <a:ea typeface="Lato"/>
                <a:cs typeface="Lato"/>
                <a:sym typeface="Lato"/>
              </a:defRPr>
            </a:lvl4pPr>
            <a:lvl5pPr indent="-361950" lvl="4" marL="2286000" algn="l">
              <a:lnSpc>
                <a:spcPct val="130000"/>
              </a:lnSpc>
              <a:spcBef>
                <a:spcPts val="0"/>
              </a:spcBef>
              <a:spcAft>
                <a:spcPts val="0"/>
              </a:spcAft>
              <a:buClr>
                <a:srgbClr val="3F3F3F"/>
              </a:buClr>
              <a:buSzPts val="2100"/>
              <a:buChar char="•"/>
              <a:defRPr>
                <a:latin typeface="Lato"/>
                <a:ea typeface="Lato"/>
                <a:cs typeface="Lato"/>
                <a:sym typeface="Lato"/>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37" name="Google Shape;37;p19"/>
          <p:cNvSpPr txBox="1"/>
          <p:nvPr>
            <p:ph idx="10" type="dt"/>
          </p:nvPr>
        </p:nvSpPr>
        <p:spPr>
          <a:xfrm>
            <a:off x="1042200" y="9534525"/>
            <a:ext cx="4114800" cy="547688"/>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9"/>
          <p:cNvSpPr txBox="1"/>
          <p:nvPr>
            <p:ph idx="11" type="ftr"/>
          </p:nvPr>
        </p:nvSpPr>
        <p:spPr>
          <a:xfrm>
            <a:off x="6057900" y="9534525"/>
            <a:ext cx="6172200" cy="547688"/>
          </a:xfrm>
          <a:prstGeom prst="rect">
            <a:avLst/>
          </a:prstGeom>
          <a:noFill/>
          <a:ln>
            <a:noFill/>
          </a:ln>
        </p:spPr>
        <p:txBody>
          <a:bodyPr anchorCtr="0" anchor="ctr" bIns="0" lIns="0" spcFirstLastPara="1" rIns="0" wrap="square" tIns="0">
            <a:norm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9"/>
          <p:cNvSpPr txBox="1"/>
          <p:nvPr>
            <p:ph idx="12" type="sldNum"/>
          </p:nvPr>
        </p:nvSpPr>
        <p:spPr>
          <a:xfrm>
            <a:off x="13127400" y="9534525"/>
            <a:ext cx="4114800" cy="547688"/>
          </a:xfrm>
          <a:prstGeom prst="rect">
            <a:avLst/>
          </a:prstGeom>
          <a:noFill/>
          <a:ln>
            <a:noFill/>
          </a:ln>
        </p:spPr>
        <p:txBody>
          <a:bodyPr anchorCtr="0" anchor="ctr" bIns="0" lIns="0" spcFirstLastPara="1" rIns="0" wrap="square" tIns="0">
            <a:normAutofit/>
          </a:bodyPr>
          <a:lstStyle>
            <a:lvl1pPr indent="0" lvl="0" marL="0" algn="r">
              <a:spcBef>
                <a:spcPts val="0"/>
              </a:spcBef>
              <a:buNone/>
              <a:defRPr sz="1800">
                <a:solidFill>
                  <a:srgbClr val="888888"/>
                </a:solidFill>
                <a:latin typeface="Arial"/>
                <a:ea typeface="Arial"/>
                <a:cs typeface="Arial"/>
                <a:sym typeface="Arial"/>
              </a:defRPr>
            </a:lvl1pPr>
            <a:lvl2pPr indent="0" lvl="1" marL="0" algn="r">
              <a:spcBef>
                <a:spcPts val="0"/>
              </a:spcBef>
              <a:buNone/>
              <a:defRPr sz="1800">
                <a:solidFill>
                  <a:srgbClr val="888888"/>
                </a:solidFill>
                <a:latin typeface="Arial"/>
                <a:ea typeface="Arial"/>
                <a:cs typeface="Arial"/>
                <a:sym typeface="Arial"/>
              </a:defRPr>
            </a:lvl2pPr>
            <a:lvl3pPr indent="0" lvl="2" marL="0" algn="r">
              <a:spcBef>
                <a:spcPts val="0"/>
              </a:spcBef>
              <a:buNone/>
              <a:defRPr sz="1800">
                <a:solidFill>
                  <a:srgbClr val="888888"/>
                </a:solidFill>
                <a:latin typeface="Arial"/>
                <a:ea typeface="Arial"/>
                <a:cs typeface="Arial"/>
                <a:sym typeface="Arial"/>
              </a:defRPr>
            </a:lvl3pPr>
            <a:lvl4pPr indent="0" lvl="3" marL="0" algn="r">
              <a:spcBef>
                <a:spcPts val="0"/>
              </a:spcBef>
              <a:buNone/>
              <a:defRPr sz="1800">
                <a:solidFill>
                  <a:srgbClr val="888888"/>
                </a:solidFill>
                <a:latin typeface="Arial"/>
                <a:ea typeface="Arial"/>
                <a:cs typeface="Arial"/>
                <a:sym typeface="Arial"/>
              </a:defRPr>
            </a:lvl4pPr>
            <a:lvl5pPr indent="0" lvl="4" marL="0" algn="r">
              <a:spcBef>
                <a:spcPts val="0"/>
              </a:spcBef>
              <a:buNone/>
              <a:defRPr sz="1800">
                <a:solidFill>
                  <a:srgbClr val="888888"/>
                </a:solidFill>
                <a:latin typeface="Arial"/>
                <a:ea typeface="Arial"/>
                <a:cs typeface="Arial"/>
                <a:sym typeface="Arial"/>
              </a:defRPr>
            </a:lvl5pPr>
            <a:lvl6pPr indent="0" lvl="5" marL="0" algn="r">
              <a:spcBef>
                <a:spcPts val="0"/>
              </a:spcBef>
              <a:buNone/>
              <a:defRPr sz="1800">
                <a:solidFill>
                  <a:srgbClr val="888888"/>
                </a:solidFill>
                <a:latin typeface="Arial"/>
                <a:ea typeface="Arial"/>
                <a:cs typeface="Arial"/>
                <a:sym typeface="Arial"/>
              </a:defRPr>
            </a:lvl6pPr>
            <a:lvl7pPr indent="0" lvl="6" marL="0" algn="r">
              <a:spcBef>
                <a:spcPts val="0"/>
              </a:spcBef>
              <a:buNone/>
              <a:defRPr sz="1800">
                <a:solidFill>
                  <a:srgbClr val="888888"/>
                </a:solidFill>
                <a:latin typeface="Arial"/>
                <a:ea typeface="Arial"/>
                <a:cs typeface="Arial"/>
                <a:sym typeface="Arial"/>
              </a:defRPr>
            </a:lvl7pPr>
            <a:lvl8pPr indent="0" lvl="7" marL="0" algn="r">
              <a:spcBef>
                <a:spcPts val="0"/>
              </a:spcBef>
              <a:buNone/>
              <a:defRPr sz="1800">
                <a:solidFill>
                  <a:srgbClr val="888888"/>
                </a:solidFill>
                <a:latin typeface="Arial"/>
                <a:ea typeface="Arial"/>
                <a:cs typeface="Arial"/>
                <a:sym typeface="Arial"/>
              </a:defRPr>
            </a:lvl8pPr>
            <a:lvl9pPr indent="0" lvl="8" marL="0" algn="r">
              <a:spcBef>
                <a:spcPts val="0"/>
              </a:spcBef>
              <a:buNone/>
              <a:defRPr sz="18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spTree>
      <p:nvGrpSpPr>
        <p:cNvPr id="40" name="Shape 40"/>
        <p:cNvGrpSpPr/>
        <p:nvPr/>
      </p:nvGrpSpPr>
      <p:grpSpPr>
        <a:xfrm>
          <a:off x="0" y="0"/>
          <a:ext cx="0" cy="0"/>
          <a:chOff x="0" y="0"/>
          <a:chExt cx="0" cy="0"/>
        </a:xfrm>
      </p:grpSpPr>
      <p:pic>
        <p:nvPicPr>
          <p:cNvPr descr="电脑萤幕&#10;&#10;中度可信度描述已自动生成" id="41" name="Google Shape;41;p20"/>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42" name="Google Shape;42;p20"/>
          <p:cNvSpPr/>
          <p:nvPr/>
        </p:nvSpPr>
        <p:spPr>
          <a:xfrm>
            <a:off x="0" y="0"/>
            <a:ext cx="18288000" cy="10287000"/>
          </a:xfrm>
          <a:prstGeom prst="rect">
            <a:avLst/>
          </a:prstGeom>
          <a:gradFill>
            <a:gsLst>
              <a:gs pos="0">
                <a:srgbClr val="13082D"/>
              </a:gs>
              <a:gs pos="43000">
                <a:srgbClr val="13082D">
                  <a:alpha val="24705"/>
                </a:srgbClr>
              </a:gs>
              <a:gs pos="100000">
                <a:srgbClr val="13082D">
                  <a:alpha val="24705"/>
                </a:srgbClr>
              </a:gs>
            </a:gsLst>
            <a:lin ang="8100000" scaled="0"/>
          </a:gradFill>
          <a:ln>
            <a:noFill/>
          </a:ln>
        </p:spPr>
        <p:txBody>
          <a:bodyPr anchorCtr="0" anchor="ctr" bIns="45700" lIns="91425" spcFirstLastPara="1" rIns="91425" wrap="square" tIns="45700">
            <a:normAutofit/>
          </a:bodyPr>
          <a:lstStyle/>
          <a:p>
            <a:pPr indent="0" lvl="0" marL="0" marR="0" rtl="0" algn="ctr">
              <a:spcBef>
                <a:spcPts val="0"/>
              </a:spcBef>
              <a:spcAft>
                <a:spcPts val="0"/>
              </a:spcAft>
              <a:buNone/>
            </a:pPr>
            <a:r>
              <a:t/>
            </a:r>
            <a:endParaRPr sz="2700">
              <a:solidFill>
                <a:schemeClr val="lt1"/>
              </a:solidFill>
              <a:latin typeface="Arial"/>
              <a:ea typeface="Arial"/>
              <a:cs typeface="Arial"/>
              <a:sym typeface="Arial"/>
            </a:endParaRPr>
          </a:p>
        </p:txBody>
      </p:sp>
      <p:sp>
        <p:nvSpPr>
          <p:cNvPr id="43" name="Google Shape;43;p20"/>
          <p:cNvSpPr txBox="1"/>
          <p:nvPr>
            <p:ph type="title"/>
          </p:nvPr>
        </p:nvSpPr>
        <p:spPr>
          <a:xfrm>
            <a:off x="1022033" y="3811905"/>
            <a:ext cx="16244888" cy="2305050"/>
          </a:xfrm>
          <a:prstGeom prst="rect">
            <a:avLst/>
          </a:prstGeom>
          <a:noFill/>
          <a:ln>
            <a:noFill/>
          </a:ln>
        </p:spPr>
        <p:txBody>
          <a:bodyPr anchorCtr="0" anchor="t" bIns="0" lIns="0" spcFirstLastPara="1" rIns="0" wrap="square" tIns="0">
            <a:normAutofit/>
          </a:bodyPr>
          <a:lstStyle>
            <a:lvl1pPr lvl="0" algn="ctr">
              <a:lnSpc>
                <a:spcPct val="100000"/>
              </a:lnSpc>
              <a:spcBef>
                <a:spcPts val="0"/>
              </a:spcBef>
              <a:spcAft>
                <a:spcPts val="0"/>
              </a:spcAft>
              <a:buClr>
                <a:schemeClr val="accent1"/>
              </a:buClr>
              <a:buSzPts val="6000"/>
              <a:buFont typeface="Manrope ExtraBold"/>
              <a:buNone/>
              <a:defRPr sz="6000">
                <a:solidFill>
                  <a:schemeClr val="accent1"/>
                </a:solidFill>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0"/>
          <p:cNvSpPr txBox="1"/>
          <p:nvPr>
            <p:ph idx="1" type="body"/>
          </p:nvPr>
        </p:nvSpPr>
        <p:spPr>
          <a:xfrm>
            <a:off x="1022033" y="204788"/>
            <a:ext cx="16244888" cy="3415665"/>
          </a:xfrm>
          <a:prstGeom prst="rect">
            <a:avLst/>
          </a:prstGeom>
          <a:noFill/>
          <a:ln>
            <a:noFill/>
          </a:ln>
        </p:spPr>
        <p:txBody>
          <a:bodyPr anchorCtr="0" anchor="b" bIns="0" lIns="0" spcFirstLastPara="1" rIns="0" wrap="square" tIns="0">
            <a:normAutofit/>
          </a:bodyPr>
          <a:lstStyle>
            <a:lvl1pPr indent="-228600" lvl="0" marL="457200" algn="ctr">
              <a:lnSpc>
                <a:spcPct val="130000"/>
              </a:lnSpc>
              <a:spcBef>
                <a:spcPts val="1500"/>
              </a:spcBef>
              <a:spcAft>
                <a:spcPts val="0"/>
              </a:spcAft>
              <a:buClr>
                <a:schemeClr val="lt1"/>
              </a:buClr>
              <a:buSzPts val="12000"/>
              <a:buNone/>
              <a:defRPr b="1" sz="12000">
                <a:solidFill>
                  <a:schemeClr val="lt1"/>
                </a:solidFill>
                <a:latin typeface="Lato"/>
                <a:ea typeface="Lato"/>
                <a:cs typeface="Lato"/>
                <a:sym typeface="Lato"/>
              </a:defRPr>
            </a:lvl1pPr>
            <a:lvl2pPr indent="-342900" lvl="1" marL="914400" algn="l">
              <a:lnSpc>
                <a:spcPct val="130000"/>
              </a:lnSpc>
              <a:spcBef>
                <a:spcPts val="0"/>
              </a:spcBef>
              <a:spcAft>
                <a:spcPts val="0"/>
              </a:spcAft>
              <a:buClr>
                <a:srgbClr val="3F3F3F"/>
              </a:buClr>
              <a:buSzPts val="1800"/>
              <a:buChar char="•"/>
              <a:defRPr/>
            </a:lvl2pPr>
            <a:lvl3pPr indent="-342900" lvl="2" marL="1371600" algn="l">
              <a:lnSpc>
                <a:spcPct val="130000"/>
              </a:lnSpc>
              <a:spcBef>
                <a:spcPts val="0"/>
              </a:spcBef>
              <a:spcAft>
                <a:spcPts val="0"/>
              </a:spcAft>
              <a:buClr>
                <a:srgbClr val="3F3F3F"/>
              </a:buClr>
              <a:buSzPts val="1800"/>
              <a:buChar char="•"/>
              <a:defRPr/>
            </a:lvl3pPr>
            <a:lvl4pPr indent="-342900" lvl="3" marL="1828800" algn="l">
              <a:lnSpc>
                <a:spcPct val="130000"/>
              </a:lnSpc>
              <a:spcBef>
                <a:spcPts val="0"/>
              </a:spcBef>
              <a:spcAft>
                <a:spcPts val="0"/>
              </a:spcAft>
              <a:buClr>
                <a:srgbClr val="3F3F3F"/>
              </a:buClr>
              <a:buSzPts val="1800"/>
              <a:buChar char="•"/>
              <a:defRPr/>
            </a:lvl4pPr>
            <a:lvl5pPr indent="-342900" lvl="4" marL="2286000" algn="l">
              <a:lnSpc>
                <a:spcPct val="130000"/>
              </a:lnSpc>
              <a:spcBef>
                <a:spcPts val="0"/>
              </a:spcBef>
              <a:spcAft>
                <a:spcPts val="0"/>
              </a:spcAft>
              <a:buClr>
                <a:srgbClr val="3F3F3F"/>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45" name="Google Shape;45;p20"/>
          <p:cNvSpPr txBox="1"/>
          <p:nvPr>
            <p:ph idx="10" type="dt"/>
          </p:nvPr>
        </p:nvSpPr>
        <p:spPr>
          <a:xfrm>
            <a:off x="1042200" y="9534525"/>
            <a:ext cx="4114800" cy="547688"/>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0"/>
          <p:cNvSpPr txBox="1"/>
          <p:nvPr>
            <p:ph idx="11" type="ftr"/>
          </p:nvPr>
        </p:nvSpPr>
        <p:spPr>
          <a:xfrm>
            <a:off x="6057900" y="9534525"/>
            <a:ext cx="6172200" cy="547688"/>
          </a:xfrm>
          <a:prstGeom prst="rect">
            <a:avLst/>
          </a:prstGeom>
          <a:noFill/>
          <a:ln>
            <a:noFill/>
          </a:ln>
        </p:spPr>
        <p:txBody>
          <a:bodyPr anchorCtr="0" anchor="ctr" bIns="0" lIns="0" spcFirstLastPara="1" rIns="0" wrap="square" tIns="0">
            <a:norm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0"/>
          <p:cNvSpPr txBox="1"/>
          <p:nvPr>
            <p:ph idx="12" type="sldNum"/>
          </p:nvPr>
        </p:nvSpPr>
        <p:spPr>
          <a:xfrm>
            <a:off x="13127400" y="9534525"/>
            <a:ext cx="4114800" cy="547688"/>
          </a:xfrm>
          <a:prstGeom prst="rect">
            <a:avLst/>
          </a:prstGeom>
          <a:noFill/>
          <a:ln>
            <a:noFill/>
          </a:ln>
        </p:spPr>
        <p:txBody>
          <a:bodyPr anchorCtr="0" anchor="ctr" bIns="0" lIns="0" spcFirstLastPara="1" rIns="0" wrap="square" tIns="0">
            <a:normAutofit/>
          </a:bodyPr>
          <a:lstStyle>
            <a:lvl1pPr indent="0" lvl="0" marL="0" algn="r">
              <a:spcBef>
                <a:spcPts val="0"/>
              </a:spcBef>
              <a:buNone/>
              <a:defRPr sz="1800">
                <a:solidFill>
                  <a:srgbClr val="888888"/>
                </a:solidFill>
                <a:latin typeface="Arial"/>
                <a:ea typeface="Arial"/>
                <a:cs typeface="Arial"/>
                <a:sym typeface="Arial"/>
              </a:defRPr>
            </a:lvl1pPr>
            <a:lvl2pPr indent="0" lvl="1" marL="0" algn="r">
              <a:spcBef>
                <a:spcPts val="0"/>
              </a:spcBef>
              <a:buNone/>
              <a:defRPr sz="1800">
                <a:solidFill>
                  <a:srgbClr val="888888"/>
                </a:solidFill>
                <a:latin typeface="Arial"/>
                <a:ea typeface="Arial"/>
                <a:cs typeface="Arial"/>
                <a:sym typeface="Arial"/>
              </a:defRPr>
            </a:lvl2pPr>
            <a:lvl3pPr indent="0" lvl="2" marL="0" algn="r">
              <a:spcBef>
                <a:spcPts val="0"/>
              </a:spcBef>
              <a:buNone/>
              <a:defRPr sz="1800">
                <a:solidFill>
                  <a:srgbClr val="888888"/>
                </a:solidFill>
                <a:latin typeface="Arial"/>
                <a:ea typeface="Arial"/>
                <a:cs typeface="Arial"/>
                <a:sym typeface="Arial"/>
              </a:defRPr>
            </a:lvl3pPr>
            <a:lvl4pPr indent="0" lvl="3" marL="0" algn="r">
              <a:spcBef>
                <a:spcPts val="0"/>
              </a:spcBef>
              <a:buNone/>
              <a:defRPr sz="1800">
                <a:solidFill>
                  <a:srgbClr val="888888"/>
                </a:solidFill>
                <a:latin typeface="Arial"/>
                <a:ea typeface="Arial"/>
                <a:cs typeface="Arial"/>
                <a:sym typeface="Arial"/>
              </a:defRPr>
            </a:lvl4pPr>
            <a:lvl5pPr indent="0" lvl="4" marL="0" algn="r">
              <a:spcBef>
                <a:spcPts val="0"/>
              </a:spcBef>
              <a:buNone/>
              <a:defRPr sz="1800">
                <a:solidFill>
                  <a:srgbClr val="888888"/>
                </a:solidFill>
                <a:latin typeface="Arial"/>
                <a:ea typeface="Arial"/>
                <a:cs typeface="Arial"/>
                <a:sym typeface="Arial"/>
              </a:defRPr>
            </a:lvl5pPr>
            <a:lvl6pPr indent="0" lvl="5" marL="0" algn="r">
              <a:spcBef>
                <a:spcPts val="0"/>
              </a:spcBef>
              <a:buNone/>
              <a:defRPr sz="1800">
                <a:solidFill>
                  <a:srgbClr val="888888"/>
                </a:solidFill>
                <a:latin typeface="Arial"/>
                <a:ea typeface="Arial"/>
                <a:cs typeface="Arial"/>
                <a:sym typeface="Arial"/>
              </a:defRPr>
            </a:lvl6pPr>
            <a:lvl7pPr indent="0" lvl="6" marL="0" algn="r">
              <a:spcBef>
                <a:spcPts val="0"/>
              </a:spcBef>
              <a:buNone/>
              <a:defRPr sz="1800">
                <a:solidFill>
                  <a:srgbClr val="888888"/>
                </a:solidFill>
                <a:latin typeface="Arial"/>
                <a:ea typeface="Arial"/>
                <a:cs typeface="Arial"/>
                <a:sym typeface="Arial"/>
              </a:defRPr>
            </a:lvl7pPr>
            <a:lvl8pPr indent="0" lvl="7" marL="0" algn="r">
              <a:spcBef>
                <a:spcPts val="0"/>
              </a:spcBef>
              <a:buNone/>
              <a:defRPr sz="1800">
                <a:solidFill>
                  <a:srgbClr val="888888"/>
                </a:solidFill>
                <a:latin typeface="Arial"/>
                <a:ea typeface="Arial"/>
                <a:cs typeface="Arial"/>
                <a:sym typeface="Arial"/>
              </a:defRPr>
            </a:lvl8pPr>
            <a:lvl9pPr indent="0" lvl="8" marL="0" algn="r">
              <a:spcBef>
                <a:spcPts val="0"/>
              </a:spcBef>
              <a:buNone/>
              <a:defRPr sz="18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21"/>
          <p:cNvSpPr txBox="1"/>
          <p:nvPr>
            <p:ph type="title"/>
          </p:nvPr>
        </p:nvSpPr>
        <p:spPr>
          <a:xfrm>
            <a:off x="1042200" y="540000"/>
            <a:ext cx="16200000" cy="10800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accent1"/>
              </a:buClr>
              <a:buSzPts val="5400"/>
              <a:buFont typeface="Manrope ExtraBold"/>
              <a:buNone/>
              <a:defRPr>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21"/>
          <p:cNvSpPr txBox="1"/>
          <p:nvPr>
            <p:ph idx="1" type="body"/>
          </p:nvPr>
        </p:nvSpPr>
        <p:spPr>
          <a:xfrm>
            <a:off x="1042200" y="1852613"/>
            <a:ext cx="7772400" cy="7348538"/>
          </a:xfrm>
          <a:prstGeom prst="rect">
            <a:avLst/>
          </a:prstGeom>
          <a:noFill/>
          <a:ln>
            <a:noFill/>
          </a:ln>
        </p:spPr>
        <p:txBody>
          <a:bodyPr anchorCtr="0" anchor="t" bIns="0" lIns="0" spcFirstLastPara="1" rIns="0" wrap="square" tIns="0">
            <a:normAutofit/>
          </a:bodyPr>
          <a:lstStyle>
            <a:lvl1pPr indent="-457200" lvl="0" marL="457200" algn="l">
              <a:lnSpc>
                <a:spcPct val="130000"/>
              </a:lnSpc>
              <a:spcBef>
                <a:spcPts val="1500"/>
              </a:spcBef>
              <a:spcAft>
                <a:spcPts val="0"/>
              </a:spcAft>
              <a:buClr>
                <a:srgbClr val="3F3F3F"/>
              </a:buClr>
              <a:buSzPts val="3600"/>
              <a:buChar char="•"/>
              <a:defRPr>
                <a:latin typeface="Lato"/>
                <a:ea typeface="Lato"/>
                <a:cs typeface="Lato"/>
                <a:sym typeface="Lato"/>
              </a:defRPr>
            </a:lvl1pPr>
            <a:lvl2pPr indent="-419100" lvl="1" marL="914400" algn="l">
              <a:lnSpc>
                <a:spcPct val="130000"/>
              </a:lnSpc>
              <a:spcBef>
                <a:spcPts val="0"/>
              </a:spcBef>
              <a:spcAft>
                <a:spcPts val="0"/>
              </a:spcAft>
              <a:buClr>
                <a:srgbClr val="3F3F3F"/>
              </a:buClr>
              <a:buSzPts val="3000"/>
              <a:buChar char="•"/>
              <a:defRPr>
                <a:latin typeface="Lato"/>
                <a:ea typeface="Lato"/>
                <a:cs typeface="Lato"/>
                <a:sym typeface="Lato"/>
              </a:defRPr>
            </a:lvl2pPr>
            <a:lvl3pPr indent="-400050" lvl="2" marL="1371600" algn="l">
              <a:lnSpc>
                <a:spcPct val="130000"/>
              </a:lnSpc>
              <a:spcBef>
                <a:spcPts val="0"/>
              </a:spcBef>
              <a:spcAft>
                <a:spcPts val="0"/>
              </a:spcAft>
              <a:buClr>
                <a:srgbClr val="3F3F3F"/>
              </a:buClr>
              <a:buSzPts val="2700"/>
              <a:buChar char="•"/>
              <a:defRPr>
                <a:latin typeface="Lato"/>
                <a:ea typeface="Lato"/>
                <a:cs typeface="Lato"/>
                <a:sym typeface="Lato"/>
              </a:defRPr>
            </a:lvl3pPr>
            <a:lvl4pPr indent="-381000" lvl="3" marL="1828800" algn="l">
              <a:lnSpc>
                <a:spcPct val="130000"/>
              </a:lnSpc>
              <a:spcBef>
                <a:spcPts val="0"/>
              </a:spcBef>
              <a:spcAft>
                <a:spcPts val="0"/>
              </a:spcAft>
              <a:buClr>
                <a:srgbClr val="3F3F3F"/>
              </a:buClr>
              <a:buSzPts val="2400"/>
              <a:buChar char="•"/>
              <a:defRPr>
                <a:latin typeface="Lato"/>
                <a:ea typeface="Lato"/>
                <a:cs typeface="Lato"/>
                <a:sym typeface="Lato"/>
              </a:defRPr>
            </a:lvl4pPr>
            <a:lvl5pPr indent="-361950" lvl="4" marL="2286000" algn="l">
              <a:lnSpc>
                <a:spcPct val="130000"/>
              </a:lnSpc>
              <a:spcBef>
                <a:spcPts val="0"/>
              </a:spcBef>
              <a:spcAft>
                <a:spcPts val="0"/>
              </a:spcAft>
              <a:buClr>
                <a:srgbClr val="3F3F3F"/>
              </a:buClr>
              <a:buSzPts val="2100"/>
              <a:buChar char="•"/>
              <a:defRPr>
                <a:latin typeface="Lato"/>
                <a:ea typeface="Lato"/>
                <a:cs typeface="Lato"/>
                <a:sym typeface="Lato"/>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51" name="Google Shape;51;p21"/>
          <p:cNvSpPr txBox="1"/>
          <p:nvPr>
            <p:ph idx="2" type="body"/>
          </p:nvPr>
        </p:nvSpPr>
        <p:spPr>
          <a:xfrm>
            <a:off x="9473403" y="1852613"/>
            <a:ext cx="7772400" cy="7348538"/>
          </a:xfrm>
          <a:prstGeom prst="rect">
            <a:avLst/>
          </a:prstGeom>
          <a:noFill/>
          <a:ln>
            <a:noFill/>
          </a:ln>
        </p:spPr>
        <p:txBody>
          <a:bodyPr anchorCtr="0" anchor="t" bIns="0" lIns="0" spcFirstLastPara="1" rIns="0" wrap="square" tIns="0">
            <a:normAutofit/>
          </a:bodyPr>
          <a:lstStyle>
            <a:lvl1pPr indent="-457200" lvl="0" marL="457200" algn="l">
              <a:lnSpc>
                <a:spcPct val="130000"/>
              </a:lnSpc>
              <a:spcBef>
                <a:spcPts val="1500"/>
              </a:spcBef>
              <a:spcAft>
                <a:spcPts val="0"/>
              </a:spcAft>
              <a:buClr>
                <a:srgbClr val="3F3F3F"/>
              </a:buClr>
              <a:buSzPts val="3600"/>
              <a:buChar char="•"/>
              <a:defRPr>
                <a:latin typeface="Lato"/>
                <a:ea typeface="Lato"/>
                <a:cs typeface="Lato"/>
                <a:sym typeface="Lato"/>
              </a:defRPr>
            </a:lvl1pPr>
            <a:lvl2pPr indent="-419100" lvl="1" marL="914400" algn="l">
              <a:lnSpc>
                <a:spcPct val="130000"/>
              </a:lnSpc>
              <a:spcBef>
                <a:spcPts val="0"/>
              </a:spcBef>
              <a:spcAft>
                <a:spcPts val="0"/>
              </a:spcAft>
              <a:buClr>
                <a:srgbClr val="3F3F3F"/>
              </a:buClr>
              <a:buSzPts val="3000"/>
              <a:buChar char="•"/>
              <a:defRPr>
                <a:latin typeface="Lato"/>
                <a:ea typeface="Lato"/>
                <a:cs typeface="Lato"/>
                <a:sym typeface="Lato"/>
              </a:defRPr>
            </a:lvl2pPr>
            <a:lvl3pPr indent="-400050" lvl="2" marL="1371600" algn="l">
              <a:lnSpc>
                <a:spcPct val="130000"/>
              </a:lnSpc>
              <a:spcBef>
                <a:spcPts val="0"/>
              </a:spcBef>
              <a:spcAft>
                <a:spcPts val="0"/>
              </a:spcAft>
              <a:buClr>
                <a:srgbClr val="3F3F3F"/>
              </a:buClr>
              <a:buSzPts val="2700"/>
              <a:buChar char="•"/>
              <a:defRPr>
                <a:latin typeface="Lato"/>
                <a:ea typeface="Lato"/>
                <a:cs typeface="Lato"/>
                <a:sym typeface="Lato"/>
              </a:defRPr>
            </a:lvl3pPr>
            <a:lvl4pPr indent="-381000" lvl="3" marL="1828800" algn="l">
              <a:lnSpc>
                <a:spcPct val="130000"/>
              </a:lnSpc>
              <a:spcBef>
                <a:spcPts val="0"/>
              </a:spcBef>
              <a:spcAft>
                <a:spcPts val="0"/>
              </a:spcAft>
              <a:buClr>
                <a:srgbClr val="3F3F3F"/>
              </a:buClr>
              <a:buSzPts val="2400"/>
              <a:buChar char="•"/>
              <a:defRPr>
                <a:latin typeface="Lato"/>
                <a:ea typeface="Lato"/>
                <a:cs typeface="Lato"/>
                <a:sym typeface="Lato"/>
              </a:defRPr>
            </a:lvl4pPr>
            <a:lvl5pPr indent="-361950" lvl="4" marL="2286000" algn="l">
              <a:lnSpc>
                <a:spcPct val="130000"/>
              </a:lnSpc>
              <a:spcBef>
                <a:spcPts val="0"/>
              </a:spcBef>
              <a:spcAft>
                <a:spcPts val="0"/>
              </a:spcAft>
              <a:buClr>
                <a:srgbClr val="3F3F3F"/>
              </a:buClr>
              <a:buSzPts val="2100"/>
              <a:buChar char="•"/>
              <a:defRPr>
                <a:latin typeface="Lato"/>
                <a:ea typeface="Lato"/>
                <a:cs typeface="Lato"/>
                <a:sym typeface="Lato"/>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52" name="Google Shape;52;p21"/>
          <p:cNvSpPr txBox="1"/>
          <p:nvPr>
            <p:ph idx="10" type="dt"/>
          </p:nvPr>
        </p:nvSpPr>
        <p:spPr>
          <a:xfrm>
            <a:off x="1042200" y="9534525"/>
            <a:ext cx="4114800" cy="547688"/>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1" type="ftr"/>
          </p:nvPr>
        </p:nvSpPr>
        <p:spPr>
          <a:xfrm>
            <a:off x="6057900" y="9534525"/>
            <a:ext cx="6172200" cy="547688"/>
          </a:xfrm>
          <a:prstGeom prst="rect">
            <a:avLst/>
          </a:prstGeom>
          <a:noFill/>
          <a:ln>
            <a:noFill/>
          </a:ln>
        </p:spPr>
        <p:txBody>
          <a:bodyPr anchorCtr="0" anchor="ctr" bIns="0" lIns="0" spcFirstLastPara="1" rIns="0" wrap="square" tIns="0">
            <a:norm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1"/>
          <p:cNvSpPr txBox="1"/>
          <p:nvPr>
            <p:ph idx="12" type="sldNum"/>
          </p:nvPr>
        </p:nvSpPr>
        <p:spPr>
          <a:xfrm>
            <a:off x="13127400" y="9534525"/>
            <a:ext cx="4114800" cy="547688"/>
          </a:xfrm>
          <a:prstGeom prst="rect">
            <a:avLst/>
          </a:prstGeom>
          <a:noFill/>
          <a:ln>
            <a:noFill/>
          </a:ln>
        </p:spPr>
        <p:txBody>
          <a:bodyPr anchorCtr="0" anchor="ctr" bIns="0" lIns="0" spcFirstLastPara="1" rIns="0" wrap="square" tIns="0">
            <a:normAutofit/>
          </a:bodyPr>
          <a:lstStyle>
            <a:lvl1pPr indent="0" lvl="0" marL="0" algn="r">
              <a:spcBef>
                <a:spcPts val="0"/>
              </a:spcBef>
              <a:buNone/>
              <a:defRPr sz="1800">
                <a:solidFill>
                  <a:srgbClr val="888888"/>
                </a:solidFill>
                <a:latin typeface="Arial"/>
                <a:ea typeface="Arial"/>
                <a:cs typeface="Arial"/>
                <a:sym typeface="Arial"/>
              </a:defRPr>
            </a:lvl1pPr>
            <a:lvl2pPr indent="0" lvl="1" marL="0" algn="r">
              <a:spcBef>
                <a:spcPts val="0"/>
              </a:spcBef>
              <a:buNone/>
              <a:defRPr sz="1800">
                <a:solidFill>
                  <a:srgbClr val="888888"/>
                </a:solidFill>
                <a:latin typeface="Arial"/>
                <a:ea typeface="Arial"/>
                <a:cs typeface="Arial"/>
                <a:sym typeface="Arial"/>
              </a:defRPr>
            </a:lvl2pPr>
            <a:lvl3pPr indent="0" lvl="2" marL="0" algn="r">
              <a:spcBef>
                <a:spcPts val="0"/>
              </a:spcBef>
              <a:buNone/>
              <a:defRPr sz="1800">
                <a:solidFill>
                  <a:srgbClr val="888888"/>
                </a:solidFill>
                <a:latin typeface="Arial"/>
                <a:ea typeface="Arial"/>
                <a:cs typeface="Arial"/>
                <a:sym typeface="Arial"/>
              </a:defRPr>
            </a:lvl3pPr>
            <a:lvl4pPr indent="0" lvl="3" marL="0" algn="r">
              <a:spcBef>
                <a:spcPts val="0"/>
              </a:spcBef>
              <a:buNone/>
              <a:defRPr sz="1800">
                <a:solidFill>
                  <a:srgbClr val="888888"/>
                </a:solidFill>
                <a:latin typeface="Arial"/>
                <a:ea typeface="Arial"/>
                <a:cs typeface="Arial"/>
                <a:sym typeface="Arial"/>
              </a:defRPr>
            </a:lvl4pPr>
            <a:lvl5pPr indent="0" lvl="4" marL="0" algn="r">
              <a:spcBef>
                <a:spcPts val="0"/>
              </a:spcBef>
              <a:buNone/>
              <a:defRPr sz="1800">
                <a:solidFill>
                  <a:srgbClr val="888888"/>
                </a:solidFill>
                <a:latin typeface="Arial"/>
                <a:ea typeface="Arial"/>
                <a:cs typeface="Arial"/>
                <a:sym typeface="Arial"/>
              </a:defRPr>
            </a:lvl5pPr>
            <a:lvl6pPr indent="0" lvl="5" marL="0" algn="r">
              <a:spcBef>
                <a:spcPts val="0"/>
              </a:spcBef>
              <a:buNone/>
              <a:defRPr sz="1800">
                <a:solidFill>
                  <a:srgbClr val="888888"/>
                </a:solidFill>
                <a:latin typeface="Arial"/>
                <a:ea typeface="Arial"/>
                <a:cs typeface="Arial"/>
                <a:sym typeface="Arial"/>
              </a:defRPr>
            </a:lvl6pPr>
            <a:lvl7pPr indent="0" lvl="6" marL="0" algn="r">
              <a:spcBef>
                <a:spcPts val="0"/>
              </a:spcBef>
              <a:buNone/>
              <a:defRPr sz="1800">
                <a:solidFill>
                  <a:srgbClr val="888888"/>
                </a:solidFill>
                <a:latin typeface="Arial"/>
                <a:ea typeface="Arial"/>
                <a:cs typeface="Arial"/>
                <a:sym typeface="Arial"/>
              </a:defRPr>
            </a:lvl7pPr>
            <a:lvl8pPr indent="0" lvl="7" marL="0" algn="r">
              <a:spcBef>
                <a:spcPts val="0"/>
              </a:spcBef>
              <a:buNone/>
              <a:defRPr sz="1800">
                <a:solidFill>
                  <a:srgbClr val="888888"/>
                </a:solidFill>
                <a:latin typeface="Arial"/>
                <a:ea typeface="Arial"/>
                <a:cs typeface="Arial"/>
                <a:sym typeface="Arial"/>
              </a:defRPr>
            </a:lvl8pPr>
            <a:lvl9pPr indent="0" lvl="8" marL="0" algn="r">
              <a:spcBef>
                <a:spcPts val="0"/>
              </a:spcBef>
              <a:buNone/>
              <a:defRPr sz="18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22"/>
          <p:cNvSpPr txBox="1"/>
          <p:nvPr>
            <p:ph type="title"/>
          </p:nvPr>
        </p:nvSpPr>
        <p:spPr>
          <a:xfrm>
            <a:off x="1042200" y="540000"/>
            <a:ext cx="16200000" cy="10800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accent1"/>
              </a:buClr>
              <a:buSzPts val="5400"/>
              <a:buFont typeface="Manrope ExtraBold"/>
              <a:buNone/>
              <a:defRPr>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2"/>
          <p:cNvSpPr txBox="1"/>
          <p:nvPr>
            <p:ph idx="1" type="body"/>
          </p:nvPr>
        </p:nvSpPr>
        <p:spPr>
          <a:xfrm>
            <a:off x="1042200" y="1870031"/>
            <a:ext cx="7736681" cy="810000"/>
          </a:xfrm>
          <a:prstGeom prst="rect">
            <a:avLst/>
          </a:prstGeom>
          <a:noFill/>
          <a:ln>
            <a:noFill/>
          </a:ln>
        </p:spPr>
        <p:txBody>
          <a:bodyPr anchorCtr="0" anchor="b" bIns="0" lIns="0" spcFirstLastPara="1" rIns="0" wrap="square" tIns="0">
            <a:normAutofit/>
          </a:bodyPr>
          <a:lstStyle>
            <a:lvl1pPr indent="-228600" lvl="0" marL="457200" algn="l">
              <a:lnSpc>
                <a:spcPct val="130000"/>
              </a:lnSpc>
              <a:spcBef>
                <a:spcPts val="1500"/>
              </a:spcBef>
              <a:spcAft>
                <a:spcPts val="0"/>
              </a:spcAft>
              <a:buClr>
                <a:srgbClr val="3F3F3F"/>
              </a:buClr>
              <a:buSzPts val="3600"/>
              <a:buNone/>
              <a:defRPr b="1" sz="3600">
                <a:latin typeface="Manrope ExtraBold"/>
                <a:ea typeface="Manrope ExtraBold"/>
                <a:cs typeface="Manrope ExtraBold"/>
                <a:sym typeface="Manrope ExtraBold"/>
              </a:defRPr>
            </a:lvl1pPr>
            <a:lvl2pPr indent="-228600" lvl="1" marL="914400" algn="l">
              <a:lnSpc>
                <a:spcPct val="130000"/>
              </a:lnSpc>
              <a:spcBef>
                <a:spcPts val="0"/>
              </a:spcBef>
              <a:spcAft>
                <a:spcPts val="0"/>
              </a:spcAft>
              <a:buClr>
                <a:srgbClr val="3F3F3F"/>
              </a:buClr>
              <a:buSzPts val="3000"/>
              <a:buNone/>
              <a:defRPr b="1" sz="3000">
                <a:latin typeface="Manrope ExtraBold"/>
                <a:ea typeface="Manrope ExtraBold"/>
                <a:cs typeface="Manrope ExtraBold"/>
                <a:sym typeface="Manrope ExtraBold"/>
              </a:defRPr>
            </a:lvl2pPr>
            <a:lvl3pPr indent="-228600" lvl="2" marL="1371600" algn="l">
              <a:lnSpc>
                <a:spcPct val="130000"/>
              </a:lnSpc>
              <a:spcBef>
                <a:spcPts val="0"/>
              </a:spcBef>
              <a:spcAft>
                <a:spcPts val="0"/>
              </a:spcAft>
              <a:buClr>
                <a:srgbClr val="3F3F3F"/>
              </a:buClr>
              <a:buSzPts val="2700"/>
              <a:buNone/>
              <a:defRPr b="1" sz="2700">
                <a:latin typeface="Manrope ExtraBold"/>
                <a:ea typeface="Manrope ExtraBold"/>
                <a:cs typeface="Manrope ExtraBold"/>
                <a:sym typeface="Manrope ExtraBold"/>
              </a:defRPr>
            </a:lvl3pPr>
            <a:lvl4pPr indent="-228600" lvl="3" marL="1828800" algn="l">
              <a:lnSpc>
                <a:spcPct val="130000"/>
              </a:lnSpc>
              <a:spcBef>
                <a:spcPts val="0"/>
              </a:spcBef>
              <a:spcAft>
                <a:spcPts val="0"/>
              </a:spcAft>
              <a:buClr>
                <a:srgbClr val="3F3F3F"/>
              </a:buClr>
              <a:buSzPts val="2400"/>
              <a:buNone/>
              <a:defRPr b="1" sz="2400">
                <a:latin typeface="Manrope ExtraBold"/>
                <a:ea typeface="Manrope ExtraBold"/>
                <a:cs typeface="Manrope ExtraBold"/>
                <a:sym typeface="Manrope ExtraBold"/>
              </a:defRPr>
            </a:lvl4pPr>
            <a:lvl5pPr indent="-228600" lvl="4" marL="2286000" algn="l">
              <a:lnSpc>
                <a:spcPct val="130000"/>
              </a:lnSpc>
              <a:spcBef>
                <a:spcPts val="0"/>
              </a:spcBef>
              <a:spcAft>
                <a:spcPts val="0"/>
              </a:spcAft>
              <a:buClr>
                <a:srgbClr val="3F3F3F"/>
              </a:buClr>
              <a:buSzPts val="2400"/>
              <a:buNone/>
              <a:defRPr b="1" sz="2400">
                <a:latin typeface="Manrope ExtraBold"/>
                <a:ea typeface="Manrope ExtraBold"/>
                <a:cs typeface="Manrope ExtraBold"/>
                <a:sym typeface="Manrope ExtraBold"/>
              </a:defRPr>
            </a:lvl5pPr>
            <a:lvl6pPr indent="-228600" lvl="5" marL="2743200" algn="l">
              <a:lnSpc>
                <a:spcPct val="90000"/>
              </a:lnSpc>
              <a:spcBef>
                <a:spcPts val="750"/>
              </a:spcBef>
              <a:spcAft>
                <a:spcPts val="0"/>
              </a:spcAft>
              <a:buClr>
                <a:schemeClr val="dk1"/>
              </a:buClr>
              <a:buSzPts val="2400"/>
              <a:buNone/>
              <a:defRPr b="1" sz="2400">
                <a:latin typeface="Manrope ExtraBold"/>
                <a:ea typeface="Manrope ExtraBold"/>
                <a:cs typeface="Manrope ExtraBold"/>
                <a:sym typeface="Manrope ExtraBold"/>
              </a:defRPr>
            </a:lvl6pPr>
            <a:lvl7pPr indent="-228600" lvl="6" marL="3200400" algn="l">
              <a:lnSpc>
                <a:spcPct val="90000"/>
              </a:lnSpc>
              <a:spcBef>
                <a:spcPts val="750"/>
              </a:spcBef>
              <a:spcAft>
                <a:spcPts val="0"/>
              </a:spcAft>
              <a:buClr>
                <a:schemeClr val="dk1"/>
              </a:buClr>
              <a:buSzPts val="2400"/>
              <a:buNone/>
              <a:defRPr b="1" sz="2400">
                <a:latin typeface="Manrope ExtraBold"/>
                <a:ea typeface="Manrope ExtraBold"/>
                <a:cs typeface="Manrope ExtraBold"/>
                <a:sym typeface="Manrope ExtraBold"/>
              </a:defRPr>
            </a:lvl7pPr>
            <a:lvl8pPr indent="-228600" lvl="7" marL="3657600" algn="l">
              <a:lnSpc>
                <a:spcPct val="90000"/>
              </a:lnSpc>
              <a:spcBef>
                <a:spcPts val="750"/>
              </a:spcBef>
              <a:spcAft>
                <a:spcPts val="0"/>
              </a:spcAft>
              <a:buClr>
                <a:schemeClr val="dk1"/>
              </a:buClr>
              <a:buSzPts val="2400"/>
              <a:buNone/>
              <a:defRPr b="1" sz="2400">
                <a:latin typeface="Manrope ExtraBold"/>
                <a:ea typeface="Manrope ExtraBold"/>
                <a:cs typeface="Manrope ExtraBold"/>
                <a:sym typeface="Manrope ExtraBold"/>
              </a:defRPr>
            </a:lvl8pPr>
            <a:lvl9pPr indent="-228600" lvl="8" marL="4114800" algn="l">
              <a:lnSpc>
                <a:spcPct val="90000"/>
              </a:lnSpc>
              <a:spcBef>
                <a:spcPts val="750"/>
              </a:spcBef>
              <a:spcAft>
                <a:spcPts val="0"/>
              </a:spcAft>
              <a:buClr>
                <a:schemeClr val="dk1"/>
              </a:buClr>
              <a:buSzPts val="2400"/>
              <a:buNone/>
              <a:defRPr b="1" sz="2400">
                <a:latin typeface="Manrope ExtraBold"/>
                <a:ea typeface="Manrope ExtraBold"/>
                <a:cs typeface="Manrope ExtraBold"/>
                <a:sym typeface="Manrope ExtraBold"/>
              </a:defRPr>
            </a:lvl9pPr>
          </a:lstStyle>
          <a:p/>
        </p:txBody>
      </p:sp>
      <p:sp>
        <p:nvSpPr>
          <p:cNvPr id="58" name="Google Shape;58;p22"/>
          <p:cNvSpPr txBox="1"/>
          <p:nvPr>
            <p:ph idx="2" type="body"/>
          </p:nvPr>
        </p:nvSpPr>
        <p:spPr>
          <a:xfrm>
            <a:off x="1042200" y="2793077"/>
            <a:ext cx="7736681" cy="6408074"/>
          </a:xfrm>
          <a:prstGeom prst="rect">
            <a:avLst/>
          </a:prstGeom>
          <a:noFill/>
          <a:ln>
            <a:noFill/>
          </a:ln>
        </p:spPr>
        <p:txBody>
          <a:bodyPr anchorCtr="0" anchor="t" bIns="0" lIns="0" spcFirstLastPara="1" rIns="0" wrap="square" tIns="0">
            <a:normAutofit/>
          </a:bodyPr>
          <a:lstStyle>
            <a:lvl1pPr indent="-438150" lvl="0" marL="457200" algn="l">
              <a:lnSpc>
                <a:spcPct val="130000"/>
              </a:lnSpc>
              <a:spcBef>
                <a:spcPts val="1500"/>
              </a:spcBef>
              <a:spcAft>
                <a:spcPts val="0"/>
              </a:spcAft>
              <a:buClr>
                <a:srgbClr val="3F3F3F"/>
              </a:buClr>
              <a:buSzPts val="3300"/>
              <a:buChar char="•"/>
              <a:defRPr sz="3300">
                <a:latin typeface="Lato"/>
                <a:ea typeface="Lato"/>
                <a:cs typeface="Lato"/>
                <a:sym typeface="Lato"/>
              </a:defRPr>
            </a:lvl1pPr>
            <a:lvl2pPr indent="-419100" lvl="1" marL="914400" algn="l">
              <a:lnSpc>
                <a:spcPct val="130000"/>
              </a:lnSpc>
              <a:spcBef>
                <a:spcPts val="0"/>
              </a:spcBef>
              <a:spcAft>
                <a:spcPts val="0"/>
              </a:spcAft>
              <a:buClr>
                <a:srgbClr val="3F3F3F"/>
              </a:buClr>
              <a:buSzPts val="3000"/>
              <a:buChar char="•"/>
              <a:defRPr>
                <a:latin typeface="Lato"/>
                <a:ea typeface="Lato"/>
                <a:cs typeface="Lato"/>
                <a:sym typeface="Lato"/>
              </a:defRPr>
            </a:lvl2pPr>
            <a:lvl3pPr indent="-400050" lvl="2" marL="1371600" algn="l">
              <a:lnSpc>
                <a:spcPct val="130000"/>
              </a:lnSpc>
              <a:spcBef>
                <a:spcPts val="0"/>
              </a:spcBef>
              <a:spcAft>
                <a:spcPts val="0"/>
              </a:spcAft>
              <a:buClr>
                <a:srgbClr val="3F3F3F"/>
              </a:buClr>
              <a:buSzPts val="2700"/>
              <a:buChar char="•"/>
              <a:defRPr>
                <a:latin typeface="Lato"/>
                <a:ea typeface="Lato"/>
                <a:cs typeface="Lato"/>
                <a:sym typeface="Lato"/>
              </a:defRPr>
            </a:lvl3pPr>
            <a:lvl4pPr indent="-381000" lvl="3" marL="1828800" algn="l">
              <a:lnSpc>
                <a:spcPct val="130000"/>
              </a:lnSpc>
              <a:spcBef>
                <a:spcPts val="0"/>
              </a:spcBef>
              <a:spcAft>
                <a:spcPts val="0"/>
              </a:spcAft>
              <a:buClr>
                <a:srgbClr val="3F3F3F"/>
              </a:buClr>
              <a:buSzPts val="2400"/>
              <a:buChar char="•"/>
              <a:defRPr>
                <a:latin typeface="Lato"/>
                <a:ea typeface="Lato"/>
                <a:cs typeface="Lato"/>
                <a:sym typeface="Lato"/>
              </a:defRPr>
            </a:lvl4pPr>
            <a:lvl5pPr indent="-361950" lvl="4" marL="2286000" algn="l">
              <a:lnSpc>
                <a:spcPct val="130000"/>
              </a:lnSpc>
              <a:spcBef>
                <a:spcPts val="0"/>
              </a:spcBef>
              <a:spcAft>
                <a:spcPts val="0"/>
              </a:spcAft>
              <a:buClr>
                <a:srgbClr val="3F3F3F"/>
              </a:buClr>
              <a:buSzPts val="2100"/>
              <a:buChar char="•"/>
              <a:defRPr>
                <a:latin typeface="Lato"/>
                <a:ea typeface="Lato"/>
                <a:cs typeface="Lato"/>
                <a:sym typeface="Lato"/>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59" name="Google Shape;59;p22"/>
          <p:cNvSpPr txBox="1"/>
          <p:nvPr>
            <p:ph idx="3" type="body"/>
          </p:nvPr>
        </p:nvSpPr>
        <p:spPr>
          <a:xfrm>
            <a:off x="9467418" y="1870031"/>
            <a:ext cx="7774782" cy="810000"/>
          </a:xfrm>
          <a:prstGeom prst="rect">
            <a:avLst/>
          </a:prstGeom>
          <a:noFill/>
          <a:ln>
            <a:noFill/>
          </a:ln>
        </p:spPr>
        <p:txBody>
          <a:bodyPr anchorCtr="0" anchor="b" bIns="0" lIns="0" spcFirstLastPara="1" rIns="0" wrap="square" tIns="0">
            <a:normAutofit/>
          </a:bodyPr>
          <a:lstStyle>
            <a:lvl1pPr indent="-228600" lvl="0" marL="457200" algn="l">
              <a:lnSpc>
                <a:spcPct val="130000"/>
              </a:lnSpc>
              <a:spcBef>
                <a:spcPts val="1500"/>
              </a:spcBef>
              <a:spcAft>
                <a:spcPts val="0"/>
              </a:spcAft>
              <a:buClr>
                <a:srgbClr val="3F3F3F"/>
              </a:buClr>
              <a:buSzPts val="3600"/>
              <a:buNone/>
              <a:defRPr b="1" sz="3600">
                <a:latin typeface="Manrope ExtraBold"/>
                <a:ea typeface="Manrope ExtraBold"/>
                <a:cs typeface="Manrope ExtraBold"/>
                <a:sym typeface="Manrope ExtraBold"/>
              </a:defRPr>
            </a:lvl1pPr>
            <a:lvl2pPr indent="-228600" lvl="1" marL="914400" algn="l">
              <a:lnSpc>
                <a:spcPct val="130000"/>
              </a:lnSpc>
              <a:spcBef>
                <a:spcPts val="0"/>
              </a:spcBef>
              <a:spcAft>
                <a:spcPts val="0"/>
              </a:spcAft>
              <a:buClr>
                <a:srgbClr val="3F3F3F"/>
              </a:buClr>
              <a:buSzPts val="3000"/>
              <a:buNone/>
              <a:defRPr b="1" sz="3000">
                <a:latin typeface="Manrope ExtraBold"/>
                <a:ea typeface="Manrope ExtraBold"/>
                <a:cs typeface="Manrope ExtraBold"/>
                <a:sym typeface="Manrope ExtraBold"/>
              </a:defRPr>
            </a:lvl2pPr>
            <a:lvl3pPr indent="-228600" lvl="2" marL="1371600" algn="l">
              <a:lnSpc>
                <a:spcPct val="130000"/>
              </a:lnSpc>
              <a:spcBef>
                <a:spcPts val="0"/>
              </a:spcBef>
              <a:spcAft>
                <a:spcPts val="0"/>
              </a:spcAft>
              <a:buClr>
                <a:srgbClr val="3F3F3F"/>
              </a:buClr>
              <a:buSzPts val="2700"/>
              <a:buNone/>
              <a:defRPr b="1" sz="2700">
                <a:latin typeface="Manrope ExtraBold"/>
                <a:ea typeface="Manrope ExtraBold"/>
                <a:cs typeface="Manrope ExtraBold"/>
                <a:sym typeface="Manrope ExtraBold"/>
              </a:defRPr>
            </a:lvl3pPr>
            <a:lvl4pPr indent="-228600" lvl="3" marL="1828800" algn="l">
              <a:lnSpc>
                <a:spcPct val="130000"/>
              </a:lnSpc>
              <a:spcBef>
                <a:spcPts val="0"/>
              </a:spcBef>
              <a:spcAft>
                <a:spcPts val="0"/>
              </a:spcAft>
              <a:buClr>
                <a:srgbClr val="3F3F3F"/>
              </a:buClr>
              <a:buSzPts val="2400"/>
              <a:buNone/>
              <a:defRPr b="1" sz="2400">
                <a:latin typeface="Manrope ExtraBold"/>
                <a:ea typeface="Manrope ExtraBold"/>
                <a:cs typeface="Manrope ExtraBold"/>
                <a:sym typeface="Manrope ExtraBold"/>
              </a:defRPr>
            </a:lvl4pPr>
            <a:lvl5pPr indent="-228600" lvl="4" marL="2286000" algn="l">
              <a:lnSpc>
                <a:spcPct val="130000"/>
              </a:lnSpc>
              <a:spcBef>
                <a:spcPts val="0"/>
              </a:spcBef>
              <a:spcAft>
                <a:spcPts val="0"/>
              </a:spcAft>
              <a:buClr>
                <a:srgbClr val="3F3F3F"/>
              </a:buClr>
              <a:buSzPts val="2400"/>
              <a:buNone/>
              <a:defRPr b="1" sz="2400">
                <a:latin typeface="Manrope ExtraBold"/>
                <a:ea typeface="Manrope ExtraBold"/>
                <a:cs typeface="Manrope ExtraBold"/>
                <a:sym typeface="Manrope ExtraBold"/>
              </a:defRPr>
            </a:lvl5pPr>
            <a:lvl6pPr indent="-228600" lvl="5" marL="2743200" algn="l">
              <a:lnSpc>
                <a:spcPct val="90000"/>
              </a:lnSpc>
              <a:spcBef>
                <a:spcPts val="750"/>
              </a:spcBef>
              <a:spcAft>
                <a:spcPts val="0"/>
              </a:spcAft>
              <a:buClr>
                <a:schemeClr val="dk1"/>
              </a:buClr>
              <a:buSzPts val="2400"/>
              <a:buNone/>
              <a:defRPr b="1" sz="2400">
                <a:latin typeface="Manrope ExtraBold"/>
                <a:ea typeface="Manrope ExtraBold"/>
                <a:cs typeface="Manrope ExtraBold"/>
                <a:sym typeface="Manrope ExtraBold"/>
              </a:defRPr>
            </a:lvl6pPr>
            <a:lvl7pPr indent="-228600" lvl="6" marL="3200400" algn="l">
              <a:lnSpc>
                <a:spcPct val="90000"/>
              </a:lnSpc>
              <a:spcBef>
                <a:spcPts val="750"/>
              </a:spcBef>
              <a:spcAft>
                <a:spcPts val="0"/>
              </a:spcAft>
              <a:buClr>
                <a:schemeClr val="dk1"/>
              </a:buClr>
              <a:buSzPts val="2400"/>
              <a:buNone/>
              <a:defRPr b="1" sz="2400">
                <a:latin typeface="Manrope ExtraBold"/>
                <a:ea typeface="Manrope ExtraBold"/>
                <a:cs typeface="Manrope ExtraBold"/>
                <a:sym typeface="Manrope ExtraBold"/>
              </a:defRPr>
            </a:lvl7pPr>
            <a:lvl8pPr indent="-228600" lvl="7" marL="3657600" algn="l">
              <a:lnSpc>
                <a:spcPct val="90000"/>
              </a:lnSpc>
              <a:spcBef>
                <a:spcPts val="750"/>
              </a:spcBef>
              <a:spcAft>
                <a:spcPts val="0"/>
              </a:spcAft>
              <a:buClr>
                <a:schemeClr val="dk1"/>
              </a:buClr>
              <a:buSzPts val="2400"/>
              <a:buNone/>
              <a:defRPr b="1" sz="2400">
                <a:latin typeface="Manrope ExtraBold"/>
                <a:ea typeface="Manrope ExtraBold"/>
                <a:cs typeface="Manrope ExtraBold"/>
                <a:sym typeface="Manrope ExtraBold"/>
              </a:defRPr>
            </a:lvl8pPr>
            <a:lvl9pPr indent="-228600" lvl="8" marL="4114800" algn="l">
              <a:lnSpc>
                <a:spcPct val="90000"/>
              </a:lnSpc>
              <a:spcBef>
                <a:spcPts val="750"/>
              </a:spcBef>
              <a:spcAft>
                <a:spcPts val="0"/>
              </a:spcAft>
              <a:buClr>
                <a:schemeClr val="dk1"/>
              </a:buClr>
              <a:buSzPts val="2400"/>
              <a:buNone/>
              <a:defRPr b="1" sz="2400">
                <a:latin typeface="Manrope ExtraBold"/>
                <a:ea typeface="Manrope ExtraBold"/>
                <a:cs typeface="Manrope ExtraBold"/>
                <a:sym typeface="Manrope ExtraBold"/>
              </a:defRPr>
            </a:lvl9pPr>
          </a:lstStyle>
          <a:p/>
        </p:txBody>
      </p:sp>
      <p:sp>
        <p:nvSpPr>
          <p:cNvPr id="60" name="Google Shape;60;p22"/>
          <p:cNvSpPr txBox="1"/>
          <p:nvPr>
            <p:ph idx="4" type="body"/>
          </p:nvPr>
        </p:nvSpPr>
        <p:spPr>
          <a:xfrm>
            <a:off x="9467418" y="2793077"/>
            <a:ext cx="7774782" cy="6408074"/>
          </a:xfrm>
          <a:prstGeom prst="rect">
            <a:avLst/>
          </a:prstGeom>
          <a:noFill/>
          <a:ln>
            <a:noFill/>
          </a:ln>
        </p:spPr>
        <p:txBody>
          <a:bodyPr anchorCtr="0" anchor="t" bIns="0" lIns="0" spcFirstLastPara="1" rIns="0" wrap="square" tIns="0">
            <a:normAutofit/>
          </a:bodyPr>
          <a:lstStyle>
            <a:lvl1pPr indent="-438150" lvl="0" marL="457200" algn="l">
              <a:lnSpc>
                <a:spcPct val="130000"/>
              </a:lnSpc>
              <a:spcBef>
                <a:spcPts val="1500"/>
              </a:spcBef>
              <a:spcAft>
                <a:spcPts val="0"/>
              </a:spcAft>
              <a:buClr>
                <a:srgbClr val="3F3F3F"/>
              </a:buClr>
              <a:buSzPts val="3300"/>
              <a:buChar char="•"/>
              <a:defRPr sz="3300">
                <a:latin typeface="Lato"/>
                <a:ea typeface="Lato"/>
                <a:cs typeface="Lato"/>
                <a:sym typeface="Lato"/>
              </a:defRPr>
            </a:lvl1pPr>
            <a:lvl2pPr indent="-419100" lvl="1" marL="914400" algn="l">
              <a:lnSpc>
                <a:spcPct val="130000"/>
              </a:lnSpc>
              <a:spcBef>
                <a:spcPts val="0"/>
              </a:spcBef>
              <a:spcAft>
                <a:spcPts val="0"/>
              </a:spcAft>
              <a:buClr>
                <a:srgbClr val="3F3F3F"/>
              </a:buClr>
              <a:buSzPts val="3000"/>
              <a:buChar char="•"/>
              <a:defRPr>
                <a:latin typeface="Lato"/>
                <a:ea typeface="Lato"/>
                <a:cs typeface="Lato"/>
                <a:sym typeface="Lato"/>
              </a:defRPr>
            </a:lvl2pPr>
            <a:lvl3pPr indent="-400050" lvl="2" marL="1371600" algn="l">
              <a:lnSpc>
                <a:spcPct val="130000"/>
              </a:lnSpc>
              <a:spcBef>
                <a:spcPts val="0"/>
              </a:spcBef>
              <a:spcAft>
                <a:spcPts val="0"/>
              </a:spcAft>
              <a:buClr>
                <a:srgbClr val="3F3F3F"/>
              </a:buClr>
              <a:buSzPts val="2700"/>
              <a:buChar char="•"/>
              <a:defRPr>
                <a:latin typeface="Lato"/>
                <a:ea typeface="Lato"/>
                <a:cs typeface="Lato"/>
                <a:sym typeface="Lato"/>
              </a:defRPr>
            </a:lvl3pPr>
            <a:lvl4pPr indent="-381000" lvl="3" marL="1828800" algn="l">
              <a:lnSpc>
                <a:spcPct val="130000"/>
              </a:lnSpc>
              <a:spcBef>
                <a:spcPts val="0"/>
              </a:spcBef>
              <a:spcAft>
                <a:spcPts val="0"/>
              </a:spcAft>
              <a:buClr>
                <a:srgbClr val="3F3F3F"/>
              </a:buClr>
              <a:buSzPts val="2400"/>
              <a:buChar char="•"/>
              <a:defRPr>
                <a:latin typeface="Lato"/>
                <a:ea typeface="Lato"/>
                <a:cs typeface="Lato"/>
                <a:sym typeface="Lato"/>
              </a:defRPr>
            </a:lvl4pPr>
            <a:lvl5pPr indent="-361950" lvl="4" marL="2286000" algn="l">
              <a:lnSpc>
                <a:spcPct val="130000"/>
              </a:lnSpc>
              <a:spcBef>
                <a:spcPts val="0"/>
              </a:spcBef>
              <a:spcAft>
                <a:spcPts val="0"/>
              </a:spcAft>
              <a:buClr>
                <a:srgbClr val="3F3F3F"/>
              </a:buClr>
              <a:buSzPts val="2100"/>
              <a:buChar char="•"/>
              <a:defRPr>
                <a:latin typeface="Lato"/>
                <a:ea typeface="Lato"/>
                <a:cs typeface="Lato"/>
                <a:sym typeface="Lato"/>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61" name="Google Shape;61;p22"/>
          <p:cNvSpPr txBox="1"/>
          <p:nvPr>
            <p:ph idx="10" type="dt"/>
          </p:nvPr>
        </p:nvSpPr>
        <p:spPr>
          <a:xfrm>
            <a:off x="1042200" y="9534525"/>
            <a:ext cx="4114800" cy="547688"/>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2"/>
          <p:cNvSpPr txBox="1"/>
          <p:nvPr>
            <p:ph idx="11" type="ftr"/>
          </p:nvPr>
        </p:nvSpPr>
        <p:spPr>
          <a:xfrm>
            <a:off x="6057900" y="9534525"/>
            <a:ext cx="6172200" cy="547688"/>
          </a:xfrm>
          <a:prstGeom prst="rect">
            <a:avLst/>
          </a:prstGeom>
          <a:noFill/>
          <a:ln>
            <a:noFill/>
          </a:ln>
        </p:spPr>
        <p:txBody>
          <a:bodyPr anchorCtr="0" anchor="ctr" bIns="0" lIns="0" spcFirstLastPara="1" rIns="0" wrap="square" tIns="0">
            <a:norm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2"/>
          <p:cNvSpPr txBox="1"/>
          <p:nvPr>
            <p:ph idx="12" type="sldNum"/>
          </p:nvPr>
        </p:nvSpPr>
        <p:spPr>
          <a:xfrm>
            <a:off x="13127400" y="9534525"/>
            <a:ext cx="4114800" cy="547688"/>
          </a:xfrm>
          <a:prstGeom prst="rect">
            <a:avLst/>
          </a:prstGeom>
          <a:noFill/>
          <a:ln>
            <a:noFill/>
          </a:ln>
        </p:spPr>
        <p:txBody>
          <a:bodyPr anchorCtr="0" anchor="ctr" bIns="0" lIns="0" spcFirstLastPara="1" rIns="0" wrap="square" tIns="0">
            <a:normAutofit/>
          </a:bodyPr>
          <a:lstStyle>
            <a:lvl1pPr indent="0" lvl="0" marL="0" algn="r">
              <a:spcBef>
                <a:spcPts val="0"/>
              </a:spcBef>
              <a:buNone/>
              <a:defRPr sz="1800">
                <a:solidFill>
                  <a:srgbClr val="888888"/>
                </a:solidFill>
                <a:latin typeface="Arial"/>
                <a:ea typeface="Arial"/>
                <a:cs typeface="Arial"/>
                <a:sym typeface="Arial"/>
              </a:defRPr>
            </a:lvl1pPr>
            <a:lvl2pPr indent="0" lvl="1" marL="0" algn="r">
              <a:spcBef>
                <a:spcPts val="0"/>
              </a:spcBef>
              <a:buNone/>
              <a:defRPr sz="1800">
                <a:solidFill>
                  <a:srgbClr val="888888"/>
                </a:solidFill>
                <a:latin typeface="Arial"/>
                <a:ea typeface="Arial"/>
                <a:cs typeface="Arial"/>
                <a:sym typeface="Arial"/>
              </a:defRPr>
            </a:lvl2pPr>
            <a:lvl3pPr indent="0" lvl="2" marL="0" algn="r">
              <a:spcBef>
                <a:spcPts val="0"/>
              </a:spcBef>
              <a:buNone/>
              <a:defRPr sz="1800">
                <a:solidFill>
                  <a:srgbClr val="888888"/>
                </a:solidFill>
                <a:latin typeface="Arial"/>
                <a:ea typeface="Arial"/>
                <a:cs typeface="Arial"/>
                <a:sym typeface="Arial"/>
              </a:defRPr>
            </a:lvl3pPr>
            <a:lvl4pPr indent="0" lvl="3" marL="0" algn="r">
              <a:spcBef>
                <a:spcPts val="0"/>
              </a:spcBef>
              <a:buNone/>
              <a:defRPr sz="1800">
                <a:solidFill>
                  <a:srgbClr val="888888"/>
                </a:solidFill>
                <a:latin typeface="Arial"/>
                <a:ea typeface="Arial"/>
                <a:cs typeface="Arial"/>
                <a:sym typeface="Arial"/>
              </a:defRPr>
            </a:lvl4pPr>
            <a:lvl5pPr indent="0" lvl="4" marL="0" algn="r">
              <a:spcBef>
                <a:spcPts val="0"/>
              </a:spcBef>
              <a:buNone/>
              <a:defRPr sz="1800">
                <a:solidFill>
                  <a:srgbClr val="888888"/>
                </a:solidFill>
                <a:latin typeface="Arial"/>
                <a:ea typeface="Arial"/>
                <a:cs typeface="Arial"/>
                <a:sym typeface="Arial"/>
              </a:defRPr>
            </a:lvl5pPr>
            <a:lvl6pPr indent="0" lvl="5" marL="0" algn="r">
              <a:spcBef>
                <a:spcPts val="0"/>
              </a:spcBef>
              <a:buNone/>
              <a:defRPr sz="1800">
                <a:solidFill>
                  <a:srgbClr val="888888"/>
                </a:solidFill>
                <a:latin typeface="Arial"/>
                <a:ea typeface="Arial"/>
                <a:cs typeface="Arial"/>
                <a:sym typeface="Arial"/>
              </a:defRPr>
            </a:lvl6pPr>
            <a:lvl7pPr indent="0" lvl="6" marL="0" algn="r">
              <a:spcBef>
                <a:spcPts val="0"/>
              </a:spcBef>
              <a:buNone/>
              <a:defRPr sz="1800">
                <a:solidFill>
                  <a:srgbClr val="888888"/>
                </a:solidFill>
                <a:latin typeface="Arial"/>
                <a:ea typeface="Arial"/>
                <a:cs typeface="Arial"/>
                <a:sym typeface="Arial"/>
              </a:defRPr>
            </a:lvl7pPr>
            <a:lvl8pPr indent="0" lvl="7" marL="0" algn="r">
              <a:spcBef>
                <a:spcPts val="0"/>
              </a:spcBef>
              <a:buNone/>
              <a:defRPr sz="1800">
                <a:solidFill>
                  <a:srgbClr val="888888"/>
                </a:solidFill>
                <a:latin typeface="Arial"/>
                <a:ea typeface="Arial"/>
                <a:cs typeface="Arial"/>
                <a:sym typeface="Arial"/>
              </a:defRPr>
            </a:lvl8pPr>
            <a:lvl9pPr indent="0" lvl="8" marL="0" algn="r">
              <a:spcBef>
                <a:spcPts val="0"/>
              </a:spcBef>
              <a:buNone/>
              <a:defRPr sz="18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23"/>
          <p:cNvSpPr txBox="1"/>
          <p:nvPr>
            <p:ph type="title"/>
          </p:nvPr>
        </p:nvSpPr>
        <p:spPr>
          <a:xfrm>
            <a:off x="1042200" y="540000"/>
            <a:ext cx="16200000" cy="10800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accent1"/>
              </a:buClr>
              <a:buSzPts val="5400"/>
              <a:buFont typeface="Manrope ExtraBold"/>
              <a:buNone/>
              <a:defRPr>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3"/>
          <p:cNvSpPr txBox="1"/>
          <p:nvPr>
            <p:ph idx="10" type="dt"/>
          </p:nvPr>
        </p:nvSpPr>
        <p:spPr>
          <a:xfrm>
            <a:off x="1042200" y="9534525"/>
            <a:ext cx="4114800" cy="547688"/>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1" type="ftr"/>
          </p:nvPr>
        </p:nvSpPr>
        <p:spPr>
          <a:xfrm>
            <a:off x="6057900" y="9534525"/>
            <a:ext cx="6172200" cy="547688"/>
          </a:xfrm>
          <a:prstGeom prst="rect">
            <a:avLst/>
          </a:prstGeom>
          <a:noFill/>
          <a:ln>
            <a:noFill/>
          </a:ln>
        </p:spPr>
        <p:txBody>
          <a:bodyPr anchorCtr="0" anchor="ctr" bIns="0" lIns="0" spcFirstLastPara="1" rIns="0" wrap="square" tIns="0">
            <a:norm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3"/>
          <p:cNvSpPr txBox="1"/>
          <p:nvPr>
            <p:ph idx="12" type="sldNum"/>
          </p:nvPr>
        </p:nvSpPr>
        <p:spPr>
          <a:xfrm>
            <a:off x="13127400" y="9534525"/>
            <a:ext cx="4114800" cy="547688"/>
          </a:xfrm>
          <a:prstGeom prst="rect">
            <a:avLst/>
          </a:prstGeom>
          <a:noFill/>
          <a:ln>
            <a:noFill/>
          </a:ln>
        </p:spPr>
        <p:txBody>
          <a:bodyPr anchorCtr="0" anchor="ctr" bIns="0" lIns="0" spcFirstLastPara="1" rIns="0" wrap="square" tIns="0">
            <a:normAutofit/>
          </a:bodyPr>
          <a:lstStyle>
            <a:lvl1pPr indent="0" lvl="0" marL="0" algn="r">
              <a:spcBef>
                <a:spcPts val="0"/>
              </a:spcBef>
              <a:buNone/>
              <a:defRPr sz="1800">
                <a:solidFill>
                  <a:srgbClr val="888888"/>
                </a:solidFill>
                <a:latin typeface="Arial"/>
                <a:ea typeface="Arial"/>
                <a:cs typeface="Arial"/>
                <a:sym typeface="Arial"/>
              </a:defRPr>
            </a:lvl1pPr>
            <a:lvl2pPr indent="0" lvl="1" marL="0" algn="r">
              <a:spcBef>
                <a:spcPts val="0"/>
              </a:spcBef>
              <a:buNone/>
              <a:defRPr sz="1800">
                <a:solidFill>
                  <a:srgbClr val="888888"/>
                </a:solidFill>
                <a:latin typeface="Arial"/>
                <a:ea typeface="Arial"/>
                <a:cs typeface="Arial"/>
                <a:sym typeface="Arial"/>
              </a:defRPr>
            </a:lvl2pPr>
            <a:lvl3pPr indent="0" lvl="2" marL="0" algn="r">
              <a:spcBef>
                <a:spcPts val="0"/>
              </a:spcBef>
              <a:buNone/>
              <a:defRPr sz="1800">
                <a:solidFill>
                  <a:srgbClr val="888888"/>
                </a:solidFill>
                <a:latin typeface="Arial"/>
                <a:ea typeface="Arial"/>
                <a:cs typeface="Arial"/>
                <a:sym typeface="Arial"/>
              </a:defRPr>
            </a:lvl3pPr>
            <a:lvl4pPr indent="0" lvl="3" marL="0" algn="r">
              <a:spcBef>
                <a:spcPts val="0"/>
              </a:spcBef>
              <a:buNone/>
              <a:defRPr sz="1800">
                <a:solidFill>
                  <a:srgbClr val="888888"/>
                </a:solidFill>
                <a:latin typeface="Arial"/>
                <a:ea typeface="Arial"/>
                <a:cs typeface="Arial"/>
                <a:sym typeface="Arial"/>
              </a:defRPr>
            </a:lvl4pPr>
            <a:lvl5pPr indent="0" lvl="4" marL="0" algn="r">
              <a:spcBef>
                <a:spcPts val="0"/>
              </a:spcBef>
              <a:buNone/>
              <a:defRPr sz="1800">
                <a:solidFill>
                  <a:srgbClr val="888888"/>
                </a:solidFill>
                <a:latin typeface="Arial"/>
                <a:ea typeface="Arial"/>
                <a:cs typeface="Arial"/>
                <a:sym typeface="Arial"/>
              </a:defRPr>
            </a:lvl5pPr>
            <a:lvl6pPr indent="0" lvl="5" marL="0" algn="r">
              <a:spcBef>
                <a:spcPts val="0"/>
              </a:spcBef>
              <a:buNone/>
              <a:defRPr sz="1800">
                <a:solidFill>
                  <a:srgbClr val="888888"/>
                </a:solidFill>
                <a:latin typeface="Arial"/>
                <a:ea typeface="Arial"/>
                <a:cs typeface="Arial"/>
                <a:sym typeface="Arial"/>
              </a:defRPr>
            </a:lvl6pPr>
            <a:lvl7pPr indent="0" lvl="6" marL="0" algn="r">
              <a:spcBef>
                <a:spcPts val="0"/>
              </a:spcBef>
              <a:buNone/>
              <a:defRPr sz="1800">
                <a:solidFill>
                  <a:srgbClr val="888888"/>
                </a:solidFill>
                <a:latin typeface="Arial"/>
                <a:ea typeface="Arial"/>
                <a:cs typeface="Arial"/>
                <a:sym typeface="Arial"/>
              </a:defRPr>
            </a:lvl7pPr>
            <a:lvl8pPr indent="0" lvl="7" marL="0" algn="r">
              <a:spcBef>
                <a:spcPts val="0"/>
              </a:spcBef>
              <a:buNone/>
              <a:defRPr sz="1800">
                <a:solidFill>
                  <a:srgbClr val="888888"/>
                </a:solidFill>
                <a:latin typeface="Arial"/>
                <a:ea typeface="Arial"/>
                <a:cs typeface="Arial"/>
                <a:sym typeface="Arial"/>
              </a:defRPr>
            </a:lvl8pPr>
            <a:lvl9pPr indent="0" lvl="8" marL="0" algn="r">
              <a:spcBef>
                <a:spcPts val="0"/>
              </a:spcBef>
              <a:buNone/>
              <a:defRPr sz="18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9" name="Shape 69"/>
        <p:cNvGrpSpPr/>
        <p:nvPr/>
      </p:nvGrpSpPr>
      <p:grpSpPr>
        <a:xfrm>
          <a:off x="0" y="0"/>
          <a:ext cx="0" cy="0"/>
          <a:chOff x="0" y="0"/>
          <a:chExt cx="0" cy="0"/>
        </a:xfrm>
      </p:grpSpPr>
      <p:sp>
        <p:nvSpPr>
          <p:cNvPr id="70" name="Google Shape;70;p24"/>
          <p:cNvSpPr txBox="1"/>
          <p:nvPr>
            <p:ph idx="10" type="dt"/>
          </p:nvPr>
        </p:nvSpPr>
        <p:spPr>
          <a:xfrm>
            <a:off x="1042200" y="9534525"/>
            <a:ext cx="4114800" cy="547688"/>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4"/>
          <p:cNvSpPr txBox="1"/>
          <p:nvPr>
            <p:ph idx="11" type="ftr"/>
          </p:nvPr>
        </p:nvSpPr>
        <p:spPr>
          <a:xfrm>
            <a:off x="6057900" y="9534525"/>
            <a:ext cx="6172200" cy="547688"/>
          </a:xfrm>
          <a:prstGeom prst="rect">
            <a:avLst/>
          </a:prstGeom>
          <a:noFill/>
          <a:ln>
            <a:noFill/>
          </a:ln>
        </p:spPr>
        <p:txBody>
          <a:bodyPr anchorCtr="0" anchor="ctr" bIns="0" lIns="0" spcFirstLastPara="1" rIns="0" wrap="square" tIns="0">
            <a:norm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idx="12" type="sldNum"/>
          </p:nvPr>
        </p:nvSpPr>
        <p:spPr>
          <a:xfrm>
            <a:off x="13127400" y="9534525"/>
            <a:ext cx="4114800" cy="547688"/>
          </a:xfrm>
          <a:prstGeom prst="rect">
            <a:avLst/>
          </a:prstGeom>
          <a:noFill/>
          <a:ln>
            <a:noFill/>
          </a:ln>
        </p:spPr>
        <p:txBody>
          <a:bodyPr anchorCtr="0" anchor="ctr" bIns="0" lIns="0" spcFirstLastPara="1" rIns="0" wrap="square" tIns="0">
            <a:normAutofit/>
          </a:bodyPr>
          <a:lstStyle>
            <a:lvl1pPr indent="0" lvl="0" marL="0" algn="r">
              <a:spcBef>
                <a:spcPts val="0"/>
              </a:spcBef>
              <a:buNone/>
              <a:defRPr sz="1800">
                <a:solidFill>
                  <a:srgbClr val="888888"/>
                </a:solidFill>
                <a:latin typeface="Arial"/>
                <a:ea typeface="Arial"/>
                <a:cs typeface="Arial"/>
                <a:sym typeface="Arial"/>
              </a:defRPr>
            </a:lvl1pPr>
            <a:lvl2pPr indent="0" lvl="1" marL="0" algn="r">
              <a:spcBef>
                <a:spcPts val="0"/>
              </a:spcBef>
              <a:buNone/>
              <a:defRPr sz="1800">
                <a:solidFill>
                  <a:srgbClr val="888888"/>
                </a:solidFill>
                <a:latin typeface="Arial"/>
                <a:ea typeface="Arial"/>
                <a:cs typeface="Arial"/>
                <a:sym typeface="Arial"/>
              </a:defRPr>
            </a:lvl2pPr>
            <a:lvl3pPr indent="0" lvl="2" marL="0" algn="r">
              <a:spcBef>
                <a:spcPts val="0"/>
              </a:spcBef>
              <a:buNone/>
              <a:defRPr sz="1800">
                <a:solidFill>
                  <a:srgbClr val="888888"/>
                </a:solidFill>
                <a:latin typeface="Arial"/>
                <a:ea typeface="Arial"/>
                <a:cs typeface="Arial"/>
                <a:sym typeface="Arial"/>
              </a:defRPr>
            </a:lvl3pPr>
            <a:lvl4pPr indent="0" lvl="3" marL="0" algn="r">
              <a:spcBef>
                <a:spcPts val="0"/>
              </a:spcBef>
              <a:buNone/>
              <a:defRPr sz="1800">
                <a:solidFill>
                  <a:srgbClr val="888888"/>
                </a:solidFill>
                <a:latin typeface="Arial"/>
                <a:ea typeface="Arial"/>
                <a:cs typeface="Arial"/>
                <a:sym typeface="Arial"/>
              </a:defRPr>
            </a:lvl4pPr>
            <a:lvl5pPr indent="0" lvl="4" marL="0" algn="r">
              <a:spcBef>
                <a:spcPts val="0"/>
              </a:spcBef>
              <a:buNone/>
              <a:defRPr sz="1800">
                <a:solidFill>
                  <a:srgbClr val="888888"/>
                </a:solidFill>
                <a:latin typeface="Arial"/>
                <a:ea typeface="Arial"/>
                <a:cs typeface="Arial"/>
                <a:sym typeface="Arial"/>
              </a:defRPr>
            </a:lvl5pPr>
            <a:lvl6pPr indent="0" lvl="5" marL="0" algn="r">
              <a:spcBef>
                <a:spcPts val="0"/>
              </a:spcBef>
              <a:buNone/>
              <a:defRPr sz="1800">
                <a:solidFill>
                  <a:srgbClr val="888888"/>
                </a:solidFill>
                <a:latin typeface="Arial"/>
                <a:ea typeface="Arial"/>
                <a:cs typeface="Arial"/>
                <a:sym typeface="Arial"/>
              </a:defRPr>
            </a:lvl6pPr>
            <a:lvl7pPr indent="0" lvl="6" marL="0" algn="r">
              <a:spcBef>
                <a:spcPts val="0"/>
              </a:spcBef>
              <a:buNone/>
              <a:defRPr sz="1800">
                <a:solidFill>
                  <a:srgbClr val="888888"/>
                </a:solidFill>
                <a:latin typeface="Arial"/>
                <a:ea typeface="Arial"/>
                <a:cs typeface="Arial"/>
                <a:sym typeface="Arial"/>
              </a:defRPr>
            </a:lvl7pPr>
            <a:lvl8pPr indent="0" lvl="7" marL="0" algn="r">
              <a:spcBef>
                <a:spcPts val="0"/>
              </a:spcBef>
              <a:buNone/>
              <a:defRPr sz="1800">
                <a:solidFill>
                  <a:srgbClr val="888888"/>
                </a:solidFill>
                <a:latin typeface="Arial"/>
                <a:ea typeface="Arial"/>
                <a:cs typeface="Arial"/>
                <a:sym typeface="Arial"/>
              </a:defRPr>
            </a:lvl8pPr>
            <a:lvl9pPr indent="0" lvl="8" marL="0" algn="r">
              <a:spcBef>
                <a:spcPts val="0"/>
              </a:spcBef>
              <a:buNone/>
              <a:defRPr sz="18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nly">
  <p:cSld name="Content Only">
    <p:spTree>
      <p:nvGrpSpPr>
        <p:cNvPr id="73" name="Shape 73"/>
        <p:cNvGrpSpPr/>
        <p:nvPr/>
      </p:nvGrpSpPr>
      <p:grpSpPr>
        <a:xfrm>
          <a:off x="0" y="0"/>
          <a:ext cx="0" cy="0"/>
          <a:chOff x="0" y="0"/>
          <a:chExt cx="0" cy="0"/>
        </a:xfrm>
      </p:grpSpPr>
      <p:sp>
        <p:nvSpPr>
          <p:cNvPr id="74" name="Google Shape;74;p25"/>
          <p:cNvSpPr txBox="1"/>
          <p:nvPr>
            <p:ph idx="1" type="body"/>
          </p:nvPr>
        </p:nvSpPr>
        <p:spPr>
          <a:xfrm>
            <a:off x="1021557" y="540000"/>
            <a:ext cx="16220643" cy="8726400"/>
          </a:xfrm>
          <a:prstGeom prst="rect">
            <a:avLst/>
          </a:prstGeom>
          <a:noFill/>
          <a:ln>
            <a:noFill/>
          </a:ln>
        </p:spPr>
        <p:txBody>
          <a:bodyPr anchorCtr="0" anchor="t" bIns="0" lIns="0" spcFirstLastPara="1" rIns="0" wrap="square" tIns="0">
            <a:normAutofit/>
          </a:bodyPr>
          <a:lstStyle>
            <a:lvl1pPr indent="-457200" lvl="0" marL="457200" algn="l">
              <a:lnSpc>
                <a:spcPct val="130000"/>
              </a:lnSpc>
              <a:spcBef>
                <a:spcPts val="1500"/>
              </a:spcBef>
              <a:spcAft>
                <a:spcPts val="0"/>
              </a:spcAft>
              <a:buClr>
                <a:srgbClr val="3F3F3F"/>
              </a:buClr>
              <a:buSzPts val="3600"/>
              <a:buChar char="•"/>
              <a:defRPr>
                <a:latin typeface="Lato"/>
                <a:ea typeface="Lato"/>
                <a:cs typeface="Lato"/>
                <a:sym typeface="Lato"/>
              </a:defRPr>
            </a:lvl1pPr>
            <a:lvl2pPr indent="-419100" lvl="1" marL="914400" algn="l">
              <a:lnSpc>
                <a:spcPct val="130000"/>
              </a:lnSpc>
              <a:spcBef>
                <a:spcPts val="0"/>
              </a:spcBef>
              <a:spcAft>
                <a:spcPts val="0"/>
              </a:spcAft>
              <a:buClr>
                <a:srgbClr val="3F3F3F"/>
              </a:buClr>
              <a:buSzPts val="3000"/>
              <a:buChar char="•"/>
              <a:defRPr>
                <a:latin typeface="Lato"/>
                <a:ea typeface="Lato"/>
                <a:cs typeface="Lato"/>
                <a:sym typeface="Lato"/>
              </a:defRPr>
            </a:lvl2pPr>
            <a:lvl3pPr indent="-400050" lvl="2" marL="1371600" algn="l">
              <a:lnSpc>
                <a:spcPct val="130000"/>
              </a:lnSpc>
              <a:spcBef>
                <a:spcPts val="0"/>
              </a:spcBef>
              <a:spcAft>
                <a:spcPts val="0"/>
              </a:spcAft>
              <a:buClr>
                <a:srgbClr val="3F3F3F"/>
              </a:buClr>
              <a:buSzPts val="2700"/>
              <a:buChar char="•"/>
              <a:defRPr>
                <a:latin typeface="Lato"/>
                <a:ea typeface="Lato"/>
                <a:cs typeface="Lato"/>
                <a:sym typeface="Lato"/>
              </a:defRPr>
            </a:lvl3pPr>
            <a:lvl4pPr indent="-381000" lvl="3" marL="1828800" algn="l">
              <a:lnSpc>
                <a:spcPct val="130000"/>
              </a:lnSpc>
              <a:spcBef>
                <a:spcPts val="0"/>
              </a:spcBef>
              <a:spcAft>
                <a:spcPts val="0"/>
              </a:spcAft>
              <a:buClr>
                <a:srgbClr val="3F3F3F"/>
              </a:buClr>
              <a:buSzPts val="2400"/>
              <a:buChar char="•"/>
              <a:defRPr>
                <a:latin typeface="Lato"/>
                <a:ea typeface="Lato"/>
                <a:cs typeface="Lato"/>
                <a:sym typeface="Lato"/>
              </a:defRPr>
            </a:lvl4pPr>
            <a:lvl5pPr indent="-361950" lvl="4" marL="2286000" algn="l">
              <a:lnSpc>
                <a:spcPct val="130000"/>
              </a:lnSpc>
              <a:spcBef>
                <a:spcPts val="0"/>
              </a:spcBef>
              <a:spcAft>
                <a:spcPts val="0"/>
              </a:spcAft>
              <a:buClr>
                <a:srgbClr val="3F3F3F"/>
              </a:buClr>
              <a:buSzPts val="2100"/>
              <a:buChar char="•"/>
              <a:defRPr>
                <a:latin typeface="Lato"/>
                <a:ea typeface="Lato"/>
                <a:cs typeface="Lato"/>
                <a:sym typeface="Lato"/>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75" name="Google Shape;75;p25"/>
          <p:cNvSpPr txBox="1"/>
          <p:nvPr>
            <p:ph idx="10" type="dt"/>
          </p:nvPr>
        </p:nvSpPr>
        <p:spPr>
          <a:xfrm>
            <a:off x="1042200" y="9534525"/>
            <a:ext cx="4114800" cy="547688"/>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5"/>
          <p:cNvSpPr txBox="1"/>
          <p:nvPr>
            <p:ph idx="11" type="ftr"/>
          </p:nvPr>
        </p:nvSpPr>
        <p:spPr>
          <a:xfrm>
            <a:off x="6057900" y="9534525"/>
            <a:ext cx="6172200" cy="547688"/>
          </a:xfrm>
          <a:prstGeom prst="rect">
            <a:avLst/>
          </a:prstGeom>
          <a:noFill/>
          <a:ln>
            <a:noFill/>
          </a:ln>
        </p:spPr>
        <p:txBody>
          <a:bodyPr anchorCtr="0" anchor="ctr" bIns="0" lIns="0" spcFirstLastPara="1" rIns="0" wrap="square" tIns="0">
            <a:norm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5"/>
          <p:cNvSpPr txBox="1"/>
          <p:nvPr>
            <p:ph idx="12" type="sldNum"/>
          </p:nvPr>
        </p:nvSpPr>
        <p:spPr>
          <a:xfrm>
            <a:off x="13127400" y="9534525"/>
            <a:ext cx="4114800" cy="547688"/>
          </a:xfrm>
          <a:prstGeom prst="rect">
            <a:avLst/>
          </a:prstGeom>
          <a:noFill/>
          <a:ln>
            <a:noFill/>
          </a:ln>
        </p:spPr>
        <p:txBody>
          <a:bodyPr anchorCtr="0" anchor="ctr" bIns="0" lIns="0" spcFirstLastPara="1" rIns="0" wrap="square" tIns="0">
            <a:normAutofit/>
          </a:bodyPr>
          <a:lstStyle>
            <a:lvl1pPr indent="0" lvl="0" marL="0" algn="r">
              <a:spcBef>
                <a:spcPts val="0"/>
              </a:spcBef>
              <a:buNone/>
              <a:defRPr sz="1800">
                <a:solidFill>
                  <a:srgbClr val="888888"/>
                </a:solidFill>
                <a:latin typeface="Arial"/>
                <a:ea typeface="Arial"/>
                <a:cs typeface="Arial"/>
                <a:sym typeface="Arial"/>
              </a:defRPr>
            </a:lvl1pPr>
            <a:lvl2pPr indent="0" lvl="1" marL="0" algn="r">
              <a:spcBef>
                <a:spcPts val="0"/>
              </a:spcBef>
              <a:buNone/>
              <a:defRPr sz="1800">
                <a:solidFill>
                  <a:srgbClr val="888888"/>
                </a:solidFill>
                <a:latin typeface="Arial"/>
                <a:ea typeface="Arial"/>
                <a:cs typeface="Arial"/>
                <a:sym typeface="Arial"/>
              </a:defRPr>
            </a:lvl2pPr>
            <a:lvl3pPr indent="0" lvl="2" marL="0" algn="r">
              <a:spcBef>
                <a:spcPts val="0"/>
              </a:spcBef>
              <a:buNone/>
              <a:defRPr sz="1800">
                <a:solidFill>
                  <a:srgbClr val="888888"/>
                </a:solidFill>
                <a:latin typeface="Arial"/>
                <a:ea typeface="Arial"/>
                <a:cs typeface="Arial"/>
                <a:sym typeface="Arial"/>
              </a:defRPr>
            </a:lvl3pPr>
            <a:lvl4pPr indent="0" lvl="3" marL="0" algn="r">
              <a:spcBef>
                <a:spcPts val="0"/>
              </a:spcBef>
              <a:buNone/>
              <a:defRPr sz="1800">
                <a:solidFill>
                  <a:srgbClr val="888888"/>
                </a:solidFill>
                <a:latin typeface="Arial"/>
                <a:ea typeface="Arial"/>
                <a:cs typeface="Arial"/>
                <a:sym typeface="Arial"/>
              </a:defRPr>
            </a:lvl4pPr>
            <a:lvl5pPr indent="0" lvl="4" marL="0" algn="r">
              <a:spcBef>
                <a:spcPts val="0"/>
              </a:spcBef>
              <a:buNone/>
              <a:defRPr sz="1800">
                <a:solidFill>
                  <a:srgbClr val="888888"/>
                </a:solidFill>
                <a:latin typeface="Arial"/>
                <a:ea typeface="Arial"/>
                <a:cs typeface="Arial"/>
                <a:sym typeface="Arial"/>
              </a:defRPr>
            </a:lvl5pPr>
            <a:lvl6pPr indent="0" lvl="5" marL="0" algn="r">
              <a:spcBef>
                <a:spcPts val="0"/>
              </a:spcBef>
              <a:buNone/>
              <a:defRPr sz="1800">
                <a:solidFill>
                  <a:srgbClr val="888888"/>
                </a:solidFill>
                <a:latin typeface="Arial"/>
                <a:ea typeface="Arial"/>
                <a:cs typeface="Arial"/>
                <a:sym typeface="Arial"/>
              </a:defRPr>
            </a:lvl6pPr>
            <a:lvl7pPr indent="0" lvl="6" marL="0" algn="r">
              <a:spcBef>
                <a:spcPts val="0"/>
              </a:spcBef>
              <a:buNone/>
              <a:defRPr sz="1800">
                <a:solidFill>
                  <a:srgbClr val="888888"/>
                </a:solidFill>
                <a:latin typeface="Arial"/>
                <a:ea typeface="Arial"/>
                <a:cs typeface="Arial"/>
                <a:sym typeface="Arial"/>
              </a:defRPr>
            </a:lvl7pPr>
            <a:lvl8pPr indent="0" lvl="7" marL="0" algn="r">
              <a:spcBef>
                <a:spcPts val="0"/>
              </a:spcBef>
              <a:buNone/>
              <a:defRPr sz="1800">
                <a:solidFill>
                  <a:srgbClr val="888888"/>
                </a:solidFill>
                <a:latin typeface="Arial"/>
                <a:ea typeface="Arial"/>
                <a:cs typeface="Arial"/>
                <a:sym typeface="Arial"/>
              </a:defRPr>
            </a:lvl8pPr>
            <a:lvl9pPr indent="0" lvl="8" marL="0" algn="r">
              <a:spcBef>
                <a:spcPts val="0"/>
              </a:spcBef>
              <a:buNone/>
              <a:defRPr sz="18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Title and Subtitle">
    <p:spTree>
      <p:nvGrpSpPr>
        <p:cNvPr id="78" name="Shape 78"/>
        <p:cNvGrpSpPr/>
        <p:nvPr/>
      </p:nvGrpSpPr>
      <p:grpSpPr>
        <a:xfrm>
          <a:off x="0" y="0"/>
          <a:ext cx="0" cy="0"/>
          <a:chOff x="0" y="0"/>
          <a:chExt cx="0" cy="0"/>
        </a:xfrm>
      </p:grpSpPr>
      <p:sp>
        <p:nvSpPr>
          <p:cNvPr id="79" name="Google Shape;79;p26"/>
          <p:cNvSpPr txBox="1"/>
          <p:nvPr>
            <p:ph type="title"/>
          </p:nvPr>
        </p:nvSpPr>
        <p:spPr>
          <a:xfrm>
            <a:off x="1042200" y="540000"/>
            <a:ext cx="16200000" cy="10800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accent1"/>
              </a:buClr>
              <a:buSzPts val="5400"/>
              <a:buFont typeface="Manrope ExtraBold"/>
              <a:buNone/>
              <a:defRPr>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6"/>
          <p:cNvSpPr txBox="1"/>
          <p:nvPr>
            <p:ph idx="1" type="body"/>
          </p:nvPr>
        </p:nvSpPr>
        <p:spPr>
          <a:xfrm>
            <a:off x="1042200" y="1852613"/>
            <a:ext cx="16200000" cy="864000"/>
          </a:xfrm>
          <a:prstGeom prst="rect">
            <a:avLst/>
          </a:prstGeom>
          <a:noFill/>
          <a:ln>
            <a:noFill/>
          </a:ln>
        </p:spPr>
        <p:txBody>
          <a:bodyPr anchorCtr="0" anchor="t" bIns="0" lIns="0" spcFirstLastPara="1" rIns="0" wrap="square" tIns="0">
            <a:normAutofit/>
          </a:bodyPr>
          <a:lstStyle>
            <a:lvl1pPr indent="-228600" lvl="0" marL="457200" algn="l">
              <a:lnSpc>
                <a:spcPct val="130000"/>
              </a:lnSpc>
              <a:spcBef>
                <a:spcPts val="1500"/>
              </a:spcBef>
              <a:spcAft>
                <a:spcPts val="0"/>
              </a:spcAft>
              <a:buClr>
                <a:srgbClr val="3F3F3F"/>
              </a:buClr>
              <a:buSzPts val="3600"/>
              <a:buNone/>
              <a:defRPr b="0" sz="3600">
                <a:latin typeface="Manrope ExtraBold"/>
                <a:ea typeface="Manrope ExtraBold"/>
                <a:cs typeface="Manrope ExtraBold"/>
                <a:sym typeface="Manrope ExtraBold"/>
              </a:defRPr>
            </a:lvl1pPr>
            <a:lvl2pPr indent="-228600" lvl="1" marL="914400" algn="l">
              <a:lnSpc>
                <a:spcPct val="130000"/>
              </a:lnSpc>
              <a:spcBef>
                <a:spcPts val="0"/>
              </a:spcBef>
              <a:spcAft>
                <a:spcPts val="0"/>
              </a:spcAft>
              <a:buClr>
                <a:srgbClr val="3F3F3F"/>
              </a:buClr>
              <a:buSzPts val="3000"/>
              <a:buNone/>
              <a:defRPr b="1" sz="3000">
                <a:latin typeface="Manrope ExtraBold"/>
                <a:ea typeface="Manrope ExtraBold"/>
                <a:cs typeface="Manrope ExtraBold"/>
                <a:sym typeface="Manrope ExtraBold"/>
              </a:defRPr>
            </a:lvl2pPr>
            <a:lvl3pPr indent="-228600" lvl="2" marL="1371600" algn="l">
              <a:lnSpc>
                <a:spcPct val="130000"/>
              </a:lnSpc>
              <a:spcBef>
                <a:spcPts val="0"/>
              </a:spcBef>
              <a:spcAft>
                <a:spcPts val="0"/>
              </a:spcAft>
              <a:buClr>
                <a:srgbClr val="3F3F3F"/>
              </a:buClr>
              <a:buSzPts val="2700"/>
              <a:buNone/>
              <a:defRPr b="1" sz="2700">
                <a:latin typeface="Manrope ExtraBold"/>
                <a:ea typeface="Manrope ExtraBold"/>
                <a:cs typeface="Manrope ExtraBold"/>
                <a:sym typeface="Manrope ExtraBold"/>
              </a:defRPr>
            </a:lvl3pPr>
            <a:lvl4pPr indent="-228600" lvl="3" marL="1828800" algn="l">
              <a:lnSpc>
                <a:spcPct val="130000"/>
              </a:lnSpc>
              <a:spcBef>
                <a:spcPts val="0"/>
              </a:spcBef>
              <a:spcAft>
                <a:spcPts val="0"/>
              </a:spcAft>
              <a:buClr>
                <a:srgbClr val="3F3F3F"/>
              </a:buClr>
              <a:buSzPts val="2400"/>
              <a:buNone/>
              <a:defRPr b="1" sz="2400">
                <a:latin typeface="Manrope ExtraBold"/>
                <a:ea typeface="Manrope ExtraBold"/>
                <a:cs typeface="Manrope ExtraBold"/>
                <a:sym typeface="Manrope ExtraBold"/>
              </a:defRPr>
            </a:lvl4pPr>
            <a:lvl5pPr indent="-228600" lvl="4" marL="2286000" algn="l">
              <a:lnSpc>
                <a:spcPct val="130000"/>
              </a:lnSpc>
              <a:spcBef>
                <a:spcPts val="0"/>
              </a:spcBef>
              <a:spcAft>
                <a:spcPts val="0"/>
              </a:spcAft>
              <a:buClr>
                <a:srgbClr val="3F3F3F"/>
              </a:buClr>
              <a:buSzPts val="2400"/>
              <a:buNone/>
              <a:defRPr b="1" sz="2400">
                <a:latin typeface="Manrope ExtraBold"/>
                <a:ea typeface="Manrope ExtraBold"/>
                <a:cs typeface="Manrope ExtraBold"/>
                <a:sym typeface="Manrope ExtraBold"/>
              </a:defRPr>
            </a:lvl5pPr>
            <a:lvl6pPr indent="-228600" lvl="5" marL="2743200" algn="l">
              <a:lnSpc>
                <a:spcPct val="90000"/>
              </a:lnSpc>
              <a:spcBef>
                <a:spcPts val="750"/>
              </a:spcBef>
              <a:spcAft>
                <a:spcPts val="0"/>
              </a:spcAft>
              <a:buClr>
                <a:schemeClr val="dk1"/>
              </a:buClr>
              <a:buSzPts val="2400"/>
              <a:buNone/>
              <a:defRPr b="1" sz="2400">
                <a:latin typeface="Manrope ExtraBold"/>
                <a:ea typeface="Manrope ExtraBold"/>
                <a:cs typeface="Manrope ExtraBold"/>
                <a:sym typeface="Manrope ExtraBold"/>
              </a:defRPr>
            </a:lvl6pPr>
            <a:lvl7pPr indent="-228600" lvl="6" marL="3200400" algn="l">
              <a:lnSpc>
                <a:spcPct val="90000"/>
              </a:lnSpc>
              <a:spcBef>
                <a:spcPts val="750"/>
              </a:spcBef>
              <a:spcAft>
                <a:spcPts val="0"/>
              </a:spcAft>
              <a:buClr>
                <a:schemeClr val="dk1"/>
              </a:buClr>
              <a:buSzPts val="2400"/>
              <a:buNone/>
              <a:defRPr b="1" sz="2400">
                <a:latin typeface="Manrope ExtraBold"/>
                <a:ea typeface="Manrope ExtraBold"/>
                <a:cs typeface="Manrope ExtraBold"/>
                <a:sym typeface="Manrope ExtraBold"/>
              </a:defRPr>
            </a:lvl7pPr>
            <a:lvl8pPr indent="-228600" lvl="7" marL="3657600" algn="l">
              <a:lnSpc>
                <a:spcPct val="90000"/>
              </a:lnSpc>
              <a:spcBef>
                <a:spcPts val="750"/>
              </a:spcBef>
              <a:spcAft>
                <a:spcPts val="0"/>
              </a:spcAft>
              <a:buClr>
                <a:schemeClr val="dk1"/>
              </a:buClr>
              <a:buSzPts val="2400"/>
              <a:buNone/>
              <a:defRPr b="1" sz="2400">
                <a:latin typeface="Manrope ExtraBold"/>
                <a:ea typeface="Manrope ExtraBold"/>
                <a:cs typeface="Manrope ExtraBold"/>
                <a:sym typeface="Manrope ExtraBold"/>
              </a:defRPr>
            </a:lvl8pPr>
            <a:lvl9pPr indent="-228600" lvl="8" marL="4114800" algn="l">
              <a:lnSpc>
                <a:spcPct val="90000"/>
              </a:lnSpc>
              <a:spcBef>
                <a:spcPts val="750"/>
              </a:spcBef>
              <a:spcAft>
                <a:spcPts val="0"/>
              </a:spcAft>
              <a:buClr>
                <a:schemeClr val="dk1"/>
              </a:buClr>
              <a:buSzPts val="2400"/>
              <a:buNone/>
              <a:defRPr b="1" sz="2400">
                <a:latin typeface="Manrope ExtraBold"/>
                <a:ea typeface="Manrope ExtraBold"/>
                <a:cs typeface="Manrope ExtraBold"/>
                <a:sym typeface="Manrope ExtraBold"/>
              </a:defRPr>
            </a:lvl9pPr>
          </a:lstStyle>
          <a:p/>
        </p:txBody>
      </p:sp>
      <p:sp>
        <p:nvSpPr>
          <p:cNvPr id="81" name="Google Shape;81;p26"/>
          <p:cNvSpPr txBox="1"/>
          <p:nvPr>
            <p:ph idx="10" type="dt"/>
          </p:nvPr>
        </p:nvSpPr>
        <p:spPr>
          <a:xfrm>
            <a:off x="1042200" y="9534525"/>
            <a:ext cx="4114800" cy="547688"/>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
          <p:cNvSpPr txBox="1"/>
          <p:nvPr>
            <p:ph idx="11" type="ftr"/>
          </p:nvPr>
        </p:nvSpPr>
        <p:spPr>
          <a:xfrm>
            <a:off x="6057900" y="9534525"/>
            <a:ext cx="6172200" cy="547688"/>
          </a:xfrm>
          <a:prstGeom prst="rect">
            <a:avLst/>
          </a:prstGeom>
          <a:noFill/>
          <a:ln>
            <a:noFill/>
          </a:ln>
        </p:spPr>
        <p:txBody>
          <a:bodyPr anchorCtr="0" anchor="ctr" bIns="0" lIns="0" spcFirstLastPara="1" rIns="0" wrap="square" tIns="0">
            <a:norm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6"/>
          <p:cNvSpPr txBox="1"/>
          <p:nvPr>
            <p:ph idx="12" type="sldNum"/>
          </p:nvPr>
        </p:nvSpPr>
        <p:spPr>
          <a:xfrm>
            <a:off x="13127400" y="9534525"/>
            <a:ext cx="4114800" cy="547688"/>
          </a:xfrm>
          <a:prstGeom prst="rect">
            <a:avLst/>
          </a:prstGeom>
          <a:noFill/>
          <a:ln>
            <a:noFill/>
          </a:ln>
        </p:spPr>
        <p:txBody>
          <a:bodyPr anchorCtr="0" anchor="ctr" bIns="0" lIns="0" spcFirstLastPara="1" rIns="0" wrap="square" tIns="0">
            <a:normAutofit/>
          </a:bodyPr>
          <a:lstStyle>
            <a:lvl1pPr indent="0" lvl="0" marL="0" algn="r">
              <a:spcBef>
                <a:spcPts val="0"/>
              </a:spcBef>
              <a:buNone/>
              <a:defRPr sz="1800">
                <a:solidFill>
                  <a:srgbClr val="888888"/>
                </a:solidFill>
                <a:latin typeface="Arial"/>
                <a:ea typeface="Arial"/>
                <a:cs typeface="Arial"/>
                <a:sym typeface="Arial"/>
              </a:defRPr>
            </a:lvl1pPr>
            <a:lvl2pPr indent="0" lvl="1" marL="0" algn="r">
              <a:spcBef>
                <a:spcPts val="0"/>
              </a:spcBef>
              <a:buNone/>
              <a:defRPr sz="1800">
                <a:solidFill>
                  <a:srgbClr val="888888"/>
                </a:solidFill>
                <a:latin typeface="Arial"/>
                <a:ea typeface="Arial"/>
                <a:cs typeface="Arial"/>
                <a:sym typeface="Arial"/>
              </a:defRPr>
            </a:lvl2pPr>
            <a:lvl3pPr indent="0" lvl="2" marL="0" algn="r">
              <a:spcBef>
                <a:spcPts val="0"/>
              </a:spcBef>
              <a:buNone/>
              <a:defRPr sz="1800">
                <a:solidFill>
                  <a:srgbClr val="888888"/>
                </a:solidFill>
                <a:latin typeface="Arial"/>
                <a:ea typeface="Arial"/>
                <a:cs typeface="Arial"/>
                <a:sym typeface="Arial"/>
              </a:defRPr>
            </a:lvl3pPr>
            <a:lvl4pPr indent="0" lvl="3" marL="0" algn="r">
              <a:spcBef>
                <a:spcPts val="0"/>
              </a:spcBef>
              <a:buNone/>
              <a:defRPr sz="1800">
                <a:solidFill>
                  <a:srgbClr val="888888"/>
                </a:solidFill>
                <a:latin typeface="Arial"/>
                <a:ea typeface="Arial"/>
                <a:cs typeface="Arial"/>
                <a:sym typeface="Arial"/>
              </a:defRPr>
            </a:lvl4pPr>
            <a:lvl5pPr indent="0" lvl="4" marL="0" algn="r">
              <a:spcBef>
                <a:spcPts val="0"/>
              </a:spcBef>
              <a:buNone/>
              <a:defRPr sz="1800">
                <a:solidFill>
                  <a:srgbClr val="888888"/>
                </a:solidFill>
                <a:latin typeface="Arial"/>
                <a:ea typeface="Arial"/>
                <a:cs typeface="Arial"/>
                <a:sym typeface="Arial"/>
              </a:defRPr>
            </a:lvl5pPr>
            <a:lvl6pPr indent="0" lvl="5" marL="0" algn="r">
              <a:spcBef>
                <a:spcPts val="0"/>
              </a:spcBef>
              <a:buNone/>
              <a:defRPr sz="1800">
                <a:solidFill>
                  <a:srgbClr val="888888"/>
                </a:solidFill>
                <a:latin typeface="Arial"/>
                <a:ea typeface="Arial"/>
                <a:cs typeface="Arial"/>
                <a:sym typeface="Arial"/>
              </a:defRPr>
            </a:lvl6pPr>
            <a:lvl7pPr indent="0" lvl="6" marL="0" algn="r">
              <a:spcBef>
                <a:spcPts val="0"/>
              </a:spcBef>
              <a:buNone/>
              <a:defRPr sz="1800">
                <a:solidFill>
                  <a:srgbClr val="888888"/>
                </a:solidFill>
                <a:latin typeface="Arial"/>
                <a:ea typeface="Arial"/>
                <a:cs typeface="Arial"/>
                <a:sym typeface="Arial"/>
              </a:defRPr>
            </a:lvl7pPr>
            <a:lvl8pPr indent="0" lvl="7" marL="0" algn="r">
              <a:spcBef>
                <a:spcPts val="0"/>
              </a:spcBef>
              <a:buNone/>
              <a:defRPr sz="1800">
                <a:solidFill>
                  <a:srgbClr val="888888"/>
                </a:solidFill>
                <a:latin typeface="Arial"/>
                <a:ea typeface="Arial"/>
                <a:cs typeface="Arial"/>
                <a:sym typeface="Arial"/>
              </a:defRPr>
            </a:lvl8pPr>
            <a:lvl9pPr indent="0" lvl="8" marL="0" algn="r">
              <a:spcBef>
                <a:spcPts val="0"/>
              </a:spcBef>
              <a:buNone/>
              <a:defRPr sz="18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showMasterSp="0">
  <p:cSld name="End Slide">
    <p:spTree>
      <p:nvGrpSpPr>
        <p:cNvPr id="84" name="Shape 84"/>
        <p:cNvGrpSpPr/>
        <p:nvPr/>
      </p:nvGrpSpPr>
      <p:grpSpPr>
        <a:xfrm>
          <a:off x="0" y="0"/>
          <a:ext cx="0" cy="0"/>
          <a:chOff x="0" y="0"/>
          <a:chExt cx="0" cy="0"/>
        </a:xfrm>
      </p:grpSpPr>
      <p:pic>
        <p:nvPicPr>
          <p:cNvPr descr="电脑的屏幕&#10;&#10;中度可信度描述已自动生成" id="85" name="Google Shape;85;p27"/>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86" name="Google Shape;86;p27"/>
          <p:cNvSpPr/>
          <p:nvPr/>
        </p:nvSpPr>
        <p:spPr>
          <a:xfrm>
            <a:off x="0" y="0"/>
            <a:ext cx="18288000" cy="10287000"/>
          </a:xfrm>
          <a:prstGeom prst="rect">
            <a:avLst/>
          </a:prstGeom>
          <a:gradFill>
            <a:gsLst>
              <a:gs pos="0">
                <a:srgbClr val="13082D"/>
              </a:gs>
              <a:gs pos="43000">
                <a:srgbClr val="13082D">
                  <a:alpha val="24705"/>
                </a:srgbClr>
              </a:gs>
              <a:gs pos="100000">
                <a:srgbClr val="13082D">
                  <a:alpha val="24705"/>
                </a:srgbClr>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Arial"/>
              <a:ea typeface="Arial"/>
              <a:cs typeface="Arial"/>
              <a:sym typeface="Arial"/>
            </a:endParaRPr>
          </a:p>
        </p:txBody>
      </p:sp>
      <p:sp>
        <p:nvSpPr>
          <p:cNvPr id="87" name="Google Shape;87;p27"/>
          <p:cNvSpPr/>
          <p:nvPr/>
        </p:nvSpPr>
        <p:spPr>
          <a:xfrm flipH="1" rot="10800000">
            <a:off x="407193" y="550068"/>
            <a:ext cx="17473614" cy="9315452"/>
          </a:xfrm>
          <a:prstGeom prst="rect">
            <a:avLst/>
          </a:prstGeom>
          <a:noFill/>
          <a:ln cap="flat" cmpd="sng" w="12700">
            <a:solidFill>
              <a:srgbClr val="F7EDE3">
                <a:alpha val="20000"/>
              </a:srgbClr>
            </a:solidFill>
            <a:prstDash val="solid"/>
            <a:miter lim="800000"/>
            <a:headEnd len="sm" w="sm" type="none"/>
            <a:tailEnd len="sm" w="sm" type="none"/>
          </a:ln>
          <a:effectLst>
            <a:outerShdw blurRad="330200" rotWithShape="0" algn="t" dir="5400000" dist="38100">
              <a:schemeClr val="dk1">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Arial"/>
              <a:ea typeface="Arial"/>
              <a:cs typeface="Arial"/>
              <a:sym typeface="Arial"/>
            </a:endParaRPr>
          </a:p>
        </p:txBody>
      </p:sp>
      <p:sp>
        <p:nvSpPr>
          <p:cNvPr id="88" name="Google Shape;88;p27"/>
          <p:cNvSpPr txBox="1"/>
          <p:nvPr>
            <p:ph type="ctrTitle"/>
          </p:nvPr>
        </p:nvSpPr>
        <p:spPr>
          <a:xfrm>
            <a:off x="1021557" y="421481"/>
            <a:ext cx="16244886" cy="4722020"/>
          </a:xfrm>
          <a:prstGeom prst="rect">
            <a:avLst/>
          </a:prstGeom>
          <a:noFill/>
          <a:ln>
            <a:noFill/>
          </a:ln>
        </p:spPr>
        <p:txBody>
          <a:bodyPr anchorCtr="0" anchor="b" bIns="0" lIns="0" spcFirstLastPara="1" rIns="0" wrap="square" tIns="0">
            <a:normAutofit/>
          </a:bodyPr>
          <a:lstStyle>
            <a:lvl1pPr lvl="0" algn="ctr">
              <a:lnSpc>
                <a:spcPct val="100000"/>
              </a:lnSpc>
              <a:spcBef>
                <a:spcPts val="0"/>
              </a:spcBef>
              <a:spcAft>
                <a:spcPts val="0"/>
              </a:spcAft>
              <a:buClr>
                <a:schemeClr val="lt1"/>
              </a:buClr>
              <a:buSzPts val="7200"/>
              <a:buFont typeface="Manrope ExtraBold"/>
              <a:buNone/>
              <a:defRPr sz="7200">
                <a:solidFill>
                  <a:schemeClr val="lt1"/>
                </a:solidFill>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27"/>
          <p:cNvSpPr txBox="1"/>
          <p:nvPr>
            <p:ph idx="10" type="dt"/>
          </p:nvPr>
        </p:nvSpPr>
        <p:spPr>
          <a:xfrm>
            <a:off x="1042200" y="9534525"/>
            <a:ext cx="4114800" cy="547688"/>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7"/>
          <p:cNvSpPr txBox="1"/>
          <p:nvPr>
            <p:ph idx="11" type="ftr"/>
          </p:nvPr>
        </p:nvSpPr>
        <p:spPr>
          <a:xfrm>
            <a:off x="6057900" y="9534525"/>
            <a:ext cx="6172200" cy="547688"/>
          </a:xfrm>
          <a:prstGeom prst="rect">
            <a:avLst/>
          </a:prstGeom>
          <a:noFill/>
          <a:ln>
            <a:noFill/>
          </a:ln>
        </p:spPr>
        <p:txBody>
          <a:bodyPr anchorCtr="0" anchor="ctr" bIns="0" lIns="0" spcFirstLastPara="1" rIns="0" wrap="square" tIns="0">
            <a:norm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7"/>
          <p:cNvSpPr txBox="1"/>
          <p:nvPr>
            <p:ph idx="12" type="sldNum"/>
          </p:nvPr>
        </p:nvSpPr>
        <p:spPr>
          <a:xfrm>
            <a:off x="13127400" y="9534525"/>
            <a:ext cx="4114800" cy="547688"/>
          </a:xfrm>
          <a:prstGeom prst="rect">
            <a:avLst/>
          </a:prstGeom>
          <a:noFill/>
          <a:ln>
            <a:noFill/>
          </a:ln>
        </p:spPr>
        <p:txBody>
          <a:bodyPr anchorCtr="0" anchor="ctr" bIns="0" lIns="0" spcFirstLastPara="1" rIns="0" wrap="square" tIns="0">
            <a:normAutofit/>
          </a:bodyPr>
          <a:lstStyle>
            <a:lvl1pPr indent="0" lvl="0" marL="0" algn="r">
              <a:spcBef>
                <a:spcPts val="0"/>
              </a:spcBef>
              <a:buNone/>
              <a:defRPr sz="1800">
                <a:solidFill>
                  <a:srgbClr val="888888"/>
                </a:solidFill>
                <a:latin typeface="Arial"/>
                <a:ea typeface="Arial"/>
                <a:cs typeface="Arial"/>
                <a:sym typeface="Arial"/>
              </a:defRPr>
            </a:lvl1pPr>
            <a:lvl2pPr indent="0" lvl="1" marL="0" algn="r">
              <a:spcBef>
                <a:spcPts val="0"/>
              </a:spcBef>
              <a:buNone/>
              <a:defRPr sz="1800">
                <a:solidFill>
                  <a:srgbClr val="888888"/>
                </a:solidFill>
                <a:latin typeface="Arial"/>
                <a:ea typeface="Arial"/>
                <a:cs typeface="Arial"/>
                <a:sym typeface="Arial"/>
              </a:defRPr>
            </a:lvl2pPr>
            <a:lvl3pPr indent="0" lvl="2" marL="0" algn="r">
              <a:spcBef>
                <a:spcPts val="0"/>
              </a:spcBef>
              <a:buNone/>
              <a:defRPr sz="1800">
                <a:solidFill>
                  <a:srgbClr val="888888"/>
                </a:solidFill>
                <a:latin typeface="Arial"/>
                <a:ea typeface="Arial"/>
                <a:cs typeface="Arial"/>
                <a:sym typeface="Arial"/>
              </a:defRPr>
            </a:lvl3pPr>
            <a:lvl4pPr indent="0" lvl="3" marL="0" algn="r">
              <a:spcBef>
                <a:spcPts val="0"/>
              </a:spcBef>
              <a:buNone/>
              <a:defRPr sz="1800">
                <a:solidFill>
                  <a:srgbClr val="888888"/>
                </a:solidFill>
                <a:latin typeface="Arial"/>
                <a:ea typeface="Arial"/>
                <a:cs typeface="Arial"/>
                <a:sym typeface="Arial"/>
              </a:defRPr>
            </a:lvl4pPr>
            <a:lvl5pPr indent="0" lvl="4" marL="0" algn="r">
              <a:spcBef>
                <a:spcPts val="0"/>
              </a:spcBef>
              <a:buNone/>
              <a:defRPr sz="1800">
                <a:solidFill>
                  <a:srgbClr val="888888"/>
                </a:solidFill>
                <a:latin typeface="Arial"/>
                <a:ea typeface="Arial"/>
                <a:cs typeface="Arial"/>
                <a:sym typeface="Arial"/>
              </a:defRPr>
            </a:lvl5pPr>
            <a:lvl6pPr indent="0" lvl="5" marL="0" algn="r">
              <a:spcBef>
                <a:spcPts val="0"/>
              </a:spcBef>
              <a:buNone/>
              <a:defRPr sz="1800">
                <a:solidFill>
                  <a:srgbClr val="888888"/>
                </a:solidFill>
                <a:latin typeface="Arial"/>
                <a:ea typeface="Arial"/>
                <a:cs typeface="Arial"/>
                <a:sym typeface="Arial"/>
              </a:defRPr>
            </a:lvl6pPr>
            <a:lvl7pPr indent="0" lvl="6" marL="0" algn="r">
              <a:spcBef>
                <a:spcPts val="0"/>
              </a:spcBef>
              <a:buNone/>
              <a:defRPr sz="1800">
                <a:solidFill>
                  <a:srgbClr val="888888"/>
                </a:solidFill>
                <a:latin typeface="Arial"/>
                <a:ea typeface="Arial"/>
                <a:cs typeface="Arial"/>
                <a:sym typeface="Arial"/>
              </a:defRPr>
            </a:lvl7pPr>
            <a:lvl8pPr indent="0" lvl="7" marL="0" algn="r">
              <a:spcBef>
                <a:spcPts val="0"/>
              </a:spcBef>
              <a:buNone/>
              <a:defRPr sz="1800">
                <a:solidFill>
                  <a:srgbClr val="888888"/>
                </a:solidFill>
                <a:latin typeface="Arial"/>
                <a:ea typeface="Arial"/>
                <a:cs typeface="Arial"/>
                <a:sym typeface="Arial"/>
              </a:defRPr>
            </a:lvl8pPr>
            <a:lvl9pPr indent="0" lvl="8" marL="0" algn="r">
              <a:spcBef>
                <a:spcPts val="0"/>
              </a:spcBef>
              <a:buNone/>
              <a:defRPr sz="18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8" name="Shape 98"/>
        <p:cNvGrpSpPr/>
        <p:nvPr/>
      </p:nvGrpSpPr>
      <p:grpSpPr>
        <a:xfrm>
          <a:off x="0" y="0"/>
          <a:ext cx="0" cy="0"/>
          <a:chOff x="0" y="0"/>
          <a:chExt cx="0" cy="0"/>
        </a:xfrm>
      </p:grpSpPr>
      <p:sp>
        <p:nvSpPr>
          <p:cNvPr id="99" name="Google Shape;99;p2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2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01" name="Google Shape;10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4" name="Shape 104"/>
        <p:cNvGrpSpPr/>
        <p:nvPr/>
      </p:nvGrpSpPr>
      <p:grpSpPr>
        <a:xfrm>
          <a:off x="0" y="0"/>
          <a:ext cx="0" cy="0"/>
          <a:chOff x="0" y="0"/>
          <a:chExt cx="0" cy="0"/>
        </a:xfrm>
      </p:grpSpPr>
      <p:sp>
        <p:nvSpPr>
          <p:cNvPr id="105" name="Google Shape;105;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7" name="Google Shape;10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0" name="Shape 110"/>
        <p:cNvGrpSpPr/>
        <p:nvPr/>
      </p:nvGrpSpPr>
      <p:grpSpPr>
        <a:xfrm>
          <a:off x="0" y="0"/>
          <a:ext cx="0" cy="0"/>
          <a:chOff x="0" y="0"/>
          <a:chExt cx="0" cy="0"/>
        </a:xfrm>
      </p:grpSpPr>
      <p:sp>
        <p:nvSpPr>
          <p:cNvPr id="111" name="Google Shape;111;p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13" name="Google Shape;113;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6" name="Shape 116"/>
        <p:cNvGrpSpPr/>
        <p:nvPr/>
      </p:nvGrpSpPr>
      <p:grpSpPr>
        <a:xfrm>
          <a:off x="0" y="0"/>
          <a:ext cx="0" cy="0"/>
          <a:chOff x="0" y="0"/>
          <a:chExt cx="0" cy="0"/>
        </a:xfrm>
      </p:grpSpPr>
      <p:sp>
        <p:nvSpPr>
          <p:cNvPr id="117" name="Google Shape;117;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3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9" name="Google Shape;119;p3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20" name="Google Shape;120;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3" name="Shape 123"/>
        <p:cNvGrpSpPr/>
        <p:nvPr/>
      </p:nvGrpSpPr>
      <p:grpSpPr>
        <a:xfrm>
          <a:off x="0" y="0"/>
          <a:ext cx="0" cy="0"/>
          <a:chOff x="0" y="0"/>
          <a:chExt cx="0" cy="0"/>
        </a:xfrm>
      </p:grpSpPr>
      <p:sp>
        <p:nvSpPr>
          <p:cNvPr id="124" name="Google Shape;124;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3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6" name="Google Shape;126;p3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7" name="Google Shape;127;p3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8" name="Google Shape;128;p3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9" name="Google Shape;129;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2" name="Shape 132"/>
        <p:cNvGrpSpPr/>
        <p:nvPr/>
      </p:nvGrpSpPr>
      <p:grpSpPr>
        <a:xfrm>
          <a:off x="0" y="0"/>
          <a:ext cx="0" cy="0"/>
          <a:chOff x="0" y="0"/>
          <a:chExt cx="0" cy="0"/>
        </a:xfrm>
      </p:grpSpPr>
      <p:sp>
        <p:nvSpPr>
          <p:cNvPr id="133" name="Google Shape;133;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7" name="Shape 137"/>
        <p:cNvGrpSpPr/>
        <p:nvPr/>
      </p:nvGrpSpPr>
      <p:grpSpPr>
        <a:xfrm>
          <a:off x="0" y="0"/>
          <a:ext cx="0" cy="0"/>
          <a:chOff x="0" y="0"/>
          <a:chExt cx="0" cy="0"/>
        </a:xfrm>
      </p:grpSpPr>
      <p:sp>
        <p:nvSpPr>
          <p:cNvPr id="138" name="Google Shape;13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1" name="Shape 141"/>
        <p:cNvGrpSpPr/>
        <p:nvPr/>
      </p:nvGrpSpPr>
      <p:grpSpPr>
        <a:xfrm>
          <a:off x="0" y="0"/>
          <a:ext cx="0" cy="0"/>
          <a:chOff x="0" y="0"/>
          <a:chExt cx="0" cy="0"/>
        </a:xfrm>
      </p:grpSpPr>
      <p:sp>
        <p:nvSpPr>
          <p:cNvPr id="142" name="Google Shape;142;p3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3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44" name="Google Shape;144;p3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5" name="Google Shape;14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8" name="Shape 148"/>
        <p:cNvGrpSpPr/>
        <p:nvPr/>
      </p:nvGrpSpPr>
      <p:grpSpPr>
        <a:xfrm>
          <a:off x="0" y="0"/>
          <a:ext cx="0" cy="0"/>
          <a:chOff x="0" y="0"/>
          <a:chExt cx="0" cy="0"/>
        </a:xfrm>
      </p:grpSpPr>
      <p:sp>
        <p:nvSpPr>
          <p:cNvPr id="149" name="Google Shape;149;p3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37"/>
          <p:cNvSpPr/>
          <p:nvPr>
            <p:ph idx="2" type="pic"/>
          </p:nvPr>
        </p:nvSpPr>
        <p:spPr>
          <a:xfrm>
            <a:off x="1792288" y="612775"/>
            <a:ext cx="5486400" cy="4114800"/>
          </a:xfrm>
          <a:prstGeom prst="rect">
            <a:avLst/>
          </a:prstGeom>
          <a:noFill/>
          <a:ln>
            <a:noFill/>
          </a:ln>
        </p:spPr>
      </p:sp>
      <p:sp>
        <p:nvSpPr>
          <p:cNvPr id="151" name="Google Shape;151;p3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52" name="Google Shape;15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5" name="Shape 155"/>
        <p:cNvGrpSpPr/>
        <p:nvPr/>
      </p:nvGrpSpPr>
      <p:grpSpPr>
        <a:xfrm>
          <a:off x="0" y="0"/>
          <a:ext cx="0" cy="0"/>
          <a:chOff x="0" y="0"/>
          <a:chExt cx="0" cy="0"/>
        </a:xfrm>
      </p:grpSpPr>
      <p:sp>
        <p:nvSpPr>
          <p:cNvPr id="156" name="Google Shape;156;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3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8" name="Google Shape;15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1" name="Shape 161"/>
        <p:cNvGrpSpPr/>
        <p:nvPr/>
      </p:nvGrpSpPr>
      <p:grpSpPr>
        <a:xfrm>
          <a:off x="0" y="0"/>
          <a:ext cx="0" cy="0"/>
          <a:chOff x="0" y="0"/>
          <a:chExt cx="0" cy="0"/>
        </a:xfrm>
      </p:grpSpPr>
      <p:sp>
        <p:nvSpPr>
          <p:cNvPr id="162" name="Google Shape;162;p3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3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4" name="Google Shape;164;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p:cSld name="仅标题">
    <p:spTree>
      <p:nvGrpSpPr>
        <p:cNvPr id="167" name="Shape 167"/>
        <p:cNvGrpSpPr/>
        <p:nvPr/>
      </p:nvGrpSpPr>
      <p:grpSpPr>
        <a:xfrm>
          <a:off x="0" y="0"/>
          <a:ext cx="0" cy="0"/>
          <a:chOff x="0" y="0"/>
          <a:chExt cx="0" cy="0"/>
        </a:xfrm>
      </p:grpSpPr>
      <p:sp>
        <p:nvSpPr>
          <p:cNvPr id="168" name="Google Shape;168;p40"/>
          <p:cNvSpPr txBox="1"/>
          <p:nvPr>
            <p:ph type="title"/>
          </p:nvPr>
        </p:nvSpPr>
        <p:spPr>
          <a:xfrm>
            <a:off x="1044000" y="591608"/>
            <a:ext cx="16200000" cy="1188000"/>
          </a:xfrm>
          <a:prstGeom prst="rect">
            <a:avLst/>
          </a:prstGeom>
          <a:noFill/>
          <a:ln>
            <a:noFill/>
          </a:ln>
        </p:spPr>
        <p:txBody>
          <a:bodyPr anchorCtr="0" anchor="ctr" bIns="0" lIns="0" spcFirstLastPara="1" rIns="0" wrap="square" tIns="0">
            <a:normAutofit/>
          </a:bodyPr>
          <a:lstStyle>
            <a:lvl1pPr lvl="0" algn="ctr">
              <a:spcBef>
                <a:spcPts val="0"/>
              </a:spcBef>
              <a:spcAft>
                <a:spcPts val="0"/>
              </a:spcAft>
              <a:buClr>
                <a:srgbClr val="262626"/>
              </a:buClr>
              <a:buSzPts val="4800"/>
              <a:buFont typeface="Calibri"/>
              <a:buNone/>
              <a:defRPr sz="4800">
                <a:solidFill>
                  <a:srgbClr val="262626"/>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9" name="Google Shape;169;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1.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1042200" y="540000"/>
            <a:ext cx="16200000" cy="10800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accent1"/>
              </a:buClr>
              <a:buSzPts val="5400"/>
              <a:buFont typeface="Arial"/>
              <a:buNone/>
              <a:defRPr b="1" i="0" sz="5400" u="none" cap="none" strike="noStrike">
                <a:solidFill>
                  <a:schemeClr val="accen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5"/>
          <p:cNvSpPr txBox="1"/>
          <p:nvPr>
            <p:ph idx="1" type="body"/>
          </p:nvPr>
        </p:nvSpPr>
        <p:spPr>
          <a:xfrm>
            <a:off x="1042200" y="1852613"/>
            <a:ext cx="16200000" cy="7337588"/>
          </a:xfrm>
          <a:prstGeom prst="rect">
            <a:avLst/>
          </a:prstGeom>
          <a:noFill/>
          <a:ln>
            <a:noFill/>
          </a:ln>
        </p:spPr>
        <p:txBody>
          <a:bodyPr anchorCtr="0" anchor="t" bIns="0" lIns="0" spcFirstLastPara="1" rIns="0" wrap="square" tIns="0">
            <a:noAutofit/>
          </a:bodyPr>
          <a:lstStyle>
            <a:lvl1pPr indent="-457200" lvl="0" marL="457200" marR="0" rtl="0" algn="l">
              <a:lnSpc>
                <a:spcPct val="130000"/>
              </a:lnSpc>
              <a:spcBef>
                <a:spcPts val="1500"/>
              </a:spcBef>
              <a:spcAft>
                <a:spcPts val="0"/>
              </a:spcAft>
              <a:buClr>
                <a:srgbClr val="3F3F3F"/>
              </a:buClr>
              <a:buSzPts val="3600"/>
              <a:buFont typeface="Arial"/>
              <a:buChar char="•"/>
              <a:defRPr b="0" i="0" sz="3600" u="none" cap="none" strike="noStrike">
                <a:solidFill>
                  <a:srgbClr val="3F3F3F"/>
                </a:solidFill>
                <a:latin typeface="Arial"/>
                <a:ea typeface="Arial"/>
                <a:cs typeface="Arial"/>
                <a:sym typeface="Arial"/>
              </a:defRPr>
            </a:lvl1pPr>
            <a:lvl2pPr indent="-419100" lvl="1" marL="914400" marR="0" rtl="0" algn="l">
              <a:lnSpc>
                <a:spcPct val="130000"/>
              </a:lnSpc>
              <a:spcBef>
                <a:spcPts val="0"/>
              </a:spcBef>
              <a:spcAft>
                <a:spcPts val="0"/>
              </a:spcAft>
              <a:buClr>
                <a:srgbClr val="3F3F3F"/>
              </a:buClr>
              <a:buSzPts val="3000"/>
              <a:buFont typeface="Arial"/>
              <a:buChar char="•"/>
              <a:defRPr b="0" i="0" sz="3000" u="none" cap="none" strike="noStrike">
                <a:solidFill>
                  <a:srgbClr val="3F3F3F"/>
                </a:solidFill>
                <a:latin typeface="Lato"/>
                <a:ea typeface="Lato"/>
                <a:cs typeface="Lato"/>
                <a:sym typeface="Lato"/>
              </a:defRPr>
            </a:lvl2pPr>
            <a:lvl3pPr indent="-400050" lvl="2" marL="1371600" marR="0" rtl="0" algn="l">
              <a:lnSpc>
                <a:spcPct val="130000"/>
              </a:lnSpc>
              <a:spcBef>
                <a:spcPts val="0"/>
              </a:spcBef>
              <a:spcAft>
                <a:spcPts val="0"/>
              </a:spcAft>
              <a:buClr>
                <a:srgbClr val="3F3F3F"/>
              </a:buClr>
              <a:buSzPts val="2700"/>
              <a:buFont typeface="Arial"/>
              <a:buChar char="•"/>
              <a:defRPr b="0" i="0" sz="2700" u="none" cap="none" strike="noStrike">
                <a:solidFill>
                  <a:srgbClr val="3F3F3F"/>
                </a:solidFill>
                <a:latin typeface="Lato"/>
                <a:ea typeface="Lato"/>
                <a:cs typeface="Lato"/>
                <a:sym typeface="Lato"/>
              </a:defRPr>
            </a:lvl3pPr>
            <a:lvl4pPr indent="-381000" lvl="3" marL="1828800" marR="0" rtl="0" algn="l">
              <a:lnSpc>
                <a:spcPct val="130000"/>
              </a:lnSpc>
              <a:spcBef>
                <a:spcPts val="0"/>
              </a:spcBef>
              <a:spcAft>
                <a:spcPts val="0"/>
              </a:spcAft>
              <a:buClr>
                <a:srgbClr val="3F3F3F"/>
              </a:buClr>
              <a:buSzPts val="2400"/>
              <a:buFont typeface="Arial"/>
              <a:buChar char="•"/>
              <a:defRPr b="0" i="0" sz="2400" u="none" cap="none" strike="noStrike">
                <a:solidFill>
                  <a:srgbClr val="3F3F3F"/>
                </a:solidFill>
                <a:latin typeface="Lato"/>
                <a:ea typeface="Lato"/>
                <a:cs typeface="Lato"/>
                <a:sym typeface="Lato"/>
              </a:defRPr>
            </a:lvl4pPr>
            <a:lvl5pPr indent="-361950" lvl="4" marL="2286000" marR="0" rtl="0" algn="l">
              <a:lnSpc>
                <a:spcPct val="130000"/>
              </a:lnSpc>
              <a:spcBef>
                <a:spcPts val="0"/>
              </a:spcBef>
              <a:spcAft>
                <a:spcPts val="0"/>
              </a:spcAft>
              <a:buClr>
                <a:srgbClr val="3F3F3F"/>
              </a:buClr>
              <a:buSzPts val="2100"/>
              <a:buFont typeface="Arial"/>
              <a:buChar char="•"/>
              <a:defRPr b="0" i="0" sz="2100" u="none" cap="none" strike="noStrike">
                <a:solidFill>
                  <a:srgbClr val="3F3F3F"/>
                </a:solidFill>
                <a:latin typeface="Lato"/>
                <a:ea typeface="Lato"/>
                <a:cs typeface="Lato"/>
                <a:sym typeface="Lato"/>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Lato"/>
                <a:ea typeface="Lato"/>
                <a:cs typeface="Lato"/>
                <a:sym typeface="Lato"/>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Lato"/>
                <a:ea typeface="Lato"/>
                <a:cs typeface="Lato"/>
                <a:sym typeface="Lato"/>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Lato"/>
                <a:ea typeface="Lato"/>
                <a:cs typeface="Lato"/>
                <a:sym typeface="Lato"/>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Lato"/>
                <a:ea typeface="Lato"/>
                <a:cs typeface="Lato"/>
                <a:sym typeface="Lato"/>
              </a:defRPr>
            </a:lvl9pPr>
          </a:lstStyle>
          <a:p/>
        </p:txBody>
      </p:sp>
      <p:sp>
        <p:nvSpPr>
          <p:cNvPr id="12" name="Google Shape;12;p15"/>
          <p:cNvSpPr txBox="1"/>
          <p:nvPr>
            <p:ph idx="10" type="dt"/>
          </p:nvPr>
        </p:nvSpPr>
        <p:spPr>
          <a:xfrm>
            <a:off x="1042200" y="9534525"/>
            <a:ext cx="4114800" cy="547688"/>
          </a:xfrm>
          <a:prstGeom prst="rect">
            <a:avLst/>
          </a:prstGeom>
          <a:noFill/>
          <a:ln>
            <a:noFill/>
          </a:ln>
        </p:spPr>
        <p:txBody>
          <a:bodyPr anchorCtr="0" anchor="ctr" bIns="0" lIns="0" spcFirstLastPara="1" rIns="0" wrap="square" tIns="0">
            <a:normAutofit/>
          </a:bodyPr>
          <a:lstStyle>
            <a:lvl1pPr lvl="0" marR="0" rtl="0" algn="l">
              <a:spcBef>
                <a:spcPts val="0"/>
              </a:spcBef>
              <a:spcAft>
                <a:spcPts val="0"/>
              </a:spcAft>
              <a:buSzPts val="1400"/>
              <a:buNone/>
              <a:defRPr b="0" i="0" sz="18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Lato"/>
                <a:ea typeface="Lato"/>
                <a:cs typeface="Lato"/>
                <a:sym typeface="Lato"/>
              </a:defRPr>
            </a:lvl2pPr>
            <a:lvl3pPr lvl="2" marR="0" rtl="0" algn="l">
              <a:spcBef>
                <a:spcPts val="0"/>
              </a:spcBef>
              <a:spcAft>
                <a:spcPts val="0"/>
              </a:spcAft>
              <a:buSzPts val="1400"/>
              <a:buNone/>
              <a:defRPr b="0" i="0" sz="1800" u="none" cap="none" strike="noStrike">
                <a:solidFill>
                  <a:schemeClr val="dk1"/>
                </a:solidFill>
                <a:latin typeface="Lato"/>
                <a:ea typeface="Lato"/>
                <a:cs typeface="Lato"/>
                <a:sym typeface="Lato"/>
              </a:defRPr>
            </a:lvl3pPr>
            <a:lvl4pPr lvl="3" marR="0" rtl="0" algn="l">
              <a:spcBef>
                <a:spcPts val="0"/>
              </a:spcBef>
              <a:spcAft>
                <a:spcPts val="0"/>
              </a:spcAft>
              <a:buSzPts val="1400"/>
              <a:buNone/>
              <a:defRPr b="0" i="0" sz="1800" u="none" cap="none" strike="noStrike">
                <a:solidFill>
                  <a:schemeClr val="dk1"/>
                </a:solidFill>
                <a:latin typeface="Lato"/>
                <a:ea typeface="Lato"/>
                <a:cs typeface="Lato"/>
                <a:sym typeface="Lato"/>
              </a:defRPr>
            </a:lvl4pPr>
            <a:lvl5pPr lvl="4" marR="0" rtl="0" algn="l">
              <a:spcBef>
                <a:spcPts val="0"/>
              </a:spcBef>
              <a:spcAft>
                <a:spcPts val="0"/>
              </a:spcAft>
              <a:buSzPts val="1400"/>
              <a:buNone/>
              <a:defRPr b="0" i="0" sz="1800" u="none" cap="none" strike="noStrike">
                <a:solidFill>
                  <a:schemeClr val="dk1"/>
                </a:solidFill>
                <a:latin typeface="Lato"/>
                <a:ea typeface="Lato"/>
                <a:cs typeface="Lato"/>
                <a:sym typeface="Lato"/>
              </a:defRPr>
            </a:lvl5pPr>
            <a:lvl6pPr lvl="5" marR="0" rtl="0" algn="l">
              <a:spcBef>
                <a:spcPts val="0"/>
              </a:spcBef>
              <a:spcAft>
                <a:spcPts val="0"/>
              </a:spcAft>
              <a:buSzPts val="1400"/>
              <a:buNone/>
              <a:defRPr b="0" i="0" sz="1800" u="none" cap="none" strike="noStrike">
                <a:solidFill>
                  <a:schemeClr val="dk1"/>
                </a:solidFill>
                <a:latin typeface="Lato"/>
                <a:ea typeface="Lato"/>
                <a:cs typeface="Lato"/>
                <a:sym typeface="Lato"/>
              </a:defRPr>
            </a:lvl6pPr>
            <a:lvl7pPr lvl="6" marR="0" rtl="0" algn="l">
              <a:spcBef>
                <a:spcPts val="0"/>
              </a:spcBef>
              <a:spcAft>
                <a:spcPts val="0"/>
              </a:spcAft>
              <a:buSzPts val="1400"/>
              <a:buNone/>
              <a:defRPr b="0" i="0" sz="1800" u="none" cap="none" strike="noStrike">
                <a:solidFill>
                  <a:schemeClr val="dk1"/>
                </a:solidFill>
                <a:latin typeface="Lato"/>
                <a:ea typeface="Lato"/>
                <a:cs typeface="Lato"/>
                <a:sym typeface="Lato"/>
              </a:defRPr>
            </a:lvl7pPr>
            <a:lvl8pPr lvl="7" marR="0" rtl="0" algn="l">
              <a:spcBef>
                <a:spcPts val="0"/>
              </a:spcBef>
              <a:spcAft>
                <a:spcPts val="0"/>
              </a:spcAft>
              <a:buSzPts val="1400"/>
              <a:buNone/>
              <a:defRPr b="0" i="0" sz="1800" u="none" cap="none" strike="noStrike">
                <a:solidFill>
                  <a:schemeClr val="dk1"/>
                </a:solidFill>
                <a:latin typeface="Lato"/>
                <a:ea typeface="Lato"/>
                <a:cs typeface="Lato"/>
                <a:sym typeface="Lato"/>
              </a:defRPr>
            </a:lvl8pPr>
            <a:lvl9pPr lvl="8" marR="0" rtl="0" algn="l">
              <a:spcBef>
                <a:spcPts val="0"/>
              </a:spcBef>
              <a:spcAft>
                <a:spcPts val="0"/>
              </a:spcAft>
              <a:buSzPts val="1400"/>
              <a:buNone/>
              <a:defRPr b="0" i="0" sz="1800" u="none" cap="none" strike="noStrike">
                <a:solidFill>
                  <a:schemeClr val="dk1"/>
                </a:solidFill>
                <a:latin typeface="Lato"/>
                <a:ea typeface="Lato"/>
                <a:cs typeface="Lato"/>
                <a:sym typeface="Lato"/>
              </a:defRPr>
            </a:lvl9pPr>
          </a:lstStyle>
          <a:p/>
        </p:txBody>
      </p:sp>
      <p:sp>
        <p:nvSpPr>
          <p:cNvPr id="13" name="Google Shape;13;p15"/>
          <p:cNvSpPr txBox="1"/>
          <p:nvPr>
            <p:ph idx="11" type="ftr"/>
          </p:nvPr>
        </p:nvSpPr>
        <p:spPr>
          <a:xfrm>
            <a:off x="6057900" y="9534525"/>
            <a:ext cx="6172200" cy="547688"/>
          </a:xfrm>
          <a:prstGeom prst="rect">
            <a:avLst/>
          </a:prstGeom>
          <a:noFill/>
          <a:ln>
            <a:noFill/>
          </a:ln>
        </p:spPr>
        <p:txBody>
          <a:bodyPr anchorCtr="0" anchor="ctr" bIns="0" lIns="0" spcFirstLastPara="1" rIns="0" wrap="square" tIns="0">
            <a:normAutofit/>
          </a:bodyPr>
          <a:lstStyle>
            <a:lvl1pPr lvl="0" marR="0" rtl="0" algn="ctr">
              <a:spcBef>
                <a:spcPts val="0"/>
              </a:spcBef>
              <a:spcAft>
                <a:spcPts val="0"/>
              </a:spcAft>
              <a:buSzPts val="1400"/>
              <a:buNone/>
              <a:defRPr b="0" i="0" sz="18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Lato"/>
                <a:ea typeface="Lato"/>
                <a:cs typeface="Lato"/>
                <a:sym typeface="Lato"/>
              </a:defRPr>
            </a:lvl2pPr>
            <a:lvl3pPr lvl="2" marR="0" rtl="0" algn="l">
              <a:spcBef>
                <a:spcPts val="0"/>
              </a:spcBef>
              <a:spcAft>
                <a:spcPts val="0"/>
              </a:spcAft>
              <a:buSzPts val="1400"/>
              <a:buNone/>
              <a:defRPr b="0" i="0" sz="1800" u="none" cap="none" strike="noStrike">
                <a:solidFill>
                  <a:schemeClr val="dk1"/>
                </a:solidFill>
                <a:latin typeface="Lato"/>
                <a:ea typeface="Lato"/>
                <a:cs typeface="Lato"/>
                <a:sym typeface="Lato"/>
              </a:defRPr>
            </a:lvl3pPr>
            <a:lvl4pPr lvl="3" marR="0" rtl="0" algn="l">
              <a:spcBef>
                <a:spcPts val="0"/>
              </a:spcBef>
              <a:spcAft>
                <a:spcPts val="0"/>
              </a:spcAft>
              <a:buSzPts val="1400"/>
              <a:buNone/>
              <a:defRPr b="0" i="0" sz="1800" u="none" cap="none" strike="noStrike">
                <a:solidFill>
                  <a:schemeClr val="dk1"/>
                </a:solidFill>
                <a:latin typeface="Lato"/>
                <a:ea typeface="Lato"/>
                <a:cs typeface="Lato"/>
                <a:sym typeface="Lato"/>
              </a:defRPr>
            </a:lvl4pPr>
            <a:lvl5pPr lvl="4" marR="0" rtl="0" algn="l">
              <a:spcBef>
                <a:spcPts val="0"/>
              </a:spcBef>
              <a:spcAft>
                <a:spcPts val="0"/>
              </a:spcAft>
              <a:buSzPts val="1400"/>
              <a:buNone/>
              <a:defRPr b="0" i="0" sz="1800" u="none" cap="none" strike="noStrike">
                <a:solidFill>
                  <a:schemeClr val="dk1"/>
                </a:solidFill>
                <a:latin typeface="Lato"/>
                <a:ea typeface="Lato"/>
                <a:cs typeface="Lato"/>
                <a:sym typeface="Lato"/>
              </a:defRPr>
            </a:lvl5pPr>
            <a:lvl6pPr lvl="5" marR="0" rtl="0" algn="l">
              <a:spcBef>
                <a:spcPts val="0"/>
              </a:spcBef>
              <a:spcAft>
                <a:spcPts val="0"/>
              </a:spcAft>
              <a:buSzPts val="1400"/>
              <a:buNone/>
              <a:defRPr b="0" i="0" sz="1800" u="none" cap="none" strike="noStrike">
                <a:solidFill>
                  <a:schemeClr val="dk1"/>
                </a:solidFill>
                <a:latin typeface="Lato"/>
                <a:ea typeface="Lato"/>
                <a:cs typeface="Lato"/>
                <a:sym typeface="Lato"/>
              </a:defRPr>
            </a:lvl6pPr>
            <a:lvl7pPr lvl="6" marR="0" rtl="0" algn="l">
              <a:spcBef>
                <a:spcPts val="0"/>
              </a:spcBef>
              <a:spcAft>
                <a:spcPts val="0"/>
              </a:spcAft>
              <a:buSzPts val="1400"/>
              <a:buNone/>
              <a:defRPr b="0" i="0" sz="1800" u="none" cap="none" strike="noStrike">
                <a:solidFill>
                  <a:schemeClr val="dk1"/>
                </a:solidFill>
                <a:latin typeface="Lato"/>
                <a:ea typeface="Lato"/>
                <a:cs typeface="Lato"/>
                <a:sym typeface="Lato"/>
              </a:defRPr>
            </a:lvl7pPr>
            <a:lvl8pPr lvl="7" marR="0" rtl="0" algn="l">
              <a:spcBef>
                <a:spcPts val="0"/>
              </a:spcBef>
              <a:spcAft>
                <a:spcPts val="0"/>
              </a:spcAft>
              <a:buSzPts val="1400"/>
              <a:buNone/>
              <a:defRPr b="0" i="0" sz="1800" u="none" cap="none" strike="noStrike">
                <a:solidFill>
                  <a:schemeClr val="dk1"/>
                </a:solidFill>
                <a:latin typeface="Lato"/>
                <a:ea typeface="Lato"/>
                <a:cs typeface="Lato"/>
                <a:sym typeface="Lato"/>
              </a:defRPr>
            </a:lvl8pPr>
            <a:lvl9pPr lvl="8" marR="0" rtl="0" algn="l">
              <a:spcBef>
                <a:spcPts val="0"/>
              </a:spcBef>
              <a:spcAft>
                <a:spcPts val="0"/>
              </a:spcAft>
              <a:buSzPts val="1400"/>
              <a:buNone/>
              <a:defRPr b="0" i="0" sz="1800" u="none" cap="none" strike="noStrike">
                <a:solidFill>
                  <a:schemeClr val="dk1"/>
                </a:solidFill>
                <a:latin typeface="Lato"/>
                <a:ea typeface="Lato"/>
                <a:cs typeface="Lato"/>
                <a:sym typeface="Lato"/>
              </a:defRPr>
            </a:lvl9pPr>
          </a:lstStyle>
          <a:p/>
        </p:txBody>
      </p:sp>
      <p:sp>
        <p:nvSpPr>
          <p:cNvPr id="14" name="Google Shape;14;p15"/>
          <p:cNvSpPr txBox="1"/>
          <p:nvPr>
            <p:ph idx="12" type="sldNum"/>
          </p:nvPr>
        </p:nvSpPr>
        <p:spPr>
          <a:xfrm>
            <a:off x="13127400" y="9534525"/>
            <a:ext cx="4114800" cy="547688"/>
          </a:xfrm>
          <a:prstGeom prst="rect">
            <a:avLst/>
          </a:prstGeom>
          <a:noFill/>
          <a:ln>
            <a:noFill/>
          </a:ln>
        </p:spPr>
        <p:txBody>
          <a:bodyPr anchorCtr="0" anchor="ctr" bIns="0" lIns="0" spcFirstLastPara="1" rIns="0" wrap="square" tIns="0">
            <a:normAutofit/>
          </a:bodyPr>
          <a:lstStyle>
            <a:lvl1pPr indent="0" lvl="0" marL="0" marR="0" rtl="0" algn="r">
              <a:spcBef>
                <a:spcPts val="0"/>
              </a:spcBef>
              <a:buNone/>
              <a:defRPr b="0" i="0" sz="1800" u="none" cap="none" strike="noStrike">
                <a:solidFill>
                  <a:srgbClr val="888888"/>
                </a:solidFill>
                <a:latin typeface="Arial"/>
                <a:ea typeface="Arial"/>
                <a:cs typeface="Arial"/>
                <a:sym typeface="Arial"/>
              </a:defRPr>
            </a:lvl1pPr>
            <a:lvl2pPr indent="0" lvl="1" marL="0" marR="0" rtl="0" algn="r">
              <a:spcBef>
                <a:spcPts val="0"/>
              </a:spcBef>
              <a:buNone/>
              <a:defRPr b="0" i="0" sz="1800" u="none" cap="none" strike="noStrike">
                <a:solidFill>
                  <a:srgbClr val="888888"/>
                </a:solidFill>
                <a:latin typeface="Arial"/>
                <a:ea typeface="Arial"/>
                <a:cs typeface="Arial"/>
                <a:sym typeface="Arial"/>
              </a:defRPr>
            </a:lvl2pPr>
            <a:lvl3pPr indent="0" lvl="2" marL="0" marR="0" rtl="0" algn="r">
              <a:spcBef>
                <a:spcPts val="0"/>
              </a:spcBef>
              <a:buNone/>
              <a:defRPr b="0" i="0" sz="1800" u="none" cap="none" strike="noStrike">
                <a:solidFill>
                  <a:srgbClr val="888888"/>
                </a:solidFill>
                <a:latin typeface="Arial"/>
                <a:ea typeface="Arial"/>
                <a:cs typeface="Arial"/>
                <a:sym typeface="Arial"/>
              </a:defRPr>
            </a:lvl3pPr>
            <a:lvl4pPr indent="0" lvl="3" marL="0" marR="0" rtl="0" algn="r">
              <a:spcBef>
                <a:spcPts val="0"/>
              </a:spcBef>
              <a:buNone/>
              <a:defRPr b="0" i="0" sz="1800" u="none" cap="none" strike="noStrike">
                <a:solidFill>
                  <a:srgbClr val="888888"/>
                </a:solidFill>
                <a:latin typeface="Arial"/>
                <a:ea typeface="Arial"/>
                <a:cs typeface="Arial"/>
                <a:sym typeface="Arial"/>
              </a:defRPr>
            </a:lvl4pPr>
            <a:lvl5pPr indent="0" lvl="4" marL="0" marR="0" rtl="0" algn="r">
              <a:spcBef>
                <a:spcPts val="0"/>
              </a:spcBef>
              <a:buNone/>
              <a:defRPr b="0" i="0" sz="1800" u="none" cap="none" strike="noStrike">
                <a:solidFill>
                  <a:srgbClr val="888888"/>
                </a:solidFill>
                <a:latin typeface="Arial"/>
                <a:ea typeface="Arial"/>
                <a:cs typeface="Arial"/>
                <a:sym typeface="Arial"/>
              </a:defRPr>
            </a:lvl5pPr>
            <a:lvl6pPr indent="0" lvl="5" marL="0" marR="0" rtl="0" algn="r">
              <a:spcBef>
                <a:spcPts val="0"/>
              </a:spcBef>
              <a:buNone/>
              <a:defRPr b="0" i="0" sz="1800" u="none" cap="none" strike="noStrike">
                <a:solidFill>
                  <a:srgbClr val="888888"/>
                </a:solidFill>
                <a:latin typeface="Arial"/>
                <a:ea typeface="Arial"/>
                <a:cs typeface="Arial"/>
                <a:sym typeface="Arial"/>
              </a:defRPr>
            </a:lvl6pPr>
            <a:lvl7pPr indent="0" lvl="6" marL="0" marR="0" rtl="0" algn="r">
              <a:spcBef>
                <a:spcPts val="0"/>
              </a:spcBef>
              <a:buNone/>
              <a:defRPr b="0" i="0" sz="1800" u="none" cap="none" strike="noStrike">
                <a:solidFill>
                  <a:srgbClr val="888888"/>
                </a:solidFill>
                <a:latin typeface="Arial"/>
                <a:ea typeface="Arial"/>
                <a:cs typeface="Arial"/>
                <a:sym typeface="Arial"/>
              </a:defRPr>
            </a:lvl7pPr>
            <a:lvl8pPr indent="0" lvl="7" marL="0" marR="0" rtl="0" algn="r">
              <a:spcBef>
                <a:spcPts val="0"/>
              </a:spcBef>
              <a:buNone/>
              <a:defRPr b="0" i="0" sz="1800" u="none" cap="none" strike="noStrike">
                <a:solidFill>
                  <a:srgbClr val="888888"/>
                </a:solidFill>
                <a:latin typeface="Arial"/>
                <a:ea typeface="Arial"/>
                <a:cs typeface="Arial"/>
                <a:sym typeface="Arial"/>
              </a:defRPr>
            </a:lvl8pPr>
            <a:lvl9pPr indent="0" lvl="8" marL="0" marR="0" rtl="0" algn="r">
              <a:spcBef>
                <a:spcPts val="0"/>
              </a:spcBef>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 name="Shape 92"/>
        <p:cNvGrpSpPr/>
        <p:nvPr/>
      </p:nvGrpSpPr>
      <p:grpSpPr>
        <a:xfrm>
          <a:off x="0" y="0"/>
          <a:ext cx="0" cy="0"/>
          <a:chOff x="0" y="0"/>
          <a:chExt cx="0" cy="0"/>
        </a:xfrm>
      </p:grpSpPr>
      <p:sp>
        <p:nvSpPr>
          <p:cNvPr id="93" name="Google Shape;93;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4" name="Google Shape;94;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5" name="Google Shape;9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6" name="Google Shape;9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7" name="Google Shape;9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
          <p:cNvSpPr/>
          <p:nvPr/>
        </p:nvSpPr>
        <p:spPr>
          <a:xfrm>
            <a:off x="6019574" y="7124552"/>
            <a:ext cx="6990566" cy="868203"/>
          </a:xfrm>
          <a:custGeom>
            <a:rect b="b" l="l" r="r" t="t"/>
            <a:pathLst>
              <a:path extrusionOk="0" h="868203" w="6990566">
                <a:moveTo>
                  <a:pt x="0" y="0"/>
                </a:moveTo>
                <a:lnTo>
                  <a:pt x="6990566" y="0"/>
                </a:lnTo>
                <a:lnTo>
                  <a:pt x="6990566" y="868203"/>
                </a:lnTo>
                <a:lnTo>
                  <a:pt x="0" y="86820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81" name="Google Shape;181;p1"/>
          <p:cNvSpPr txBox="1"/>
          <p:nvPr/>
        </p:nvSpPr>
        <p:spPr>
          <a:xfrm>
            <a:off x="2209800" y="7962900"/>
            <a:ext cx="14641830" cy="1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3709">
                <a:solidFill>
                  <a:schemeClr val="lt1"/>
                </a:solidFill>
                <a:latin typeface="Lato"/>
                <a:ea typeface="Lato"/>
                <a:cs typeface="Lato"/>
                <a:sym typeface="Lato"/>
              </a:rPr>
              <a:t>Arun Kumar</a:t>
            </a:r>
            <a:endParaRPr b="1" sz="3709">
              <a:solidFill>
                <a:schemeClr val="lt1"/>
              </a:solidFill>
              <a:latin typeface="Lato"/>
              <a:ea typeface="Lato"/>
              <a:cs typeface="Lato"/>
              <a:sym typeface="Lato"/>
            </a:endParaRPr>
          </a:p>
          <a:p>
            <a:pPr indent="0" lvl="0" marL="0" marR="0" rtl="0" algn="ctr">
              <a:lnSpc>
                <a:spcPct val="100000"/>
              </a:lnSpc>
              <a:spcBef>
                <a:spcPts val="0"/>
              </a:spcBef>
              <a:spcAft>
                <a:spcPts val="0"/>
              </a:spcAft>
              <a:buNone/>
            </a:pPr>
            <a:r>
              <a:rPr b="1" lang="en-US" sz="3709">
                <a:solidFill>
                  <a:schemeClr val="lt1"/>
                </a:solidFill>
                <a:latin typeface="Lato"/>
                <a:ea typeface="Lato"/>
                <a:cs typeface="Lato"/>
                <a:sym typeface="Lato"/>
              </a:rPr>
              <a:t>Senior Project Engineer</a:t>
            </a:r>
            <a:endParaRPr b="1" sz="3709">
              <a:solidFill>
                <a:schemeClr val="lt1"/>
              </a:solidFill>
              <a:latin typeface="Lato"/>
              <a:ea typeface="Lato"/>
              <a:cs typeface="Lato"/>
              <a:sym typeface="Lato"/>
            </a:endParaRPr>
          </a:p>
          <a:p>
            <a:pPr indent="0" lvl="0" marL="0" marR="0" rtl="0" algn="ctr">
              <a:lnSpc>
                <a:spcPct val="100000"/>
              </a:lnSpc>
              <a:spcBef>
                <a:spcPts val="0"/>
              </a:spcBef>
              <a:spcAft>
                <a:spcPts val="0"/>
              </a:spcAft>
              <a:buNone/>
            </a:pPr>
            <a:r>
              <a:rPr b="1" lang="en-US" sz="3709">
                <a:solidFill>
                  <a:schemeClr val="lt1"/>
                </a:solidFill>
                <a:latin typeface="Lato"/>
                <a:ea typeface="Lato"/>
                <a:cs typeface="Lato"/>
                <a:sym typeface="Lato"/>
              </a:rPr>
              <a:t>Software Technology &amp; Cyber Security Group</a:t>
            </a:r>
            <a:endParaRPr b="1" sz="3709">
              <a:solidFill>
                <a:schemeClr val="lt1"/>
              </a:solidFill>
              <a:latin typeface="Lato"/>
              <a:ea typeface="Lato"/>
              <a:cs typeface="Lato"/>
              <a:sym typeface="Lato"/>
            </a:endParaRPr>
          </a:p>
        </p:txBody>
      </p:sp>
      <p:sp>
        <p:nvSpPr>
          <p:cNvPr id="182" name="Google Shape;182;p1"/>
          <p:cNvSpPr txBox="1"/>
          <p:nvPr>
            <p:ph idx="4294967295" type="subTitle"/>
          </p:nvPr>
        </p:nvSpPr>
        <p:spPr>
          <a:xfrm>
            <a:off x="7620000" y="7353300"/>
            <a:ext cx="3213735" cy="603885"/>
          </a:xfrm>
          <a:prstGeom prst="rect">
            <a:avLst/>
          </a:prstGeom>
          <a:noFill/>
          <a:ln>
            <a:noFill/>
          </a:ln>
        </p:spPr>
        <p:txBody>
          <a:bodyPr anchorCtr="0" anchor="t" bIns="45700" lIns="91425" spcFirstLastPara="1" rIns="91425" wrap="square" tIns="45700">
            <a:normAutofit fontScale="90000"/>
          </a:bodyPr>
          <a:lstStyle/>
          <a:p>
            <a:pPr indent="0" lvl="0" marL="0" marR="0" rtl="0" algn="ctr">
              <a:lnSpc>
                <a:spcPct val="100000"/>
              </a:lnSpc>
              <a:spcBef>
                <a:spcPts val="0"/>
              </a:spcBef>
              <a:spcAft>
                <a:spcPts val="0"/>
              </a:spcAft>
              <a:buClr>
                <a:srgbClr val="3F3F3F"/>
              </a:buClr>
              <a:buSzPct val="100000"/>
              <a:buFont typeface="Arial"/>
              <a:buNone/>
            </a:pPr>
            <a:r>
              <a:rPr b="0" i="0" lang="en-US" sz="3600" u="none" cap="none" strike="noStrike">
                <a:solidFill>
                  <a:srgbClr val="3F3F3F"/>
                </a:solidFill>
                <a:latin typeface="Manrope ExtraBold"/>
                <a:ea typeface="Manrope ExtraBold"/>
                <a:cs typeface="Manrope ExtraBold"/>
                <a:sym typeface="Manrope ExtraBold"/>
              </a:rPr>
              <a:t>Presenter</a:t>
            </a:r>
            <a:endParaRPr b="0" i="0" sz="3600" u="none" cap="none" strike="noStrike">
              <a:solidFill>
                <a:srgbClr val="3F3F3F"/>
              </a:solidFill>
              <a:latin typeface="Manrope ExtraBold"/>
              <a:ea typeface="Manrope ExtraBold"/>
              <a:cs typeface="Manrope ExtraBold"/>
              <a:sym typeface="Manrope ExtraBold"/>
            </a:endParaRPr>
          </a:p>
        </p:txBody>
      </p:sp>
      <p:sp>
        <p:nvSpPr>
          <p:cNvPr id="183" name="Google Shape;183;p1"/>
          <p:cNvSpPr txBox="1"/>
          <p:nvPr>
            <p:ph type="ctrTitle"/>
          </p:nvPr>
        </p:nvSpPr>
        <p:spPr>
          <a:xfrm>
            <a:off x="1745933" y="785813"/>
            <a:ext cx="9942195" cy="5117783"/>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0"/>
              </a:spcBef>
              <a:spcAft>
                <a:spcPts val="0"/>
              </a:spcAft>
              <a:buClr>
                <a:schemeClr val="lt1"/>
              </a:buClr>
              <a:buSzPts val="7200"/>
              <a:buFont typeface="Manrope ExtraBold"/>
              <a:buNone/>
            </a:pPr>
            <a:r>
              <a:rPr lang="en-US" sz="7200"/>
              <a:t>Linux and Operating System</a:t>
            </a:r>
            <a:endParaRPr sz="7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
          <p:cNvSpPr txBox="1"/>
          <p:nvPr>
            <p:ph type="title"/>
          </p:nvPr>
        </p:nvSpPr>
        <p:spPr>
          <a:xfrm>
            <a:off x="1315667" y="1910793"/>
            <a:ext cx="15656669" cy="1621632"/>
          </a:xfrm>
          <a:prstGeom prst="rect">
            <a:avLst/>
          </a:prstGeom>
          <a:noFill/>
          <a:ln>
            <a:noFill/>
          </a:ln>
        </p:spPr>
        <p:txBody>
          <a:bodyPr anchorCtr="0" anchor="b" bIns="0" lIns="0" spcFirstLastPara="1" rIns="0" wrap="square" tIns="0">
            <a:normAutofit/>
          </a:bodyPr>
          <a:lstStyle/>
          <a:p>
            <a:pPr indent="0" lvl="0" marL="0" rtl="0" algn="ctr">
              <a:lnSpc>
                <a:spcPct val="100000"/>
              </a:lnSpc>
              <a:spcBef>
                <a:spcPts val="0"/>
              </a:spcBef>
              <a:spcAft>
                <a:spcPts val="0"/>
              </a:spcAft>
              <a:buClr>
                <a:schemeClr val="lt1"/>
              </a:buClr>
              <a:buSzPts val="6600"/>
              <a:buFont typeface="Manrope ExtraBold"/>
              <a:buNone/>
            </a:pPr>
            <a:r>
              <a:rPr lang="en-US">
                <a:latin typeface="Manrope ExtraBold"/>
                <a:ea typeface="Manrope ExtraBold"/>
                <a:cs typeface="Manrope ExtraBold"/>
                <a:sym typeface="Manrope ExtraBold"/>
              </a:rPr>
              <a:t>Course Outline</a:t>
            </a:r>
            <a:endParaRPr>
              <a:latin typeface="Manrope ExtraBold"/>
              <a:ea typeface="Manrope ExtraBold"/>
              <a:cs typeface="Manrope ExtraBold"/>
              <a:sym typeface="Manrope ExtraBold"/>
            </a:endParaRPr>
          </a:p>
        </p:txBody>
      </p:sp>
      <p:sp>
        <p:nvSpPr>
          <p:cNvPr id="193" name="Google Shape;193;p2"/>
          <p:cNvSpPr txBox="1"/>
          <p:nvPr/>
        </p:nvSpPr>
        <p:spPr>
          <a:xfrm>
            <a:off x="3787491" y="5791994"/>
            <a:ext cx="1665168" cy="6348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800">
                <a:solidFill>
                  <a:schemeClr val="accent1"/>
                </a:solidFill>
                <a:latin typeface="Lato"/>
                <a:ea typeface="Lato"/>
                <a:cs typeface="Lato"/>
                <a:sym typeface="Lato"/>
              </a:rPr>
              <a:t>01</a:t>
            </a:r>
            <a:endParaRPr b="1" sz="2800">
              <a:solidFill>
                <a:schemeClr val="accent1"/>
              </a:solidFill>
              <a:latin typeface="Lato"/>
              <a:ea typeface="Lato"/>
              <a:cs typeface="Lato"/>
              <a:sym typeface="Lato"/>
            </a:endParaRPr>
          </a:p>
        </p:txBody>
      </p:sp>
      <p:sp>
        <p:nvSpPr>
          <p:cNvPr id="194" name="Google Shape;194;p2"/>
          <p:cNvSpPr txBox="1"/>
          <p:nvPr/>
        </p:nvSpPr>
        <p:spPr>
          <a:xfrm>
            <a:off x="3787491" y="6535480"/>
            <a:ext cx="1665168" cy="1222859"/>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600">
                <a:solidFill>
                  <a:srgbClr val="3F3F3F"/>
                </a:solidFill>
                <a:latin typeface="Manrope ExtraBold"/>
                <a:ea typeface="Manrope ExtraBold"/>
                <a:cs typeface="Manrope ExtraBold"/>
                <a:sym typeface="Manrope ExtraBold"/>
              </a:rPr>
              <a:t>Introduction of Linux</a:t>
            </a:r>
            <a:endParaRPr sz="1600">
              <a:solidFill>
                <a:srgbClr val="3F3F3F"/>
              </a:solidFill>
              <a:latin typeface="Manrope ExtraBold"/>
              <a:ea typeface="Manrope ExtraBold"/>
              <a:cs typeface="Manrope ExtraBold"/>
              <a:sym typeface="Manrope ExtraBold"/>
            </a:endParaRPr>
          </a:p>
        </p:txBody>
      </p:sp>
      <p:cxnSp>
        <p:nvCxnSpPr>
          <p:cNvPr id="195" name="Google Shape;195;p2"/>
          <p:cNvCxnSpPr/>
          <p:nvPr/>
        </p:nvCxnSpPr>
        <p:spPr>
          <a:xfrm>
            <a:off x="5524860" y="6033972"/>
            <a:ext cx="0" cy="1222859"/>
          </a:xfrm>
          <a:prstGeom prst="straightConnector1">
            <a:avLst/>
          </a:prstGeom>
          <a:noFill/>
          <a:ln cap="flat" cmpd="sng" w="12700">
            <a:solidFill>
              <a:schemeClr val="accent2"/>
            </a:solidFill>
            <a:prstDash val="solid"/>
            <a:miter lim="800000"/>
            <a:headEnd len="sm" w="sm" type="none"/>
            <a:tailEnd len="sm" w="sm" type="none"/>
          </a:ln>
        </p:spPr>
      </p:cxnSp>
      <p:cxnSp>
        <p:nvCxnSpPr>
          <p:cNvPr id="196" name="Google Shape;196;p2"/>
          <p:cNvCxnSpPr/>
          <p:nvPr/>
        </p:nvCxnSpPr>
        <p:spPr>
          <a:xfrm>
            <a:off x="7334430" y="6033972"/>
            <a:ext cx="0" cy="1222859"/>
          </a:xfrm>
          <a:prstGeom prst="straightConnector1">
            <a:avLst/>
          </a:prstGeom>
          <a:noFill/>
          <a:ln cap="flat" cmpd="sng" w="12700">
            <a:solidFill>
              <a:schemeClr val="accent3"/>
            </a:solidFill>
            <a:prstDash val="solid"/>
            <a:miter lim="800000"/>
            <a:headEnd len="sm" w="sm" type="none"/>
            <a:tailEnd len="sm" w="sm" type="none"/>
          </a:ln>
        </p:spPr>
      </p:cxnSp>
      <p:cxnSp>
        <p:nvCxnSpPr>
          <p:cNvPr id="197" name="Google Shape;197;p2"/>
          <p:cNvCxnSpPr/>
          <p:nvPr/>
        </p:nvCxnSpPr>
        <p:spPr>
          <a:xfrm>
            <a:off x="9144000" y="6033972"/>
            <a:ext cx="0" cy="1222859"/>
          </a:xfrm>
          <a:prstGeom prst="straightConnector1">
            <a:avLst/>
          </a:prstGeom>
          <a:noFill/>
          <a:ln cap="flat" cmpd="sng" w="12700">
            <a:solidFill>
              <a:schemeClr val="accent4"/>
            </a:solidFill>
            <a:prstDash val="solid"/>
            <a:miter lim="800000"/>
            <a:headEnd len="sm" w="sm" type="none"/>
            <a:tailEnd len="sm" w="sm" type="none"/>
          </a:ln>
        </p:spPr>
      </p:cxnSp>
      <p:sp>
        <p:nvSpPr>
          <p:cNvPr id="198" name="Google Shape;198;p2"/>
          <p:cNvSpPr txBox="1"/>
          <p:nvPr/>
        </p:nvSpPr>
        <p:spPr>
          <a:xfrm>
            <a:off x="7406631" y="5791994"/>
            <a:ext cx="1665168" cy="6348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800">
                <a:solidFill>
                  <a:schemeClr val="accent3"/>
                </a:solidFill>
                <a:latin typeface="Lato"/>
                <a:ea typeface="Lato"/>
                <a:cs typeface="Lato"/>
                <a:sym typeface="Lato"/>
              </a:rPr>
              <a:t>03</a:t>
            </a:r>
            <a:endParaRPr b="1" sz="2800">
              <a:solidFill>
                <a:schemeClr val="accent3"/>
              </a:solidFill>
              <a:latin typeface="Lato"/>
              <a:ea typeface="Lato"/>
              <a:cs typeface="Lato"/>
              <a:sym typeface="Lato"/>
            </a:endParaRPr>
          </a:p>
        </p:txBody>
      </p:sp>
      <p:sp>
        <p:nvSpPr>
          <p:cNvPr id="199" name="Google Shape;199;p2"/>
          <p:cNvSpPr txBox="1"/>
          <p:nvPr/>
        </p:nvSpPr>
        <p:spPr>
          <a:xfrm>
            <a:off x="7406631" y="6535480"/>
            <a:ext cx="1665168" cy="1222859"/>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600">
                <a:solidFill>
                  <a:srgbClr val="3F3F3F"/>
                </a:solidFill>
                <a:latin typeface="Manrope ExtraBold"/>
                <a:ea typeface="Manrope ExtraBold"/>
                <a:cs typeface="Manrope ExtraBold"/>
                <a:sym typeface="Manrope ExtraBold"/>
              </a:rPr>
              <a:t>Processes &amp; Scheduling </a:t>
            </a:r>
            <a:endParaRPr sz="1600">
              <a:solidFill>
                <a:srgbClr val="3F3F3F"/>
              </a:solidFill>
              <a:latin typeface="Manrope ExtraBold"/>
              <a:ea typeface="Manrope ExtraBold"/>
              <a:cs typeface="Manrope ExtraBold"/>
              <a:sym typeface="Manrope ExtraBold"/>
            </a:endParaRPr>
          </a:p>
        </p:txBody>
      </p:sp>
      <p:sp>
        <p:nvSpPr>
          <p:cNvPr id="200" name="Google Shape;200;p2"/>
          <p:cNvSpPr txBox="1"/>
          <p:nvPr/>
        </p:nvSpPr>
        <p:spPr>
          <a:xfrm>
            <a:off x="9216201" y="5791994"/>
            <a:ext cx="1665168" cy="6348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800">
                <a:solidFill>
                  <a:schemeClr val="accent4"/>
                </a:solidFill>
                <a:latin typeface="Lato"/>
                <a:ea typeface="Lato"/>
                <a:cs typeface="Lato"/>
                <a:sym typeface="Lato"/>
              </a:rPr>
              <a:t>04</a:t>
            </a:r>
            <a:endParaRPr b="1" sz="2800">
              <a:solidFill>
                <a:schemeClr val="accent4"/>
              </a:solidFill>
              <a:latin typeface="Lato"/>
              <a:ea typeface="Lato"/>
              <a:cs typeface="Lato"/>
              <a:sym typeface="Lato"/>
            </a:endParaRPr>
          </a:p>
        </p:txBody>
      </p:sp>
      <p:sp>
        <p:nvSpPr>
          <p:cNvPr id="201" name="Google Shape;201;p2"/>
          <p:cNvSpPr txBox="1"/>
          <p:nvPr/>
        </p:nvSpPr>
        <p:spPr>
          <a:xfrm>
            <a:off x="9216201" y="6535480"/>
            <a:ext cx="1665168" cy="1222859"/>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600">
                <a:solidFill>
                  <a:srgbClr val="3F3F3F"/>
                </a:solidFill>
                <a:latin typeface="Manrope ExtraBold"/>
                <a:ea typeface="Manrope ExtraBold"/>
                <a:cs typeface="Manrope ExtraBold"/>
                <a:sym typeface="Manrope ExtraBold"/>
              </a:rPr>
              <a:t>Memory Management</a:t>
            </a:r>
            <a:endParaRPr sz="1600">
              <a:solidFill>
                <a:srgbClr val="3F3F3F"/>
              </a:solidFill>
              <a:latin typeface="Manrope ExtraBold"/>
              <a:ea typeface="Manrope ExtraBold"/>
              <a:cs typeface="Manrope ExtraBold"/>
              <a:sym typeface="Manrope ExtraBold"/>
            </a:endParaRPr>
          </a:p>
        </p:txBody>
      </p:sp>
      <p:sp>
        <p:nvSpPr>
          <p:cNvPr id="202" name="Google Shape;202;p2"/>
          <p:cNvSpPr txBox="1"/>
          <p:nvPr/>
        </p:nvSpPr>
        <p:spPr>
          <a:xfrm>
            <a:off x="11025771" y="5791994"/>
            <a:ext cx="1665168" cy="6348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800">
                <a:solidFill>
                  <a:schemeClr val="accent5"/>
                </a:solidFill>
                <a:latin typeface="Lato"/>
                <a:ea typeface="Lato"/>
                <a:cs typeface="Lato"/>
                <a:sym typeface="Lato"/>
              </a:rPr>
              <a:t>05</a:t>
            </a:r>
            <a:endParaRPr b="1" sz="2800">
              <a:solidFill>
                <a:schemeClr val="accent5"/>
              </a:solidFill>
              <a:latin typeface="Lato"/>
              <a:ea typeface="Lato"/>
              <a:cs typeface="Lato"/>
              <a:sym typeface="Lato"/>
            </a:endParaRPr>
          </a:p>
        </p:txBody>
      </p:sp>
      <p:sp>
        <p:nvSpPr>
          <p:cNvPr id="203" name="Google Shape;203;p2"/>
          <p:cNvSpPr txBox="1"/>
          <p:nvPr/>
        </p:nvSpPr>
        <p:spPr>
          <a:xfrm>
            <a:off x="11025771" y="6535480"/>
            <a:ext cx="1665168" cy="1222859"/>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600">
                <a:solidFill>
                  <a:srgbClr val="3F3F3F"/>
                </a:solidFill>
                <a:latin typeface="Manrope ExtraBold"/>
                <a:ea typeface="Manrope ExtraBold"/>
                <a:cs typeface="Manrope ExtraBold"/>
                <a:sym typeface="Manrope ExtraBold"/>
              </a:rPr>
              <a:t>File Systems</a:t>
            </a:r>
            <a:endParaRPr sz="1600">
              <a:solidFill>
                <a:srgbClr val="3F3F3F"/>
              </a:solidFill>
              <a:latin typeface="Manrope ExtraBold"/>
              <a:ea typeface="Manrope ExtraBold"/>
              <a:cs typeface="Manrope ExtraBold"/>
              <a:sym typeface="Manrope ExtraBold"/>
            </a:endParaRPr>
          </a:p>
        </p:txBody>
      </p:sp>
      <p:cxnSp>
        <p:nvCxnSpPr>
          <p:cNvPr id="204" name="Google Shape;204;p2"/>
          <p:cNvCxnSpPr/>
          <p:nvPr/>
        </p:nvCxnSpPr>
        <p:spPr>
          <a:xfrm>
            <a:off x="10953570" y="6033972"/>
            <a:ext cx="0" cy="1222859"/>
          </a:xfrm>
          <a:prstGeom prst="straightConnector1">
            <a:avLst/>
          </a:prstGeom>
          <a:noFill/>
          <a:ln cap="flat" cmpd="sng" w="12700">
            <a:solidFill>
              <a:schemeClr val="accent5"/>
            </a:solidFill>
            <a:prstDash val="solid"/>
            <a:miter lim="800000"/>
            <a:headEnd len="sm" w="sm" type="none"/>
            <a:tailEnd len="sm" w="sm" type="none"/>
          </a:ln>
        </p:spPr>
      </p:cxnSp>
      <p:sp>
        <p:nvSpPr>
          <p:cNvPr id="205" name="Google Shape;205;p2"/>
          <p:cNvSpPr txBox="1"/>
          <p:nvPr/>
        </p:nvSpPr>
        <p:spPr>
          <a:xfrm>
            <a:off x="12835342" y="5791994"/>
            <a:ext cx="1665168" cy="6348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800">
                <a:solidFill>
                  <a:schemeClr val="accent6"/>
                </a:solidFill>
                <a:latin typeface="Lato"/>
                <a:ea typeface="Lato"/>
                <a:cs typeface="Lato"/>
                <a:sym typeface="Lato"/>
              </a:rPr>
              <a:t>06</a:t>
            </a:r>
            <a:endParaRPr b="1" sz="2800">
              <a:solidFill>
                <a:schemeClr val="accent6"/>
              </a:solidFill>
              <a:latin typeface="Lato"/>
              <a:ea typeface="Lato"/>
              <a:cs typeface="Lato"/>
              <a:sym typeface="Lato"/>
            </a:endParaRPr>
          </a:p>
        </p:txBody>
      </p:sp>
      <p:sp>
        <p:nvSpPr>
          <p:cNvPr id="206" name="Google Shape;206;p2"/>
          <p:cNvSpPr txBox="1"/>
          <p:nvPr/>
        </p:nvSpPr>
        <p:spPr>
          <a:xfrm>
            <a:off x="12835342" y="6535480"/>
            <a:ext cx="1665168" cy="1222859"/>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600">
                <a:solidFill>
                  <a:srgbClr val="3F3F3F"/>
                </a:solidFill>
                <a:latin typeface="Manrope ExtraBold"/>
                <a:ea typeface="Manrope ExtraBold"/>
                <a:cs typeface="Manrope ExtraBold"/>
                <a:sym typeface="Manrope ExtraBold"/>
              </a:rPr>
              <a:t>Package Managers</a:t>
            </a:r>
            <a:endParaRPr sz="1600">
              <a:solidFill>
                <a:srgbClr val="3F3F3F"/>
              </a:solidFill>
              <a:latin typeface="Manrope ExtraBold"/>
              <a:ea typeface="Manrope ExtraBold"/>
              <a:cs typeface="Manrope ExtraBold"/>
              <a:sym typeface="Manrope ExtraBold"/>
            </a:endParaRPr>
          </a:p>
        </p:txBody>
      </p:sp>
      <p:cxnSp>
        <p:nvCxnSpPr>
          <p:cNvPr id="207" name="Google Shape;207;p2"/>
          <p:cNvCxnSpPr/>
          <p:nvPr/>
        </p:nvCxnSpPr>
        <p:spPr>
          <a:xfrm>
            <a:off x="12763140" y="6033972"/>
            <a:ext cx="0" cy="1222859"/>
          </a:xfrm>
          <a:prstGeom prst="straightConnector1">
            <a:avLst/>
          </a:prstGeom>
          <a:noFill/>
          <a:ln cap="flat" cmpd="sng" w="12700">
            <a:solidFill>
              <a:schemeClr val="accent6"/>
            </a:solidFill>
            <a:prstDash val="solid"/>
            <a:miter lim="800000"/>
            <a:headEnd len="sm" w="sm" type="none"/>
            <a:tailEnd len="sm" w="sm" type="none"/>
          </a:ln>
        </p:spPr>
      </p:cxnSp>
      <p:sp>
        <p:nvSpPr>
          <p:cNvPr id="208" name="Google Shape;208;p2"/>
          <p:cNvSpPr txBox="1"/>
          <p:nvPr/>
        </p:nvSpPr>
        <p:spPr>
          <a:xfrm>
            <a:off x="5597061" y="5791994"/>
            <a:ext cx="1665168" cy="6348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800">
                <a:solidFill>
                  <a:schemeClr val="accent2"/>
                </a:solidFill>
                <a:latin typeface="Lato"/>
                <a:ea typeface="Lato"/>
                <a:cs typeface="Lato"/>
                <a:sym typeface="Lato"/>
              </a:rPr>
              <a:t>02</a:t>
            </a:r>
            <a:endParaRPr b="1" sz="2800">
              <a:solidFill>
                <a:schemeClr val="accent2"/>
              </a:solidFill>
              <a:latin typeface="Lato"/>
              <a:ea typeface="Lato"/>
              <a:cs typeface="Lato"/>
              <a:sym typeface="Lato"/>
            </a:endParaRPr>
          </a:p>
        </p:txBody>
      </p:sp>
      <p:sp>
        <p:nvSpPr>
          <p:cNvPr id="209" name="Google Shape;209;p2"/>
          <p:cNvSpPr txBox="1"/>
          <p:nvPr/>
        </p:nvSpPr>
        <p:spPr>
          <a:xfrm>
            <a:off x="5597061" y="6535480"/>
            <a:ext cx="1665168" cy="1222859"/>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600">
                <a:solidFill>
                  <a:srgbClr val="3F3F3F"/>
                </a:solidFill>
                <a:latin typeface="Manrope ExtraBold"/>
                <a:ea typeface="Manrope ExtraBold"/>
                <a:cs typeface="Manrope ExtraBold"/>
                <a:sym typeface="Manrope ExtraBold"/>
              </a:rPr>
              <a:t>Shell Scripting</a:t>
            </a:r>
            <a:endParaRPr sz="1600">
              <a:solidFill>
                <a:srgbClr val="3F3F3F"/>
              </a:solidFill>
              <a:latin typeface="Manrope ExtraBold"/>
              <a:ea typeface="Manrope ExtraBold"/>
              <a:cs typeface="Manrope ExtraBold"/>
              <a:sym typeface="Manrope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
          <p:cNvSpPr txBox="1"/>
          <p:nvPr>
            <p:ph type="title"/>
          </p:nvPr>
        </p:nvSpPr>
        <p:spPr>
          <a:xfrm>
            <a:off x="1315667" y="1910793"/>
            <a:ext cx="15656669" cy="1621632"/>
          </a:xfrm>
          <a:prstGeom prst="rect">
            <a:avLst/>
          </a:prstGeom>
          <a:noFill/>
          <a:ln>
            <a:noFill/>
          </a:ln>
        </p:spPr>
        <p:txBody>
          <a:bodyPr anchorCtr="0" anchor="b" bIns="0" lIns="0" spcFirstLastPara="1" rIns="0" wrap="square" tIns="0">
            <a:normAutofit/>
          </a:bodyPr>
          <a:lstStyle/>
          <a:p>
            <a:pPr indent="0" lvl="0" marL="0" rtl="0" algn="ctr">
              <a:lnSpc>
                <a:spcPct val="100000"/>
              </a:lnSpc>
              <a:spcBef>
                <a:spcPts val="0"/>
              </a:spcBef>
              <a:spcAft>
                <a:spcPts val="0"/>
              </a:spcAft>
              <a:buClr>
                <a:schemeClr val="lt1"/>
              </a:buClr>
              <a:buSzPts val="6600"/>
              <a:buFont typeface="Manrope ExtraBold"/>
              <a:buNone/>
            </a:pPr>
            <a:r>
              <a:rPr lang="en-US">
                <a:latin typeface="Manrope ExtraBold"/>
                <a:ea typeface="Manrope ExtraBold"/>
                <a:cs typeface="Manrope ExtraBold"/>
                <a:sym typeface="Manrope ExtraBold"/>
              </a:rPr>
              <a:t>FILE SYSTEM</a:t>
            </a:r>
            <a:endParaRPr>
              <a:latin typeface="Manrope ExtraBold"/>
              <a:ea typeface="Manrope ExtraBold"/>
              <a:cs typeface="Manrope ExtraBold"/>
              <a:sym typeface="Manrope ExtraBold"/>
            </a:endParaRPr>
          </a:p>
        </p:txBody>
      </p:sp>
      <p:sp>
        <p:nvSpPr>
          <p:cNvPr id="219" name="Google Shape;219;p3"/>
          <p:cNvSpPr txBox="1"/>
          <p:nvPr/>
        </p:nvSpPr>
        <p:spPr>
          <a:xfrm>
            <a:off x="4252573" y="5733683"/>
            <a:ext cx="1875600" cy="6732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3200">
                <a:solidFill>
                  <a:schemeClr val="accent1"/>
                </a:solidFill>
                <a:latin typeface="Lato"/>
                <a:ea typeface="Lato"/>
                <a:cs typeface="Lato"/>
                <a:sym typeface="Lato"/>
              </a:rPr>
              <a:t>01</a:t>
            </a:r>
            <a:endParaRPr b="1" sz="3200">
              <a:solidFill>
                <a:schemeClr val="accent1"/>
              </a:solidFill>
              <a:latin typeface="Lato"/>
              <a:ea typeface="Lato"/>
              <a:cs typeface="Lato"/>
              <a:sym typeface="Lato"/>
            </a:endParaRPr>
          </a:p>
        </p:txBody>
      </p:sp>
      <p:sp>
        <p:nvSpPr>
          <p:cNvPr id="220" name="Google Shape;220;p3"/>
          <p:cNvSpPr txBox="1"/>
          <p:nvPr/>
        </p:nvSpPr>
        <p:spPr>
          <a:xfrm>
            <a:off x="4252573" y="6532595"/>
            <a:ext cx="1877086" cy="1300161"/>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800">
                <a:solidFill>
                  <a:srgbClr val="3F3F3F"/>
                </a:solidFill>
                <a:latin typeface="Manrope ExtraBold"/>
                <a:ea typeface="Manrope ExtraBold"/>
                <a:cs typeface="Manrope ExtraBold"/>
                <a:sym typeface="Manrope ExtraBold"/>
              </a:rPr>
              <a:t>File System Type</a:t>
            </a:r>
            <a:endParaRPr sz="1800">
              <a:solidFill>
                <a:srgbClr val="3F3F3F"/>
              </a:solidFill>
              <a:latin typeface="Manrope ExtraBold"/>
              <a:ea typeface="Manrope ExtraBold"/>
              <a:cs typeface="Manrope ExtraBold"/>
              <a:sym typeface="Manrope ExtraBold"/>
            </a:endParaRPr>
          </a:p>
        </p:txBody>
      </p:sp>
      <p:cxnSp>
        <p:nvCxnSpPr>
          <p:cNvPr id="221" name="Google Shape;221;p3"/>
          <p:cNvCxnSpPr/>
          <p:nvPr/>
        </p:nvCxnSpPr>
        <p:spPr>
          <a:xfrm>
            <a:off x="6508744" y="5990958"/>
            <a:ext cx="0" cy="1300161"/>
          </a:xfrm>
          <a:prstGeom prst="straightConnector1">
            <a:avLst/>
          </a:prstGeom>
          <a:noFill/>
          <a:ln cap="flat" cmpd="sng" w="12700">
            <a:solidFill>
              <a:schemeClr val="accent2"/>
            </a:solidFill>
            <a:prstDash val="solid"/>
            <a:miter lim="800000"/>
            <a:headEnd len="sm" w="sm" type="none"/>
            <a:tailEnd len="sm" w="sm" type="none"/>
          </a:ln>
        </p:spPr>
      </p:cxnSp>
      <p:cxnSp>
        <p:nvCxnSpPr>
          <p:cNvPr id="222" name="Google Shape;222;p3"/>
          <p:cNvCxnSpPr/>
          <p:nvPr/>
        </p:nvCxnSpPr>
        <p:spPr>
          <a:xfrm>
            <a:off x="9144000" y="5990958"/>
            <a:ext cx="0" cy="1300161"/>
          </a:xfrm>
          <a:prstGeom prst="straightConnector1">
            <a:avLst/>
          </a:prstGeom>
          <a:noFill/>
          <a:ln cap="flat" cmpd="sng" w="12700">
            <a:solidFill>
              <a:schemeClr val="accent3"/>
            </a:solidFill>
            <a:prstDash val="solid"/>
            <a:miter lim="800000"/>
            <a:headEnd len="sm" w="sm" type="none"/>
            <a:tailEnd len="sm" w="sm" type="none"/>
          </a:ln>
        </p:spPr>
      </p:cxnSp>
      <p:cxnSp>
        <p:nvCxnSpPr>
          <p:cNvPr id="223" name="Google Shape;223;p3"/>
          <p:cNvCxnSpPr/>
          <p:nvPr/>
        </p:nvCxnSpPr>
        <p:spPr>
          <a:xfrm>
            <a:off x="11779256" y="5990958"/>
            <a:ext cx="0" cy="1300161"/>
          </a:xfrm>
          <a:prstGeom prst="straightConnector1">
            <a:avLst/>
          </a:prstGeom>
          <a:noFill/>
          <a:ln cap="flat" cmpd="sng" w="12700">
            <a:solidFill>
              <a:schemeClr val="accent4"/>
            </a:solidFill>
            <a:prstDash val="solid"/>
            <a:miter lim="800000"/>
            <a:headEnd len="sm" w="sm" type="none"/>
            <a:tailEnd len="sm" w="sm" type="none"/>
          </a:ln>
        </p:spPr>
      </p:cxnSp>
      <p:sp>
        <p:nvSpPr>
          <p:cNvPr id="224" name="Google Shape;224;p3"/>
          <p:cNvSpPr txBox="1"/>
          <p:nvPr/>
        </p:nvSpPr>
        <p:spPr>
          <a:xfrm>
            <a:off x="6887829" y="5733683"/>
            <a:ext cx="1875600" cy="6732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3200">
                <a:solidFill>
                  <a:schemeClr val="accent2"/>
                </a:solidFill>
                <a:latin typeface="Lato"/>
                <a:ea typeface="Lato"/>
                <a:cs typeface="Lato"/>
                <a:sym typeface="Lato"/>
              </a:rPr>
              <a:t>02</a:t>
            </a:r>
            <a:endParaRPr b="1" sz="3200">
              <a:solidFill>
                <a:schemeClr val="accent2"/>
              </a:solidFill>
              <a:latin typeface="Lato"/>
              <a:ea typeface="Lato"/>
              <a:cs typeface="Lato"/>
              <a:sym typeface="Lato"/>
            </a:endParaRPr>
          </a:p>
        </p:txBody>
      </p:sp>
      <p:sp>
        <p:nvSpPr>
          <p:cNvPr id="225" name="Google Shape;225;p3"/>
          <p:cNvSpPr txBox="1"/>
          <p:nvPr/>
        </p:nvSpPr>
        <p:spPr>
          <a:xfrm>
            <a:off x="6887829" y="6532595"/>
            <a:ext cx="1877086" cy="1300161"/>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800">
                <a:solidFill>
                  <a:srgbClr val="3F3F3F"/>
                </a:solidFill>
                <a:latin typeface="Manrope ExtraBold"/>
                <a:ea typeface="Manrope ExtraBold"/>
                <a:cs typeface="Manrope ExtraBold"/>
                <a:sym typeface="Manrope ExtraBold"/>
              </a:rPr>
              <a:t>Limux File System</a:t>
            </a:r>
            <a:endParaRPr sz="1800">
              <a:solidFill>
                <a:srgbClr val="3F3F3F"/>
              </a:solidFill>
              <a:latin typeface="Manrope ExtraBold"/>
              <a:ea typeface="Manrope ExtraBold"/>
              <a:cs typeface="Manrope ExtraBold"/>
              <a:sym typeface="Manrope ExtraBold"/>
            </a:endParaRPr>
          </a:p>
        </p:txBody>
      </p:sp>
      <p:sp>
        <p:nvSpPr>
          <p:cNvPr id="226" name="Google Shape;226;p3"/>
          <p:cNvSpPr txBox="1"/>
          <p:nvPr/>
        </p:nvSpPr>
        <p:spPr>
          <a:xfrm>
            <a:off x="9539607" y="5735512"/>
            <a:ext cx="1875600" cy="6732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3200">
                <a:solidFill>
                  <a:schemeClr val="accent3"/>
                </a:solidFill>
                <a:latin typeface="Lato"/>
                <a:ea typeface="Lato"/>
                <a:cs typeface="Lato"/>
                <a:sym typeface="Lato"/>
              </a:rPr>
              <a:t>03</a:t>
            </a:r>
            <a:endParaRPr b="1" sz="3200">
              <a:solidFill>
                <a:schemeClr val="accent3"/>
              </a:solidFill>
              <a:latin typeface="Lato"/>
              <a:ea typeface="Lato"/>
              <a:cs typeface="Lato"/>
              <a:sym typeface="Lato"/>
            </a:endParaRPr>
          </a:p>
        </p:txBody>
      </p:sp>
      <p:sp>
        <p:nvSpPr>
          <p:cNvPr id="227" name="Google Shape;227;p3"/>
          <p:cNvSpPr txBox="1"/>
          <p:nvPr/>
        </p:nvSpPr>
        <p:spPr>
          <a:xfrm>
            <a:off x="9523085" y="6532595"/>
            <a:ext cx="1877086" cy="1300161"/>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800">
                <a:solidFill>
                  <a:srgbClr val="3F3F3F"/>
                </a:solidFill>
                <a:latin typeface="Manrope ExtraBold"/>
                <a:ea typeface="Manrope ExtraBold"/>
                <a:cs typeface="Manrope ExtraBold"/>
                <a:sym typeface="Manrope ExtraBold"/>
              </a:rPr>
              <a:t>FIle and Directory Permissions</a:t>
            </a:r>
            <a:endParaRPr sz="1800">
              <a:solidFill>
                <a:srgbClr val="3F3F3F"/>
              </a:solidFill>
              <a:latin typeface="Manrope ExtraBold"/>
              <a:ea typeface="Manrope ExtraBold"/>
              <a:cs typeface="Manrope ExtraBold"/>
              <a:sym typeface="Manrope ExtraBold"/>
            </a:endParaRPr>
          </a:p>
        </p:txBody>
      </p:sp>
      <p:sp>
        <p:nvSpPr>
          <p:cNvPr id="228" name="Google Shape;228;p3"/>
          <p:cNvSpPr txBox="1"/>
          <p:nvPr/>
        </p:nvSpPr>
        <p:spPr>
          <a:xfrm>
            <a:off x="12158341" y="5733683"/>
            <a:ext cx="1875600" cy="6732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3200">
                <a:solidFill>
                  <a:schemeClr val="accent4"/>
                </a:solidFill>
                <a:latin typeface="Lato"/>
                <a:ea typeface="Lato"/>
                <a:cs typeface="Lato"/>
                <a:sym typeface="Lato"/>
              </a:rPr>
              <a:t>04</a:t>
            </a:r>
            <a:endParaRPr b="1" sz="3200">
              <a:solidFill>
                <a:schemeClr val="accent4"/>
              </a:solidFill>
              <a:latin typeface="Lato"/>
              <a:ea typeface="Lato"/>
              <a:cs typeface="Lato"/>
              <a:sym typeface="Lato"/>
            </a:endParaRPr>
          </a:p>
        </p:txBody>
      </p:sp>
      <p:sp>
        <p:nvSpPr>
          <p:cNvPr id="229" name="Google Shape;229;p3"/>
          <p:cNvSpPr txBox="1"/>
          <p:nvPr/>
        </p:nvSpPr>
        <p:spPr>
          <a:xfrm>
            <a:off x="12158341" y="6532595"/>
            <a:ext cx="1877086" cy="1300161"/>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800">
                <a:solidFill>
                  <a:srgbClr val="3F3F3F"/>
                </a:solidFill>
                <a:latin typeface="Manrope ExtraBold"/>
                <a:ea typeface="Manrope ExtraBold"/>
                <a:cs typeface="Manrope ExtraBold"/>
                <a:sym typeface="Manrope ExtraBold"/>
              </a:rPr>
              <a:t>Lab</a:t>
            </a:r>
            <a:endParaRPr sz="1800">
              <a:solidFill>
                <a:srgbClr val="3F3F3F"/>
              </a:solidFill>
              <a:latin typeface="Manrope ExtraBold"/>
              <a:ea typeface="Manrope ExtraBold"/>
              <a:cs typeface="Manrope ExtraBold"/>
              <a:sym typeface="Manrope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grpSp>
        <p:nvGrpSpPr>
          <p:cNvPr id="234" name="Google Shape;234;p4"/>
          <p:cNvGrpSpPr/>
          <p:nvPr/>
        </p:nvGrpSpPr>
        <p:grpSpPr>
          <a:xfrm>
            <a:off x="4327525" y="266703"/>
            <a:ext cx="11132820" cy="1332227"/>
            <a:chOff x="-1351251" y="-101606"/>
            <a:chExt cx="18195184" cy="1776482"/>
          </a:xfrm>
        </p:grpSpPr>
        <p:sp>
          <p:nvSpPr>
            <p:cNvPr id="235" name="Google Shape;235;p4"/>
            <p:cNvSpPr/>
            <p:nvPr/>
          </p:nvSpPr>
          <p:spPr>
            <a:xfrm>
              <a:off x="0" y="0"/>
              <a:ext cx="16843933" cy="1674876"/>
            </a:xfrm>
            <a:custGeom>
              <a:rect b="b" l="l" r="r" t="t"/>
              <a:pathLst>
                <a:path extrusionOk="0" h="1674876" w="16843933">
                  <a:moveTo>
                    <a:pt x="0" y="0"/>
                  </a:moveTo>
                  <a:lnTo>
                    <a:pt x="16843933" y="0"/>
                  </a:lnTo>
                  <a:lnTo>
                    <a:pt x="16843933" y="1674876"/>
                  </a:lnTo>
                  <a:lnTo>
                    <a:pt x="0" y="1674876"/>
                  </a:lnTo>
                  <a:close/>
                </a:path>
              </a:pathLst>
            </a:custGeom>
            <a:solidFill>
              <a:srgbClr val="000000">
                <a:alpha val="0"/>
              </a:srgbClr>
            </a:solidFill>
            <a:ln>
              <a:noFill/>
            </a:ln>
          </p:spPr>
        </p:sp>
        <p:sp>
          <p:nvSpPr>
            <p:cNvPr id="236" name="Google Shape;236;p4"/>
            <p:cNvSpPr txBox="1"/>
            <p:nvPr/>
          </p:nvSpPr>
          <p:spPr>
            <a:xfrm>
              <a:off x="-1351251" y="-101606"/>
              <a:ext cx="16843933" cy="1712976"/>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None/>
              </a:pPr>
              <a:r>
                <a:rPr b="1" lang="en-US" sz="8000">
                  <a:solidFill>
                    <a:srgbClr val="845526"/>
                  </a:solidFill>
                  <a:latin typeface="Manrope ExtraBold"/>
                  <a:ea typeface="Manrope ExtraBold"/>
                  <a:cs typeface="Manrope ExtraBold"/>
                  <a:sym typeface="Manrope ExtraBold"/>
                </a:rPr>
                <a:t>File System</a:t>
              </a:r>
              <a:endParaRPr b="1" sz="8000">
                <a:solidFill>
                  <a:schemeClr val="accent1"/>
                </a:solidFill>
                <a:latin typeface="Manrope ExtraBold"/>
                <a:ea typeface="Manrope ExtraBold"/>
                <a:cs typeface="Manrope ExtraBold"/>
                <a:sym typeface="Manrope ExtraBold"/>
              </a:endParaRPr>
            </a:p>
          </p:txBody>
        </p:sp>
      </p:grpSp>
      <p:sp>
        <p:nvSpPr>
          <p:cNvPr id="237" name="Google Shape;237;p4"/>
          <p:cNvSpPr/>
          <p:nvPr/>
        </p:nvSpPr>
        <p:spPr>
          <a:xfrm>
            <a:off x="641985" y="1670050"/>
            <a:ext cx="16946245" cy="8378825"/>
          </a:xfrm>
          <a:custGeom>
            <a:rect b="b" l="l" r="r" t="t"/>
            <a:pathLst>
              <a:path extrusionOk="0" h="7415767" w="15921568">
                <a:moveTo>
                  <a:pt x="0" y="0"/>
                </a:moveTo>
                <a:lnTo>
                  <a:pt x="15921567" y="0"/>
                </a:lnTo>
                <a:lnTo>
                  <a:pt x="15921567" y="7415766"/>
                </a:lnTo>
                <a:lnTo>
                  <a:pt x="0" y="7415766"/>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grpSp>
        <p:nvGrpSpPr>
          <p:cNvPr id="238" name="Google Shape;238;p4"/>
          <p:cNvGrpSpPr/>
          <p:nvPr/>
        </p:nvGrpSpPr>
        <p:grpSpPr>
          <a:xfrm>
            <a:off x="990915" y="1862146"/>
            <a:ext cx="16191865" cy="8072120"/>
            <a:chOff x="-1264073" y="-296334"/>
            <a:chExt cx="21589153" cy="10762826"/>
          </a:xfrm>
        </p:grpSpPr>
        <p:sp>
          <p:nvSpPr>
            <p:cNvPr id="239" name="Google Shape;239;p4"/>
            <p:cNvSpPr/>
            <p:nvPr/>
          </p:nvSpPr>
          <p:spPr>
            <a:xfrm>
              <a:off x="0" y="0"/>
              <a:ext cx="19997427" cy="8521700"/>
            </a:xfrm>
            <a:custGeom>
              <a:rect b="b" l="l" r="r" t="t"/>
              <a:pathLst>
                <a:path extrusionOk="0" h="8521700" w="19997427">
                  <a:moveTo>
                    <a:pt x="0" y="0"/>
                  </a:moveTo>
                  <a:lnTo>
                    <a:pt x="19997427" y="0"/>
                  </a:lnTo>
                  <a:lnTo>
                    <a:pt x="19997427" y="8521700"/>
                  </a:lnTo>
                  <a:lnTo>
                    <a:pt x="0" y="8521700"/>
                  </a:lnTo>
                  <a:close/>
                </a:path>
              </a:pathLst>
            </a:custGeom>
            <a:solidFill>
              <a:srgbClr val="000000">
                <a:alpha val="0"/>
              </a:srgbClr>
            </a:solidFill>
            <a:ln>
              <a:noFill/>
            </a:ln>
          </p:spPr>
        </p:sp>
        <p:sp>
          <p:nvSpPr>
            <p:cNvPr id="240" name="Google Shape;240;p4"/>
            <p:cNvSpPr txBox="1"/>
            <p:nvPr/>
          </p:nvSpPr>
          <p:spPr>
            <a:xfrm>
              <a:off x="-1264073" y="-296334"/>
              <a:ext cx="21589153" cy="10762826"/>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None/>
              </a:pPr>
              <a:r>
                <a:rPr b="1" lang="en-US" sz="3000">
                  <a:solidFill>
                    <a:srgbClr val="E3EDF7"/>
                  </a:solidFill>
                  <a:latin typeface="Lato"/>
                  <a:ea typeface="Lato"/>
                  <a:cs typeface="Lato"/>
                  <a:sym typeface="Lato"/>
                </a:rPr>
                <a:t>File system</a:t>
              </a:r>
              <a:r>
                <a:rPr b="1" lang="en-US" sz="3000">
                  <a:solidFill>
                    <a:schemeClr val="dk1"/>
                  </a:solidFill>
                  <a:latin typeface="Lato"/>
                  <a:ea typeface="Lato"/>
                  <a:cs typeface="Lato"/>
                  <a:sym typeface="Lato"/>
                </a:rPr>
                <a:t> in an operating system is a crucial component that dictates how data is stored, organized, and managed on storage devices such as </a:t>
              </a:r>
              <a:r>
                <a:rPr b="1" lang="en-US" sz="3000">
                  <a:solidFill>
                    <a:srgbClr val="E3EDF7"/>
                  </a:solidFill>
                  <a:latin typeface="Lato"/>
                  <a:ea typeface="Lato"/>
                  <a:cs typeface="Lato"/>
                  <a:sym typeface="Lato"/>
                </a:rPr>
                <a:t>hard drives</a:t>
              </a:r>
              <a:r>
                <a:rPr b="1" lang="en-US" sz="3000">
                  <a:solidFill>
                    <a:schemeClr val="dk1"/>
                  </a:solidFill>
                  <a:latin typeface="Lato"/>
                  <a:ea typeface="Lato"/>
                  <a:cs typeface="Lato"/>
                  <a:sym typeface="Lato"/>
                </a:rPr>
                <a:t>, </a:t>
              </a:r>
              <a:r>
                <a:rPr b="1" lang="en-US" sz="3000">
                  <a:solidFill>
                    <a:srgbClr val="E3EDF7"/>
                  </a:solidFill>
                  <a:latin typeface="Lato"/>
                  <a:ea typeface="Lato"/>
                  <a:cs typeface="Lato"/>
                  <a:sym typeface="Lato"/>
                </a:rPr>
                <a:t>SSDs</a:t>
              </a:r>
              <a:r>
                <a:rPr b="1" lang="en-US" sz="3000">
                  <a:solidFill>
                    <a:schemeClr val="dk1"/>
                  </a:solidFill>
                  <a:latin typeface="Lato"/>
                  <a:ea typeface="Lato"/>
                  <a:cs typeface="Lato"/>
                  <a:sym typeface="Lato"/>
                </a:rPr>
                <a:t>, and </a:t>
              </a:r>
              <a:r>
                <a:rPr b="1" lang="en-US" sz="3000">
                  <a:solidFill>
                    <a:srgbClr val="E3EDF7"/>
                  </a:solidFill>
                  <a:latin typeface="Lato"/>
                  <a:ea typeface="Lato"/>
                  <a:cs typeface="Lato"/>
                  <a:sym typeface="Lato"/>
                </a:rPr>
                <a:t>USB drives</a:t>
              </a:r>
              <a:r>
                <a:rPr b="1" lang="en-US" sz="3000">
                  <a:solidFill>
                    <a:schemeClr val="dk1"/>
                  </a:solidFill>
                  <a:latin typeface="Lato"/>
                  <a:ea typeface="Lato"/>
                  <a:cs typeface="Lato"/>
                  <a:sym typeface="Lato"/>
                </a:rPr>
                <a:t>. It provides a structured way for users and applications to </a:t>
              </a:r>
              <a:r>
                <a:rPr b="1" lang="en-US" sz="3000">
                  <a:solidFill>
                    <a:srgbClr val="E3EDF7"/>
                  </a:solidFill>
                  <a:latin typeface="Lato"/>
                  <a:ea typeface="Lato"/>
                  <a:cs typeface="Lato"/>
                  <a:sym typeface="Lato"/>
                </a:rPr>
                <a:t>create</a:t>
              </a:r>
              <a:r>
                <a:rPr b="1" lang="en-US" sz="3000">
                  <a:solidFill>
                    <a:schemeClr val="dk1"/>
                  </a:solidFill>
                  <a:latin typeface="Lato"/>
                  <a:ea typeface="Lato"/>
                  <a:cs typeface="Lato"/>
                  <a:sym typeface="Lato"/>
                </a:rPr>
                <a:t>, </a:t>
              </a:r>
              <a:r>
                <a:rPr b="1" lang="en-US" sz="3000">
                  <a:solidFill>
                    <a:srgbClr val="E3EDF7"/>
                  </a:solidFill>
                  <a:latin typeface="Lato"/>
                  <a:ea typeface="Lato"/>
                  <a:cs typeface="Lato"/>
                  <a:sym typeface="Lato"/>
                </a:rPr>
                <a:t>read</a:t>
              </a:r>
              <a:r>
                <a:rPr b="1" lang="en-US" sz="3000">
                  <a:solidFill>
                    <a:schemeClr val="dk1"/>
                  </a:solidFill>
                  <a:latin typeface="Lato"/>
                  <a:ea typeface="Lato"/>
                  <a:cs typeface="Lato"/>
                  <a:sym typeface="Lato"/>
                </a:rPr>
                <a:t>, </a:t>
              </a:r>
              <a:r>
                <a:rPr b="1" lang="en-US" sz="3000">
                  <a:solidFill>
                    <a:srgbClr val="E3EDF7"/>
                  </a:solidFill>
                  <a:latin typeface="Lato"/>
                  <a:ea typeface="Lato"/>
                  <a:cs typeface="Lato"/>
                  <a:sym typeface="Lato"/>
                </a:rPr>
                <a:t>update</a:t>
              </a:r>
              <a:r>
                <a:rPr b="1" lang="en-US" sz="3000">
                  <a:solidFill>
                    <a:schemeClr val="dk1"/>
                  </a:solidFill>
                  <a:latin typeface="Lato"/>
                  <a:ea typeface="Lato"/>
                  <a:cs typeface="Lato"/>
                  <a:sym typeface="Lato"/>
                </a:rPr>
                <a:t>, and </a:t>
              </a:r>
              <a:r>
                <a:rPr b="1" lang="en-US" sz="3000">
                  <a:solidFill>
                    <a:srgbClr val="E3EDF7"/>
                  </a:solidFill>
                  <a:latin typeface="Lato"/>
                  <a:ea typeface="Lato"/>
                  <a:cs typeface="Lato"/>
                  <a:sym typeface="Lato"/>
                </a:rPr>
                <a:t>delete </a:t>
              </a:r>
              <a:r>
                <a:rPr b="1" lang="en-US" sz="3000">
                  <a:solidFill>
                    <a:schemeClr val="dk1"/>
                  </a:solidFill>
                  <a:latin typeface="Lato"/>
                  <a:ea typeface="Lato"/>
                  <a:cs typeface="Lato"/>
                  <a:sym typeface="Lato"/>
                </a:rPr>
                <a:t>files efficiently. The file system is responsible for maintaining directories, managing permissions, and ensuring data integrity. Different operating systems use various file systems, each with unique features and advantages. For example, </a:t>
              </a:r>
              <a:r>
                <a:rPr b="1" lang="en-US" sz="3000">
                  <a:solidFill>
                    <a:srgbClr val="E3EDF7"/>
                  </a:solidFill>
                  <a:latin typeface="Lato"/>
                  <a:ea typeface="Lato"/>
                  <a:cs typeface="Lato"/>
                  <a:sym typeface="Lato"/>
                </a:rPr>
                <a:t>FAT (File Allocation Table)</a:t>
              </a:r>
              <a:r>
                <a:rPr b="1" lang="en-US" sz="3000">
                  <a:solidFill>
                    <a:schemeClr val="dk1"/>
                  </a:solidFill>
                  <a:latin typeface="Lato"/>
                  <a:ea typeface="Lato"/>
                  <a:cs typeface="Lato"/>
                  <a:sym typeface="Lato"/>
                </a:rPr>
                <a:t> is an older file system used in external storage devices, while </a:t>
              </a:r>
              <a:r>
                <a:rPr b="1" lang="en-US" sz="3000">
                  <a:solidFill>
                    <a:srgbClr val="E3EDF7"/>
                  </a:solidFill>
                  <a:latin typeface="Lato"/>
                  <a:ea typeface="Lato"/>
                  <a:cs typeface="Lato"/>
                  <a:sym typeface="Lato"/>
                </a:rPr>
                <a:t>NTFS (New Technology File System)</a:t>
              </a:r>
              <a:r>
                <a:rPr b="1" lang="en-US" sz="3000">
                  <a:solidFill>
                    <a:schemeClr val="dk1"/>
                  </a:solidFill>
                  <a:latin typeface="Lato"/>
                  <a:ea typeface="Lato"/>
                  <a:cs typeface="Lato"/>
                  <a:sym typeface="Lato"/>
                </a:rPr>
                <a:t> is widely used in Windows due to its support for encryption and permissions. Linux-based systems commonly use </a:t>
              </a:r>
              <a:r>
                <a:rPr b="1" lang="en-US" sz="3000">
                  <a:solidFill>
                    <a:srgbClr val="E3EDF7"/>
                  </a:solidFill>
                  <a:latin typeface="Lato"/>
                  <a:ea typeface="Lato"/>
                  <a:cs typeface="Lato"/>
                  <a:sym typeface="Lato"/>
                </a:rPr>
                <a:t>ext (Extended File System)</a:t>
              </a:r>
              <a:r>
                <a:rPr b="1" lang="en-US" sz="3000">
                  <a:solidFill>
                    <a:schemeClr val="dk1"/>
                  </a:solidFill>
                  <a:latin typeface="Lato"/>
                  <a:ea typeface="Lato"/>
                  <a:cs typeface="Lato"/>
                  <a:sym typeface="Lato"/>
                </a:rPr>
                <a:t>, and macOS relies on </a:t>
              </a:r>
              <a:r>
                <a:rPr b="1" lang="en-US" sz="3000">
                  <a:solidFill>
                    <a:srgbClr val="E3EDF7"/>
                  </a:solidFill>
                  <a:latin typeface="Lato"/>
                  <a:ea typeface="Lato"/>
                  <a:cs typeface="Lato"/>
                  <a:sym typeface="Lato"/>
                </a:rPr>
                <a:t>APFS (Apple File System) </a:t>
              </a:r>
              <a:r>
                <a:rPr b="1" lang="en-US" sz="3000">
                  <a:solidFill>
                    <a:schemeClr val="dk1"/>
                  </a:solidFill>
                  <a:latin typeface="Lato"/>
                  <a:ea typeface="Lato"/>
                  <a:cs typeface="Lato"/>
                  <a:sym typeface="Lato"/>
                </a:rPr>
                <a:t>for optimized performance. A file system also handles space allocation, preventing fragmentation and ensuring efficient storage utilization. Additionally, it maintains metadata such as file names, sizes, types, creation dates, and access permissions. Without a file system, an operating system would struggle to locate and retrieve stored data, making it an essential component for seamless computing.</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None/>
              </a:pPr>
              <a:r>
                <a:t/>
              </a:r>
              <a:endParaRPr b="1" sz="3000">
                <a:solidFill>
                  <a:schemeClr val="dk1"/>
                </a:solidFill>
                <a:latin typeface="Lato"/>
                <a:ea typeface="Lato"/>
                <a:cs typeface="Lato"/>
                <a:sym typeface="La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5"/>
          <p:cNvSpPr txBox="1"/>
          <p:nvPr/>
        </p:nvSpPr>
        <p:spPr>
          <a:xfrm>
            <a:off x="762000" y="552450"/>
            <a:ext cx="16783685" cy="9181465"/>
          </a:xfrm>
          <a:prstGeom prst="rect">
            <a:avLst/>
          </a:prstGeom>
          <a:noFill/>
          <a:ln>
            <a:noFill/>
          </a:ln>
        </p:spPr>
        <p:txBody>
          <a:bodyPr anchorCtr="0" anchor="t" bIns="0" lIns="0" spcFirstLastPara="1" rIns="0" wrap="square" tIns="0">
            <a:normAutofit/>
          </a:bodyPr>
          <a:lstStyle/>
          <a:p>
            <a:pPr indent="0" lvl="0" marL="0" marR="0" rtl="0" algn="just">
              <a:lnSpc>
                <a:spcPct val="140000"/>
              </a:lnSpc>
              <a:spcBef>
                <a:spcPts val="0"/>
              </a:spcBef>
              <a:spcAft>
                <a:spcPts val="0"/>
              </a:spcAft>
              <a:buNone/>
            </a:pPr>
            <a:r>
              <a:rPr b="1" lang="en-US" sz="3000">
                <a:solidFill>
                  <a:schemeClr val="accent1"/>
                </a:solidFill>
                <a:latin typeface="Lato"/>
                <a:ea typeface="Lato"/>
                <a:cs typeface="Lato"/>
                <a:sym typeface="Lato"/>
              </a:rPr>
              <a:t>Linux File Systems:</a:t>
            </a:r>
            <a:endParaRPr b="1" sz="3000">
              <a:solidFill>
                <a:schemeClr val="accent1"/>
              </a:solidFill>
              <a:latin typeface="Lato"/>
              <a:ea typeface="Lato"/>
              <a:cs typeface="Lato"/>
              <a:sym typeface="Lato"/>
            </a:endParaRPr>
          </a:p>
          <a:p>
            <a:pPr indent="0" lvl="0" marL="0" marR="0" rtl="0" algn="just">
              <a:lnSpc>
                <a:spcPct val="140000"/>
              </a:lnSpc>
              <a:spcBef>
                <a:spcPts val="0"/>
              </a:spcBef>
              <a:spcAft>
                <a:spcPts val="0"/>
              </a:spcAft>
              <a:buNone/>
            </a:pPr>
            <a:r>
              <a:rPr b="1" lang="en-US" sz="3000">
                <a:solidFill>
                  <a:schemeClr val="dk1"/>
                </a:solidFill>
                <a:latin typeface="Lato"/>
                <a:ea typeface="Lato"/>
                <a:cs typeface="Lato"/>
                <a:sym typeface="Lato"/>
              </a:rPr>
              <a:t>A Linux file system is a set of processes that controls how, where, and when data is stored or retrieved from storage devices. It manages data systematically on disk drives or partitions, and each partition in Linux has its own file system because Linux treats everything as a file, including devices and applications.. Like Windows uses C: and D: drives, Linux uses mount points, but everything appears under the root / directory. In Linux, everything is treated as a file, including devices and applications.</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None/>
            </a:pPr>
            <a:r>
              <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None/>
            </a:pPr>
            <a:r>
              <a:rPr b="1" lang="en-US" sz="3000">
                <a:solidFill>
                  <a:schemeClr val="accent1"/>
                </a:solidFill>
                <a:latin typeface="Lato"/>
                <a:ea typeface="Lato"/>
                <a:cs typeface="Lato"/>
                <a:sym typeface="Lato"/>
              </a:rPr>
              <a:t>Key Terms of Linux File Systems:</a:t>
            </a:r>
            <a:endParaRPr b="1" sz="3000">
              <a:solidFill>
                <a:schemeClr val="accent1"/>
              </a:solidFill>
              <a:latin typeface="Lato"/>
              <a:ea typeface="Lato"/>
              <a:cs typeface="Lato"/>
              <a:sym typeface="Lato"/>
            </a:endParaRPr>
          </a:p>
          <a:p>
            <a:pPr indent="0" lvl="0" marL="0" marR="0" rtl="0" algn="just">
              <a:lnSpc>
                <a:spcPct val="140000"/>
              </a:lnSpc>
              <a:spcBef>
                <a:spcPts val="0"/>
              </a:spcBef>
              <a:spcAft>
                <a:spcPts val="0"/>
              </a:spcAft>
              <a:buNone/>
            </a:pPr>
            <a:r>
              <a:t/>
            </a:r>
            <a:endParaRPr b="1" sz="3000">
              <a:solidFill>
                <a:schemeClr val="accent1"/>
              </a:solidFill>
              <a:latin typeface="Lato"/>
              <a:ea typeface="Lato"/>
              <a:cs typeface="Lato"/>
              <a:sym typeface="Lato"/>
            </a:endParaRPr>
          </a:p>
          <a:p>
            <a:pPr indent="0" lvl="0" marL="0" marR="0" rtl="0" algn="just">
              <a:lnSpc>
                <a:spcPct val="140000"/>
              </a:lnSpc>
              <a:spcBef>
                <a:spcPts val="0"/>
              </a:spcBef>
              <a:spcAft>
                <a:spcPts val="0"/>
              </a:spcAft>
              <a:buNone/>
            </a:pPr>
            <a:r>
              <a:rPr b="1" lang="en-US" sz="3000">
                <a:solidFill>
                  <a:schemeClr val="accent1"/>
                </a:solidFill>
                <a:latin typeface="Lato"/>
                <a:ea typeface="Lato"/>
                <a:cs typeface="Lato"/>
                <a:sym typeface="Lato"/>
              </a:rPr>
              <a:t>Journaing :</a:t>
            </a:r>
            <a:r>
              <a:rPr b="1" lang="en-US" sz="3000">
                <a:solidFill>
                  <a:schemeClr val="dk1"/>
                </a:solidFill>
                <a:latin typeface="Lato"/>
                <a:ea typeface="Lato"/>
                <a:cs typeface="Lato"/>
                <a:sym typeface="Lato"/>
              </a:rPr>
              <a:t> A journaling file system in Linux is designed to protect the integrity of your data by keeping a log—or journal—of changes before they’re actually written to the main file system. Think of it like a flight recorder for your data: if something goes wrong (like a power failure or system crash), the system can use the journal to recover and avoid corruption.</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None/>
            </a:pPr>
            <a:r>
              <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None/>
            </a:pPr>
            <a:r>
              <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None/>
            </a:pPr>
            <a:r>
              <a:t/>
            </a:r>
            <a:endParaRPr b="1" sz="3000">
              <a:solidFill>
                <a:schemeClr val="dk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6"/>
          <p:cNvSpPr txBox="1"/>
          <p:nvPr/>
        </p:nvSpPr>
        <p:spPr>
          <a:xfrm>
            <a:off x="457200" y="419100"/>
            <a:ext cx="17181830" cy="9341485"/>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None/>
            </a:pPr>
            <a:r>
              <a:rPr b="1" lang="en-US" sz="3000">
                <a:solidFill>
                  <a:schemeClr val="accent1"/>
                </a:solidFill>
                <a:latin typeface="Lato"/>
                <a:ea typeface="Lato"/>
                <a:cs typeface="Lato"/>
                <a:sym typeface="Lato"/>
              </a:rPr>
              <a:t>There are two main types of journaling:</a:t>
            </a:r>
            <a:endParaRPr b="1" sz="2900">
              <a:solidFill>
                <a:schemeClr val="dk1"/>
              </a:solidFill>
              <a:latin typeface="Lato"/>
              <a:ea typeface="Lato"/>
              <a:cs typeface="Lato"/>
              <a:sym typeface="Lato"/>
            </a:endParaRPr>
          </a:p>
          <a:p>
            <a:pPr indent="-457200" lvl="0" marL="457200" marR="0" rtl="0" algn="just">
              <a:lnSpc>
                <a:spcPct val="140000"/>
              </a:lnSpc>
              <a:spcBef>
                <a:spcPts val="0"/>
              </a:spcBef>
              <a:spcAft>
                <a:spcPts val="0"/>
              </a:spcAft>
              <a:buClr>
                <a:schemeClr val="accent1"/>
              </a:buClr>
              <a:buSzPts val="3000"/>
              <a:buFont typeface="Arial"/>
              <a:buChar char="•"/>
            </a:pPr>
            <a:r>
              <a:rPr b="1" lang="en-US" sz="3000">
                <a:solidFill>
                  <a:schemeClr val="accent1"/>
                </a:solidFill>
                <a:latin typeface="Lato"/>
                <a:ea typeface="Lato"/>
                <a:cs typeface="Lato"/>
                <a:sym typeface="Lato"/>
              </a:rPr>
              <a:t>Metadata journaling</a:t>
            </a:r>
            <a:r>
              <a:rPr b="1" lang="en-US" sz="2900">
                <a:solidFill>
                  <a:schemeClr val="dk1"/>
                </a:solidFill>
                <a:latin typeface="Lato"/>
                <a:ea typeface="Lato"/>
                <a:cs typeface="Lato"/>
                <a:sym typeface="Lato"/>
              </a:rPr>
              <a:t>, which logs only changes to file system structure (like file names or permissions).</a:t>
            </a:r>
            <a:endParaRPr b="1" sz="2900">
              <a:solidFill>
                <a:schemeClr val="dk1"/>
              </a:solidFill>
              <a:latin typeface="Lato"/>
              <a:ea typeface="Lato"/>
              <a:cs typeface="Lato"/>
              <a:sym typeface="Lato"/>
            </a:endParaRPr>
          </a:p>
          <a:p>
            <a:pPr indent="-457200" lvl="0" marL="457200" marR="0" rtl="0" algn="just">
              <a:lnSpc>
                <a:spcPct val="140000"/>
              </a:lnSpc>
              <a:spcBef>
                <a:spcPts val="0"/>
              </a:spcBef>
              <a:spcAft>
                <a:spcPts val="0"/>
              </a:spcAft>
              <a:buClr>
                <a:schemeClr val="accent1"/>
              </a:buClr>
              <a:buSzPts val="3000"/>
              <a:buFont typeface="Arial"/>
              <a:buChar char="•"/>
            </a:pPr>
            <a:r>
              <a:rPr b="1" lang="en-US" sz="3000">
                <a:solidFill>
                  <a:schemeClr val="accent1"/>
                </a:solidFill>
                <a:latin typeface="Lato"/>
                <a:ea typeface="Lato"/>
                <a:cs typeface="Lato"/>
                <a:sym typeface="Lato"/>
              </a:rPr>
              <a:t>Full data journaling</a:t>
            </a:r>
            <a:r>
              <a:rPr b="1" lang="en-US" sz="2900">
                <a:solidFill>
                  <a:schemeClr val="dk1"/>
                </a:solidFill>
                <a:latin typeface="Lato"/>
                <a:ea typeface="Lato"/>
                <a:cs typeface="Lato"/>
                <a:sym typeface="Lato"/>
              </a:rPr>
              <a:t>, which logs both the data and the metadata—this is safer but slower.</a:t>
            </a:r>
            <a:endParaRPr b="1" sz="2900">
              <a:solidFill>
                <a:schemeClr val="dk1"/>
              </a:solidFill>
              <a:latin typeface="Lato"/>
              <a:ea typeface="Lato"/>
              <a:cs typeface="Lato"/>
              <a:sym typeface="Lato"/>
            </a:endParaRPr>
          </a:p>
          <a:p>
            <a:pPr indent="-273050" lvl="0" marL="457200" marR="0" rtl="0" algn="just">
              <a:lnSpc>
                <a:spcPct val="144827"/>
              </a:lnSpc>
              <a:spcBef>
                <a:spcPts val="0"/>
              </a:spcBef>
              <a:spcAft>
                <a:spcPts val="0"/>
              </a:spcAft>
              <a:buClr>
                <a:schemeClr val="dk1"/>
              </a:buClr>
              <a:buSzPts val="2900"/>
              <a:buFont typeface="Arial"/>
              <a:buNone/>
            </a:pPr>
            <a:r>
              <a:t/>
            </a:r>
            <a:endParaRPr b="1" sz="2900">
              <a:solidFill>
                <a:schemeClr val="dk1"/>
              </a:solidFill>
              <a:latin typeface="Lato"/>
              <a:ea typeface="Lato"/>
              <a:cs typeface="Lato"/>
              <a:sym typeface="Lato"/>
            </a:endParaRPr>
          </a:p>
          <a:p>
            <a:pPr indent="0" lvl="0" marL="0" marR="0" rtl="0" algn="just">
              <a:lnSpc>
                <a:spcPct val="140000"/>
              </a:lnSpc>
              <a:spcBef>
                <a:spcPts val="0"/>
              </a:spcBef>
              <a:spcAft>
                <a:spcPts val="0"/>
              </a:spcAft>
              <a:buClr>
                <a:schemeClr val="accent1"/>
              </a:buClr>
              <a:buSzPts val="3000"/>
              <a:buFont typeface="Arial"/>
              <a:buNone/>
            </a:pPr>
            <a:r>
              <a:rPr b="1" lang="en-US" sz="3000">
                <a:solidFill>
                  <a:schemeClr val="accent1"/>
                </a:solidFill>
                <a:latin typeface="Lato"/>
                <a:ea typeface="Lato"/>
                <a:cs typeface="Lato"/>
                <a:sym typeface="Lato"/>
              </a:rPr>
              <a:t>Versioning : </a:t>
            </a:r>
            <a:r>
              <a:rPr b="1" lang="en-US" sz="2900">
                <a:solidFill>
                  <a:schemeClr val="dk1"/>
                </a:solidFill>
                <a:latin typeface="Lato"/>
                <a:ea typeface="Lato"/>
                <a:cs typeface="Lato"/>
                <a:sym typeface="Lato"/>
              </a:rPr>
              <a:t>Versioning in file systems refers to the ability to keep multiple historical versions of files, allowing users to access or restore previous states. Unlike journaling—which protects against corruption—versioning is about preserving history.</a:t>
            </a:r>
            <a:endParaRPr b="1" sz="2900">
              <a:solidFill>
                <a:schemeClr val="dk1"/>
              </a:solidFill>
              <a:latin typeface="Lato"/>
              <a:ea typeface="Lato"/>
              <a:cs typeface="Lato"/>
              <a:sym typeface="Lato"/>
            </a:endParaRPr>
          </a:p>
          <a:p>
            <a:pPr indent="0" lvl="0" marL="0" marR="0" rtl="0" algn="just">
              <a:lnSpc>
                <a:spcPct val="144827"/>
              </a:lnSpc>
              <a:spcBef>
                <a:spcPts val="0"/>
              </a:spcBef>
              <a:spcAft>
                <a:spcPts val="0"/>
              </a:spcAft>
              <a:buClr>
                <a:schemeClr val="dk1"/>
              </a:buClr>
              <a:buSzPts val="2900"/>
              <a:buFont typeface="Arial"/>
              <a:buNone/>
            </a:pPr>
            <a:r>
              <a:t/>
            </a:r>
            <a:endParaRPr b="1" sz="2900">
              <a:solidFill>
                <a:schemeClr val="dk1"/>
              </a:solidFill>
              <a:latin typeface="Lato"/>
              <a:ea typeface="Lato"/>
              <a:cs typeface="Lato"/>
              <a:sym typeface="Lato"/>
            </a:endParaRPr>
          </a:p>
          <a:p>
            <a:pPr indent="0" lvl="0" marL="0" marR="0" rtl="0" algn="just">
              <a:lnSpc>
                <a:spcPct val="140000"/>
              </a:lnSpc>
              <a:spcBef>
                <a:spcPts val="0"/>
              </a:spcBef>
              <a:spcAft>
                <a:spcPts val="0"/>
              </a:spcAft>
              <a:buClr>
                <a:schemeClr val="accent1"/>
              </a:buClr>
              <a:buSzPts val="3000"/>
              <a:buFont typeface="Arial"/>
              <a:buNone/>
            </a:pPr>
            <a:r>
              <a:rPr b="1" lang="en-US" sz="3000">
                <a:solidFill>
                  <a:schemeClr val="accent1"/>
                </a:solidFill>
                <a:latin typeface="Lato"/>
                <a:ea typeface="Lato"/>
                <a:cs typeface="Lato"/>
                <a:sym typeface="Lato"/>
              </a:rPr>
              <a:t>Inode :</a:t>
            </a:r>
            <a:r>
              <a:rPr b="1" lang="en-US" sz="2900">
                <a:solidFill>
                  <a:schemeClr val="dk1"/>
                </a:solidFill>
                <a:latin typeface="Lato"/>
                <a:ea typeface="Lato"/>
                <a:cs typeface="Lato"/>
                <a:sym typeface="Lato"/>
              </a:rPr>
              <a:t> An inode is just a fixed-size record in a special on-disk inode table.  Each record gets a unique integer—its inode number—and stores every scrap of metadata the kernel needs to reach a file’s data blocks except the file’s name or its path.  Those two pieces live in directory entries that simply map the filename you type to the inode number the kernel cares about.</a:t>
            </a:r>
            <a:endParaRPr b="1" sz="2900">
              <a:solidFill>
                <a:schemeClr val="dk1"/>
              </a:solidFill>
              <a:latin typeface="Lato"/>
              <a:ea typeface="Lato"/>
              <a:cs typeface="Lato"/>
              <a:sym typeface="Lato"/>
            </a:endParaRPr>
          </a:p>
          <a:p>
            <a:pPr indent="0" lvl="0" marL="0" marR="0" rtl="0" algn="just">
              <a:lnSpc>
                <a:spcPct val="144827"/>
              </a:lnSpc>
              <a:spcBef>
                <a:spcPts val="0"/>
              </a:spcBef>
              <a:spcAft>
                <a:spcPts val="0"/>
              </a:spcAft>
              <a:buClr>
                <a:schemeClr val="dk1"/>
              </a:buClr>
              <a:buSzPts val="2900"/>
              <a:buFont typeface="Arial"/>
              <a:buNone/>
            </a:pPr>
            <a:r>
              <a:t/>
            </a:r>
            <a:endParaRPr b="1" sz="2900">
              <a:solidFill>
                <a:schemeClr val="dk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7"/>
          <p:cNvSpPr txBox="1"/>
          <p:nvPr/>
        </p:nvSpPr>
        <p:spPr>
          <a:xfrm>
            <a:off x="664210" y="495300"/>
            <a:ext cx="16959580" cy="929513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chemeClr val="accent1"/>
              </a:buClr>
              <a:buSzPts val="3000"/>
              <a:buFont typeface="Lato"/>
              <a:buNone/>
            </a:pPr>
            <a:r>
              <a:rPr b="1" lang="en-US" sz="3000">
                <a:solidFill>
                  <a:schemeClr val="accent1"/>
                </a:solidFill>
                <a:latin typeface="Lato"/>
                <a:ea typeface="Lato"/>
                <a:cs typeface="Lato"/>
                <a:sym typeface="Lato"/>
              </a:rPr>
              <a:t>Linux File System Types:</a:t>
            </a:r>
            <a:endParaRPr b="1" sz="3000">
              <a:solidFill>
                <a:schemeClr val="accent1"/>
              </a:solidFill>
              <a:latin typeface="Lato"/>
              <a:ea typeface="Lato"/>
              <a:cs typeface="Lato"/>
              <a:sym typeface="Lato"/>
            </a:endParaRPr>
          </a:p>
          <a:p>
            <a:pPr indent="0" lvl="0" marL="0" marR="0" rtl="0" algn="just">
              <a:lnSpc>
                <a:spcPct val="140000"/>
              </a:lnSpc>
              <a:spcBef>
                <a:spcPts val="0"/>
              </a:spcBef>
              <a:spcAft>
                <a:spcPts val="0"/>
              </a:spcAft>
              <a:buClr>
                <a:schemeClr val="accent1"/>
              </a:buClr>
              <a:buSzPts val="3000"/>
              <a:buFont typeface="Arial"/>
              <a:buNone/>
            </a:pPr>
            <a:r>
              <a:rPr b="1" lang="en-US" sz="3000">
                <a:solidFill>
                  <a:schemeClr val="accent1"/>
                </a:solidFill>
                <a:latin typeface="Lato"/>
                <a:ea typeface="Lato"/>
                <a:cs typeface="Lato"/>
                <a:sym typeface="Lato"/>
              </a:rPr>
              <a:t>EXT2 : </a:t>
            </a:r>
            <a:r>
              <a:rPr b="1" lang="en-US" sz="3000">
                <a:solidFill>
                  <a:schemeClr val="dk1"/>
                </a:solidFill>
                <a:latin typeface="Lato"/>
                <a:ea typeface="Lato"/>
                <a:cs typeface="Lato"/>
                <a:sym typeface="Lato"/>
              </a:rPr>
              <a:t>Second Extended File System, is like the minimalist grandparent of modern Linux file systems—no journaling, no frills, just raw performance and simplicity. It was introduced in 1993 and became the default for many early Linux distributions. Ext2 support up to 32 TiB (block-size dependent) volumes and 2 TiB  files (with 4 KiB blocks).</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Clr>
                <a:schemeClr val="dk1"/>
              </a:buClr>
              <a:buSzPts val="3000"/>
              <a:buFont typeface="Arial"/>
              <a:buNone/>
            </a:pPr>
            <a:r>
              <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Clr>
                <a:schemeClr val="accent1"/>
              </a:buClr>
              <a:buSzPts val="3000"/>
              <a:buFont typeface="Arial"/>
              <a:buNone/>
            </a:pPr>
            <a:r>
              <a:rPr b="1" lang="en-US" sz="3000">
                <a:solidFill>
                  <a:schemeClr val="accent1"/>
                </a:solidFill>
                <a:latin typeface="Lato"/>
                <a:ea typeface="Lato"/>
                <a:cs typeface="Lato"/>
                <a:sym typeface="Lato"/>
              </a:rPr>
              <a:t>EXT3 :</a:t>
            </a:r>
            <a:r>
              <a:rPr b="1" lang="en-US" sz="3000">
                <a:solidFill>
                  <a:schemeClr val="dk1"/>
                </a:solidFill>
                <a:latin typeface="Lato"/>
                <a:ea typeface="Lato"/>
                <a:cs typeface="Lato"/>
                <a:sym typeface="Lato"/>
              </a:rPr>
              <a:t> The Third Extended File System, was Linux’s first mainstream journaling file system—essentially ext2 with a safety net. Introduced in 2001, it brought reliability to the table without changing the on-disk layout, which meant you could upgrade from ext2 without reformatting. Ext3 support up to 16–32 TiB (block-size dependent) volumes and 2 TiB  files (with 4 KiB blocks).</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Clr>
                <a:schemeClr val="dk1"/>
              </a:buClr>
              <a:buSzPts val="3000"/>
              <a:buFont typeface="Arial"/>
              <a:buNone/>
            </a:pPr>
            <a:r>
              <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Clr>
                <a:schemeClr val="accent1"/>
              </a:buClr>
              <a:buSzPts val="3000"/>
              <a:buFont typeface="Arial"/>
              <a:buNone/>
            </a:pPr>
            <a:r>
              <a:rPr b="1" lang="en-US" sz="3000">
                <a:solidFill>
                  <a:schemeClr val="accent1"/>
                </a:solidFill>
                <a:latin typeface="Lato"/>
                <a:ea typeface="Lato"/>
                <a:cs typeface="Lato"/>
                <a:sym typeface="Lato"/>
              </a:rPr>
              <a:t>EXT4 :</a:t>
            </a:r>
            <a:r>
              <a:rPr b="1" lang="en-US" sz="3000">
                <a:solidFill>
                  <a:schemeClr val="dk1"/>
                </a:solidFill>
                <a:latin typeface="Lato"/>
                <a:ea typeface="Lato"/>
                <a:cs typeface="Lato"/>
                <a:sym typeface="Lato"/>
              </a:rPr>
              <a:t> Short for Fourth Extended File System, is the default file system for many Linux distributions—and for good reason. It builds on ext3’s stability while adding performance, scalability, and reliability improvements. Instead of tracking every single block, ext4 uses extents—contiguous ranges of blocks. This reduces fragmentation and</a:t>
            </a:r>
            <a:endParaRPr b="1" sz="3000">
              <a:solidFill>
                <a:schemeClr val="dk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8"/>
          <p:cNvSpPr txBox="1"/>
          <p:nvPr/>
        </p:nvSpPr>
        <p:spPr>
          <a:xfrm>
            <a:off x="685800" y="571500"/>
            <a:ext cx="16959580" cy="929513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chemeClr val="dk1"/>
              </a:buClr>
              <a:buSzPts val="3000"/>
              <a:buFont typeface="Lato"/>
              <a:buNone/>
            </a:pPr>
            <a:r>
              <a:rPr b="1" lang="en-US" sz="3000">
                <a:solidFill>
                  <a:schemeClr val="dk1"/>
                </a:solidFill>
                <a:latin typeface="Lato"/>
                <a:ea typeface="Lato"/>
                <a:cs typeface="Lato"/>
                <a:sym typeface="Lato"/>
              </a:rPr>
              <a:t>speeds up large file operations. Adds integrity to the journal itself, reducing the chance of corruption during recovery. Ext4 support up to 1 exbibyte (EiB) volumes and 16 tebibyte (TiB) files (with 4 KiB blocks). You can mount ext4 as ext3 or ext2 (with journaling disabled), and even convert ext3 to ext4 without reformatting.</a:t>
            </a:r>
            <a:endParaRPr b="1" sz="3000">
              <a:solidFill>
                <a:schemeClr val="dk1"/>
              </a:solidFill>
              <a:latin typeface="Lato"/>
              <a:ea typeface="Lato"/>
              <a:cs typeface="Lato"/>
              <a:sym typeface="Lato"/>
            </a:endParaRPr>
          </a:p>
          <a:p>
            <a:pPr indent="0" lvl="0" marL="0" marR="0" rtl="0" algn="ctr">
              <a:lnSpc>
                <a:spcPct val="140000"/>
              </a:lnSpc>
              <a:spcBef>
                <a:spcPts val="0"/>
              </a:spcBef>
              <a:spcAft>
                <a:spcPts val="0"/>
              </a:spcAft>
              <a:buClr>
                <a:schemeClr val="dk1"/>
              </a:buClr>
              <a:buSzPts val="3000"/>
              <a:buFont typeface="Lato"/>
              <a:buNone/>
            </a:pPr>
            <a:r>
              <a:t/>
            </a:r>
            <a:endParaRPr b="1" sz="3000">
              <a:solidFill>
                <a:schemeClr val="dk1"/>
              </a:solidFill>
              <a:latin typeface="Lato"/>
              <a:ea typeface="Lato"/>
              <a:cs typeface="Lato"/>
              <a:sym typeface="Lato"/>
            </a:endParaRPr>
          </a:p>
          <a:p>
            <a:pPr indent="0" lvl="0" marL="0" marR="0" rtl="0" algn="ctr">
              <a:lnSpc>
                <a:spcPct val="140000"/>
              </a:lnSpc>
              <a:spcBef>
                <a:spcPts val="0"/>
              </a:spcBef>
              <a:spcAft>
                <a:spcPts val="0"/>
              </a:spcAft>
              <a:buClr>
                <a:schemeClr val="dk1"/>
              </a:buClr>
              <a:buSzPts val="3000"/>
              <a:buFont typeface="Lato"/>
              <a:buNone/>
            </a:pPr>
            <a:r>
              <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Clr>
                <a:schemeClr val="dk1"/>
              </a:buClr>
              <a:buSzPts val="3000"/>
              <a:buFont typeface="Lato"/>
              <a:buNone/>
            </a:pPr>
            <a:r>
              <a:t/>
            </a:r>
            <a:endParaRPr b="1" sz="3000">
              <a:solidFill>
                <a:schemeClr val="dk1"/>
              </a:solidFill>
              <a:latin typeface="Lato"/>
              <a:ea typeface="Lato"/>
              <a:cs typeface="Lato"/>
              <a:sym typeface="Lato"/>
            </a:endParaRPr>
          </a:p>
          <a:p>
            <a:pPr indent="0" lvl="0" marL="0" marR="0" rtl="0" algn="just">
              <a:lnSpc>
                <a:spcPct val="161538"/>
              </a:lnSpc>
              <a:spcBef>
                <a:spcPts val="0"/>
              </a:spcBef>
              <a:spcAft>
                <a:spcPts val="0"/>
              </a:spcAft>
              <a:buClr>
                <a:schemeClr val="dk1"/>
              </a:buClr>
              <a:buSzPts val="2600"/>
              <a:buFont typeface="Lato"/>
              <a:buNone/>
            </a:pPr>
            <a:r>
              <a:t/>
            </a:r>
            <a:endParaRPr b="1" sz="2600">
              <a:solidFill>
                <a:schemeClr val="dk1"/>
              </a:solidFill>
              <a:latin typeface="Lato"/>
              <a:ea typeface="Lato"/>
              <a:cs typeface="Lato"/>
              <a:sym typeface="Lato"/>
            </a:endParaRPr>
          </a:p>
        </p:txBody>
      </p:sp>
      <p:pic>
        <p:nvPicPr>
          <p:cNvPr id="261" name="Google Shape;261;p8"/>
          <p:cNvPicPr preferRelativeResize="0"/>
          <p:nvPr/>
        </p:nvPicPr>
        <p:blipFill rotWithShape="1">
          <a:blip r:embed="rId3">
            <a:alphaModFix/>
          </a:blip>
          <a:srcRect b="0" l="0" r="0" t="0"/>
          <a:stretch/>
        </p:blipFill>
        <p:spPr>
          <a:xfrm>
            <a:off x="3654425" y="2933700"/>
            <a:ext cx="10843260" cy="691578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9"/>
          <p:cNvSpPr txBox="1"/>
          <p:nvPr/>
        </p:nvSpPr>
        <p:spPr>
          <a:xfrm>
            <a:off x="685800" y="647700"/>
            <a:ext cx="17464200" cy="907770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chemeClr val="accent1"/>
              </a:buClr>
              <a:buSzPts val="3000"/>
              <a:buFont typeface="Lato"/>
              <a:buNone/>
            </a:pPr>
            <a:r>
              <a:rPr b="1" lang="en-US" sz="3000">
                <a:solidFill>
                  <a:schemeClr val="accent1"/>
                </a:solidFill>
                <a:latin typeface="Lato"/>
                <a:ea typeface="Lato"/>
                <a:cs typeface="Lato"/>
                <a:sym typeface="Lato"/>
              </a:rPr>
              <a:t>XFS : </a:t>
            </a:r>
            <a:r>
              <a:rPr b="1" lang="en-US" sz="3000">
                <a:solidFill>
                  <a:schemeClr val="dk1"/>
                </a:solidFill>
                <a:latin typeface="Lato"/>
                <a:ea typeface="Lato"/>
                <a:cs typeface="Lato"/>
                <a:sym typeface="Lato"/>
              </a:rPr>
              <a:t>XFS is a robust, high-performance journaling file system that excels in </a:t>
            </a:r>
            <a:r>
              <a:rPr b="1" lang="en-US" sz="3000" u="sng">
                <a:solidFill>
                  <a:schemeClr val="dk1"/>
                </a:solidFill>
                <a:latin typeface="Lato"/>
                <a:ea typeface="Lato"/>
                <a:cs typeface="Lato"/>
                <a:sym typeface="Lato"/>
              </a:rPr>
              <a:t>handling large files and parallel I/O operations,</a:t>
            </a:r>
            <a:r>
              <a:rPr b="1" lang="en-US" sz="3000">
                <a:solidFill>
                  <a:schemeClr val="dk1"/>
                </a:solidFill>
                <a:latin typeface="Lato"/>
                <a:ea typeface="Lato"/>
                <a:cs typeface="Lato"/>
                <a:sym typeface="Lato"/>
              </a:rPr>
              <a:t> making it a favorite in enterprise and high-throughput environments. Developed originally by SGI, it’s designed with scalability in mind, supporting massive file and volume sizes up to </a:t>
            </a:r>
            <a:r>
              <a:rPr b="1" lang="en-US" sz="3000" u="sng">
                <a:solidFill>
                  <a:schemeClr val="dk1"/>
                </a:solidFill>
                <a:latin typeface="Lato"/>
                <a:ea typeface="Lato"/>
                <a:cs typeface="Lato"/>
                <a:sym typeface="Lato"/>
              </a:rPr>
              <a:t>exabytes</a:t>
            </a:r>
            <a:r>
              <a:rPr b="1" lang="en-US" sz="3000">
                <a:solidFill>
                  <a:schemeClr val="dk1"/>
                </a:solidFill>
                <a:latin typeface="Lato"/>
                <a:ea typeface="Lato"/>
                <a:cs typeface="Lato"/>
                <a:sym typeface="Lato"/>
              </a:rPr>
              <a:t>. What sets XFS apart is its use of extent-based allocation and advanced metadata structures like B-trees, which </a:t>
            </a:r>
            <a:r>
              <a:rPr b="1" lang="en-US" sz="3000" u="sng">
                <a:solidFill>
                  <a:schemeClr val="dk1"/>
                </a:solidFill>
                <a:latin typeface="Lato"/>
                <a:ea typeface="Lato"/>
                <a:cs typeface="Lato"/>
                <a:sym typeface="Lato"/>
              </a:rPr>
              <a:t>enhance file access speed and efficient space management.</a:t>
            </a:r>
            <a:r>
              <a:rPr b="1" lang="en-US" sz="3000">
                <a:solidFill>
                  <a:schemeClr val="dk1"/>
                </a:solidFill>
                <a:latin typeface="Lato"/>
                <a:ea typeface="Lato"/>
                <a:cs typeface="Lato"/>
                <a:sym typeface="Lato"/>
              </a:rPr>
              <a:t> It also employs journaling to protect against data loss during system crashes, and features like delayed allocation help reduce fragmentation and boost performance. XFS supports online resizing, meaning you can expand a mounted file system without downtime, though shrinking isn't supported. </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Clr>
                <a:schemeClr val="dk1"/>
              </a:buClr>
              <a:buSzPts val="3000"/>
              <a:buFont typeface="Lato"/>
              <a:buNone/>
            </a:pPr>
            <a:r>
              <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Clr>
                <a:schemeClr val="dk1"/>
              </a:buClr>
              <a:buSzPts val="3000"/>
              <a:buFont typeface="Lato"/>
              <a:buNone/>
            </a:pPr>
            <a:r>
              <a:rPr b="1" lang="en-US" sz="3000">
                <a:solidFill>
                  <a:schemeClr val="dk1"/>
                </a:solidFill>
                <a:latin typeface="Lato"/>
                <a:ea typeface="Lato"/>
                <a:cs typeface="Lato"/>
                <a:sym typeface="Lato"/>
              </a:rPr>
              <a:t>It’s particularly well-suited to systems with </a:t>
            </a:r>
            <a:r>
              <a:rPr b="1" lang="en-US" sz="3000" u="sng">
                <a:solidFill>
                  <a:schemeClr val="dk1"/>
                </a:solidFill>
                <a:latin typeface="Lato"/>
                <a:ea typeface="Lato"/>
                <a:cs typeface="Lato"/>
                <a:sym typeface="Lato"/>
              </a:rPr>
              <a:t>multi-threaded workloads, high concurrency</a:t>
            </a:r>
            <a:r>
              <a:rPr b="1" lang="en-US" sz="3000">
                <a:solidFill>
                  <a:schemeClr val="dk1"/>
                </a:solidFill>
                <a:latin typeface="Lato"/>
                <a:ea typeface="Lato"/>
                <a:cs typeface="Lato"/>
                <a:sym typeface="Lato"/>
              </a:rPr>
              <a:t>, or large storage arrays—think media servers, scientific computing, or database backends. With robust toolsets like </a:t>
            </a:r>
            <a:r>
              <a:rPr b="1" lang="en-US" sz="3000">
                <a:solidFill>
                  <a:schemeClr val="accent1"/>
                </a:solidFill>
                <a:latin typeface="Lato"/>
                <a:ea typeface="Lato"/>
                <a:cs typeface="Lato"/>
                <a:sym typeface="Lato"/>
              </a:rPr>
              <a:t>xfs_repair</a:t>
            </a:r>
            <a:r>
              <a:rPr b="1" lang="en-US" sz="3000">
                <a:solidFill>
                  <a:schemeClr val="dk1"/>
                </a:solidFill>
                <a:latin typeface="Lato"/>
                <a:ea typeface="Lato"/>
                <a:cs typeface="Lato"/>
                <a:sym typeface="Lato"/>
              </a:rPr>
              <a:t>, </a:t>
            </a:r>
            <a:r>
              <a:rPr b="1" lang="en-US" sz="3000">
                <a:solidFill>
                  <a:schemeClr val="accent1"/>
                </a:solidFill>
                <a:latin typeface="Lato"/>
                <a:ea typeface="Lato"/>
                <a:cs typeface="Lato"/>
                <a:sym typeface="Lato"/>
              </a:rPr>
              <a:t>xfs_growfs</a:t>
            </a:r>
            <a:r>
              <a:rPr b="1" lang="en-US" sz="3000">
                <a:solidFill>
                  <a:schemeClr val="dk1"/>
                </a:solidFill>
                <a:latin typeface="Lato"/>
                <a:ea typeface="Lato"/>
                <a:cs typeface="Lato"/>
                <a:sym typeface="Lato"/>
              </a:rPr>
              <a:t>, and quota journaling capabilities, XFS balances power and resilience, making it ideal when performance and reliability are top priorities.</a:t>
            </a:r>
            <a:endParaRPr b="1" sz="3000">
              <a:solidFill>
                <a:schemeClr val="dk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0"/>
          <p:cNvSpPr txBox="1"/>
          <p:nvPr/>
        </p:nvSpPr>
        <p:spPr>
          <a:xfrm>
            <a:off x="533400" y="589915"/>
            <a:ext cx="17174210" cy="9106535"/>
          </a:xfrm>
          <a:prstGeom prst="rect">
            <a:avLst/>
          </a:prstGeom>
          <a:noFill/>
          <a:ln>
            <a:noFill/>
          </a:ln>
        </p:spPr>
        <p:txBody>
          <a:bodyPr anchorCtr="0" anchor="t" bIns="0" lIns="0" spcFirstLastPara="1" rIns="0" wrap="square" tIns="0">
            <a:normAutofit/>
          </a:bodyPr>
          <a:lstStyle/>
          <a:p>
            <a:pPr indent="0" lvl="0" marL="0" marR="0" rtl="0" algn="just">
              <a:lnSpc>
                <a:spcPct val="140000"/>
              </a:lnSpc>
              <a:spcBef>
                <a:spcPts val="0"/>
              </a:spcBef>
              <a:spcAft>
                <a:spcPts val="0"/>
              </a:spcAft>
              <a:buNone/>
            </a:pPr>
            <a:r>
              <a:rPr b="1" lang="en-US" sz="3000">
                <a:solidFill>
                  <a:schemeClr val="accent1"/>
                </a:solidFill>
                <a:latin typeface="Lato"/>
                <a:ea typeface="Lato"/>
                <a:cs typeface="Lato"/>
                <a:sym typeface="Lato"/>
              </a:rPr>
              <a:t>File and Directory Permissions:</a:t>
            </a:r>
            <a:endParaRPr b="1" sz="3000">
              <a:solidFill>
                <a:schemeClr val="accent1"/>
              </a:solidFill>
              <a:latin typeface="Lato"/>
              <a:ea typeface="Lato"/>
              <a:cs typeface="Lato"/>
              <a:sym typeface="Lato"/>
            </a:endParaRPr>
          </a:p>
          <a:p>
            <a:pPr indent="0" lvl="0" marL="0" marR="0" rtl="0" algn="just">
              <a:lnSpc>
                <a:spcPct val="140000"/>
              </a:lnSpc>
              <a:spcBef>
                <a:spcPts val="0"/>
              </a:spcBef>
              <a:spcAft>
                <a:spcPts val="0"/>
              </a:spcAft>
              <a:buNone/>
            </a:pPr>
            <a:r>
              <a:rPr b="1" lang="en-US" sz="3000">
                <a:solidFill>
                  <a:schemeClr val="dk1"/>
                </a:solidFill>
                <a:latin typeface="Lato"/>
                <a:ea typeface="Lato"/>
                <a:cs typeface="Lato"/>
                <a:sym typeface="Lato"/>
              </a:rPr>
              <a:t>In Linux, file and directory permissions are a foundational part of the system’s security model. They determine who can access a file or directory and what they can do with it. Every file and directory has three types of permissions—</a:t>
            </a:r>
            <a:r>
              <a:rPr b="1" lang="en-US" sz="3000">
                <a:solidFill>
                  <a:schemeClr val="accent1"/>
                </a:solidFill>
                <a:latin typeface="Lato"/>
                <a:ea typeface="Lato"/>
                <a:cs typeface="Lato"/>
                <a:sym typeface="Lato"/>
              </a:rPr>
              <a:t>read (r)</a:t>
            </a:r>
            <a:r>
              <a:rPr b="1" lang="en-US" sz="3000">
                <a:solidFill>
                  <a:schemeClr val="dk1"/>
                </a:solidFill>
                <a:latin typeface="Lato"/>
                <a:ea typeface="Lato"/>
                <a:cs typeface="Lato"/>
                <a:sym typeface="Lato"/>
              </a:rPr>
              <a:t>, </a:t>
            </a:r>
            <a:r>
              <a:rPr b="1" lang="en-US" sz="3000">
                <a:solidFill>
                  <a:schemeClr val="accent1"/>
                </a:solidFill>
                <a:latin typeface="Lato"/>
                <a:ea typeface="Lato"/>
                <a:cs typeface="Lato"/>
                <a:sym typeface="Lato"/>
              </a:rPr>
              <a:t>write (w)</a:t>
            </a:r>
            <a:r>
              <a:rPr b="1" lang="en-US" sz="3000">
                <a:solidFill>
                  <a:schemeClr val="dk1"/>
                </a:solidFill>
                <a:latin typeface="Lato"/>
                <a:ea typeface="Lato"/>
                <a:cs typeface="Lato"/>
                <a:sym typeface="Lato"/>
              </a:rPr>
              <a:t>, and </a:t>
            </a:r>
            <a:r>
              <a:rPr b="1" lang="en-US" sz="3000">
                <a:solidFill>
                  <a:schemeClr val="accent1"/>
                </a:solidFill>
                <a:latin typeface="Lato"/>
                <a:ea typeface="Lato"/>
                <a:cs typeface="Lato"/>
                <a:sym typeface="Lato"/>
              </a:rPr>
              <a:t>execute (x)</a:t>
            </a:r>
            <a:r>
              <a:rPr b="1" lang="en-US" sz="3000">
                <a:solidFill>
                  <a:schemeClr val="dk1"/>
                </a:solidFill>
                <a:latin typeface="Lato"/>
                <a:ea typeface="Lato"/>
                <a:cs typeface="Lato"/>
                <a:sym typeface="Lato"/>
              </a:rPr>
              <a:t>—assigned to three categories of users: the owner, the group, and others.</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None/>
            </a:pPr>
            <a:r>
              <a:t/>
            </a:r>
            <a:endParaRPr b="1" sz="3000">
              <a:solidFill>
                <a:schemeClr val="dk1"/>
              </a:solidFill>
              <a:latin typeface="Lato"/>
              <a:ea typeface="Lato"/>
              <a:cs typeface="Lato"/>
              <a:sym typeface="Lato"/>
            </a:endParaRPr>
          </a:p>
          <a:p>
            <a:pPr indent="-457200" lvl="0" marL="457200" marR="0" rtl="0" algn="just">
              <a:lnSpc>
                <a:spcPct val="140000"/>
              </a:lnSpc>
              <a:spcBef>
                <a:spcPts val="0"/>
              </a:spcBef>
              <a:spcAft>
                <a:spcPts val="0"/>
              </a:spcAft>
              <a:buClr>
                <a:schemeClr val="accent1"/>
              </a:buClr>
              <a:buSzPts val="3000"/>
              <a:buFont typeface="Arial"/>
              <a:buChar char="•"/>
            </a:pPr>
            <a:r>
              <a:rPr b="1" lang="en-US" sz="3000">
                <a:solidFill>
                  <a:schemeClr val="accent1"/>
                </a:solidFill>
                <a:latin typeface="Lato"/>
                <a:ea typeface="Lato"/>
                <a:cs typeface="Lato"/>
                <a:sym typeface="Lato"/>
              </a:rPr>
              <a:t>Read (r):</a:t>
            </a:r>
            <a:r>
              <a:rPr b="1" lang="en-US" sz="3000">
                <a:solidFill>
                  <a:schemeClr val="dk1"/>
                </a:solidFill>
                <a:latin typeface="Lato"/>
                <a:ea typeface="Lato"/>
                <a:cs typeface="Lato"/>
                <a:sym typeface="Lato"/>
              </a:rPr>
              <a:t> Lets you view the contents of a file or list the contents of a directory.</a:t>
            </a:r>
            <a:endParaRPr b="1" sz="3000">
              <a:solidFill>
                <a:schemeClr val="dk1"/>
              </a:solidFill>
              <a:latin typeface="Lato"/>
              <a:ea typeface="Lato"/>
              <a:cs typeface="Lato"/>
              <a:sym typeface="Lato"/>
            </a:endParaRPr>
          </a:p>
          <a:p>
            <a:pPr indent="-457200" lvl="0" marL="457200" marR="0" rtl="0" algn="just">
              <a:lnSpc>
                <a:spcPct val="140000"/>
              </a:lnSpc>
              <a:spcBef>
                <a:spcPts val="0"/>
              </a:spcBef>
              <a:spcAft>
                <a:spcPts val="0"/>
              </a:spcAft>
              <a:buClr>
                <a:schemeClr val="accent1"/>
              </a:buClr>
              <a:buSzPts val="3000"/>
              <a:buFont typeface="Arial"/>
              <a:buChar char="•"/>
            </a:pPr>
            <a:r>
              <a:rPr b="1" lang="en-US" sz="3000">
                <a:solidFill>
                  <a:schemeClr val="accent1"/>
                </a:solidFill>
                <a:latin typeface="Lato"/>
                <a:ea typeface="Lato"/>
                <a:cs typeface="Lato"/>
                <a:sym typeface="Lato"/>
              </a:rPr>
              <a:t>Write (w):</a:t>
            </a:r>
            <a:r>
              <a:rPr b="1" lang="en-US" sz="3000">
                <a:solidFill>
                  <a:schemeClr val="dk1"/>
                </a:solidFill>
                <a:latin typeface="Lato"/>
                <a:ea typeface="Lato"/>
                <a:cs typeface="Lato"/>
                <a:sym typeface="Lato"/>
              </a:rPr>
              <a:t> Allows you to modify a file or add/delete files in a directory.</a:t>
            </a:r>
            <a:endParaRPr b="1" sz="3000">
              <a:solidFill>
                <a:schemeClr val="dk1"/>
              </a:solidFill>
              <a:latin typeface="Lato"/>
              <a:ea typeface="Lato"/>
              <a:cs typeface="Lato"/>
              <a:sym typeface="Lato"/>
            </a:endParaRPr>
          </a:p>
          <a:p>
            <a:pPr indent="-457200" lvl="0" marL="457200" marR="0" rtl="0" algn="just">
              <a:lnSpc>
                <a:spcPct val="140000"/>
              </a:lnSpc>
              <a:spcBef>
                <a:spcPts val="0"/>
              </a:spcBef>
              <a:spcAft>
                <a:spcPts val="0"/>
              </a:spcAft>
              <a:buClr>
                <a:schemeClr val="accent1"/>
              </a:buClr>
              <a:buSzPts val="3000"/>
              <a:buFont typeface="Arial"/>
              <a:buChar char="•"/>
            </a:pPr>
            <a:r>
              <a:rPr b="1" lang="en-US" sz="3000">
                <a:solidFill>
                  <a:schemeClr val="accent1"/>
                </a:solidFill>
                <a:latin typeface="Lato"/>
                <a:ea typeface="Lato"/>
                <a:cs typeface="Lato"/>
                <a:sym typeface="Lato"/>
              </a:rPr>
              <a:t>Execute (x):</a:t>
            </a:r>
            <a:r>
              <a:rPr b="1" lang="en-US" sz="3000">
                <a:solidFill>
                  <a:schemeClr val="dk1"/>
                </a:solidFill>
                <a:latin typeface="Lato"/>
                <a:ea typeface="Lato"/>
                <a:cs typeface="Lato"/>
                <a:sym typeface="Lato"/>
              </a:rPr>
              <a:t> Lets you run a file as a program or enter a directory.</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None/>
            </a:pPr>
            <a:r>
              <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None/>
            </a:pPr>
            <a:r>
              <a:rPr b="1" lang="en-US" sz="3000">
                <a:solidFill>
                  <a:schemeClr val="dk1"/>
                </a:solidFill>
                <a:latin typeface="Lato"/>
                <a:ea typeface="Lato"/>
                <a:cs typeface="Lato"/>
                <a:sym typeface="Lato"/>
              </a:rPr>
              <a:t>Numeric values : </a:t>
            </a:r>
            <a:r>
              <a:rPr b="1" lang="en-US" sz="3000">
                <a:solidFill>
                  <a:schemeClr val="accent1"/>
                </a:solidFill>
                <a:latin typeface="Lato"/>
                <a:ea typeface="Lato"/>
                <a:cs typeface="Lato"/>
                <a:sym typeface="Lato"/>
              </a:rPr>
              <a:t>Read (r) - 4</a:t>
            </a:r>
            <a:r>
              <a:rPr b="1" lang="en-US" sz="3000">
                <a:solidFill>
                  <a:schemeClr val="dk1"/>
                </a:solidFill>
                <a:latin typeface="Lato"/>
                <a:ea typeface="Lato"/>
                <a:cs typeface="Lato"/>
                <a:sym typeface="Lato"/>
              </a:rPr>
              <a:t> , </a:t>
            </a:r>
            <a:r>
              <a:rPr b="1" lang="en-US" sz="3000">
                <a:solidFill>
                  <a:schemeClr val="accent1"/>
                </a:solidFill>
                <a:latin typeface="Lato"/>
                <a:ea typeface="Lato"/>
                <a:cs typeface="Lato"/>
                <a:sym typeface="Lato"/>
              </a:rPr>
              <a:t>Write (w) -2</a:t>
            </a:r>
            <a:r>
              <a:rPr b="1" lang="en-US" sz="3000">
                <a:solidFill>
                  <a:schemeClr val="dk1"/>
                </a:solidFill>
                <a:latin typeface="Lato"/>
                <a:ea typeface="Lato"/>
                <a:cs typeface="Lato"/>
                <a:sym typeface="Lato"/>
              </a:rPr>
              <a:t> , </a:t>
            </a:r>
            <a:r>
              <a:rPr b="1" lang="en-US" sz="3000">
                <a:solidFill>
                  <a:schemeClr val="accent1"/>
                </a:solidFill>
                <a:latin typeface="Lato"/>
                <a:ea typeface="Lato"/>
                <a:cs typeface="Lato"/>
                <a:sym typeface="Lato"/>
              </a:rPr>
              <a:t>Execute (x) -1</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None/>
            </a:pPr>
            <a:r>
              <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None/>
            </a:pPr>
            <a:r>
              <a:rPr b="1" lang="en-US" sz="3000">
                <a:solidFill>
                  <a:schemeClr val="dk1"/>
                </a:solidFill>
                <a:latin typeface="Lato"/>
                <a:ea typeface="Lato"/>
                <a:cs typeface="Lato"/>
                <a:sym typeface="Lato"/>
              </a:rPr>
              <a:t>For example, a permission string like </a:t>
            </a:r>
            <a:r>
              <a:rPr b="1" lang="en-US" sz="3000">
                <a:solidFill>
                  <a:schemeClr val="accent1"/>
                </a:solidFill>
                <a:latin typeface="Lato"/>
                <a:ea typeface="Lato"/>
                <a:cs typeface="Lato"/>
                <a:sym typeface="Lato"/>
              </a:rPr>
              <a:t>-rwxr-xr--</a:t>
            </a:r>
            <a:r>
              <a:rPr b="1" lang="en-US" sz="3000">
                <a:solidFill>
                  <a:schemeClr val="dk1"/>
                </a:solidFill>
                <a:latin typeface="Lato"/>
                <a:ea typeface="Lato"/>
                <a:cs typeface="Lato"/>
                <a:sym typeface="Lato"/>
              </a:rPr>
              <a:t> means:</a:t>
            </a:r>
            <a:endParaRPr b="1" sz="3000">
              <a:solidFill>
                <a:schemeClr val="dk1"/>
              </a:solidFill>
              <a:latin typeface="Lato"/>
              <a:ea typeface="Lato"/>
              <a:cs typeface="Lato"/>
              <a:sym typeface="Lato"/>
            </a:endParaRPr>
          </a:p>
          <a:p>
            <a:pPr indent="-457200" lvl="0" marL="457200" marR="0" rtl="0" algn="just">
              <a:lnSpc>
                <a:spcPct val="140000"/>
              </a:lnSpc>
              <a:spcBef>
                <a:spcPts val="0"/>
              </a:spcBef>
              <a:spcAft>
                <a:spcPts val="0"/>
              </a:spcAft>
              <a:buClr>
                <a:schemeClr val="dk1"/>
              </a:buClr>
              <a:buSzPts val="3000"/>
              <a:buFont typeface="Arial"/>
              <a:buChar char="•"/>
            </a:pPr>
            <a:r>
              <a:rPr b="1" lang="en-US" sz="3000">
                <a:solidFill>
                  <a:schemeClr val="dk1"/>
                </a:solidFill>
                <a:latin typeface="Lato"/>
                <a:ea typeface="Lato"/>
                <a:cs typeface="Lato"/>
                <a:sym typeface="Lato"/>
              </a:rPr>
              <a:t>The owner can </a:t>
            </a:r>
            <a:r>
              <a:rPr b="1" lang="en-US" sz="3000">
                <a:solidFill>
                  <a:schemeClr val="accent1"/>
                </a:solidFill>
                <a:latin typeface="Lato"/>
                <a:ea typeface="Lato"/>
                <a:cs typeface="Lato"/>
                <a:sym typeface="Lato"/>
              </a:rPr>
              <a:t>read</a:t>
            </a:r>
            <a:r>
              <a:rPr b="1" lang="en-US" sz="3000">
                <a:solidFill>
                  <a:schemeClr val="dk1"/>
                </a:solidFill>
                <a:latin typeface="Lato"/>
                <a:ea typeface="Lato"/>
                <a:cs typeface="Lato"/>
                <a:sym typeface="Lato"/>
              </a:rPr>
              <a:t>, </a:t>
            </a:r>
            <a:r>
              <a:rPr b="1" lang="en-US" sz="3000">
                <a:solidFill>
                  <a:schemeClr val="accent1"/>
                </a:solidFill>
                <a:latin typeface="Lato"/>
                <a:ea typeface="Lato"/>
                <a:cs typeface="Lato"/>
                <a:sym typeface="Lato"/>
              </a:rPr>
              <a:t>write</a:t>
            </a:r>
            <a:r>
              <a:rPr b="1" lang="en-US" sz="3000">
                <a:solidFill>
                  <a:schemeClr val="dk1"/>
                </a:solidFill>
                <a:latin typeface="Lato"/>
                <a:ea typeface="Lato"/>
                <a:cs typeface="Lato"/>
                <a:sym typeface="Lato"/>
              </a:rPr>
              <a:t>, and </a:t>
            </a:r>
            <a:r>
              <a:rPr b="1" lang="en-US" sz="3000">
                <a:solidFill>
                  <a:schemeClr val="accent1"/>
                </a:solidFill>
                <a:latin typeface="Lato"/>
                <a:ea typeface="Lato"/>
                <a:cs typeface="Lato"/>
                <a:sym typeface="Lato"/>
              </a:rPr>
              <a:t>execute</a:t>
            </a:r>
            <a:r>
              <a:rPr b="1" lang="en-US" sz="3000">
                <a:solidFill>
                  <a:schemeClr val="dk1"/>
                </a:solidFill>
                <a:latin typeface="Lato"/>
                <a:ea typeface="Lato"/>
                <a:cs typeface="Lato"/>
                <a:sym typeface="Lato"/>
              </a:rPr>
              <a:t>.</a:t>
            </a:r>
            <a:endParaRPr b="1" sz="3000">
              <a:solidFill>
                <a:schemeClr val="dk1"/>
              </a:solidFill>
              <a:latin typeface="Lato"/>
              <a:ea typeface="Lato"/>
              <a:cs typeface="Lato"/>
              <a:sym typeface="Lato"/>
            </a:endParaRPr>
          </a:p>
          <a:p>
            <a:pPr indent="-457200" lvl="0" marL="457200" marR="0" rtl="0" algn="just">
              <a:lnSpc>
                <a:spcPct val="140000"/>
              </a:lnSpc>
              <a:spcBef>
                <a:spcPts val="0"/>
              </a:spcBef>
              <a:spcAft>
                <a:spcPts val="0"/>
              </a:spcAft>
              <a:buClr>
                <a:schemeClr val="dk1"/>
              </a:buClr>
              <a:buSzPts val="3000"/>
              <a:buFont typeface="Arial"/>
              <a:buChar char="•"/>
            </a:pPr>
            <a:r>
              <a:rPr b="1" lang="en-US" sz="3000">
                <a:solidFill>
                  <a:schemeClr val="dk1"/>
                </a:solidFill>
                <a:latin typeface="Lato"/>
                <a:ea typeface="Lato"/>
                <a:cs typeface="Lato"/>
                <a:sym typeface="Lato"/>
              </a:rPr>
              <a:t>The group can </a:t>
            </a:r>
            <a:r>
              <a:rPr b="1" lang="en-US" sz="3000">
                <a:solidFill>
                  <a:schemeClr val="accent1"/>
                </a:solidFill>
                <a:latin typeface="Lato"/>
                <a:ea typeface="Lato"/>
                <a:cs typeface="Lato"/>
                <a:sym typeface="Lato"/>
              </a:rPr>
              <a:t>read </a:t>
            </a:r>
            <a:r>
              <a:rPr b="1" lang="en-US" sz="3000">
                <a:solidFill>
                  <a:schemeClr val="dk1"/>
                </a:solidFill>
                <a:latin typeface="Lato"/>
                <a:ea typeface="Lato"/>
                <a:cs typeface="Lato"/>
                <a:sym typeface="Lato"/>
              </a:rPr>
              <a:t>and </a:t>
            </a:r>
            <a:r>
              <a:rPr b="1" lang="en-US" sz="3000">
                <a:solidFill>
                  <a:schemeClr val="accent1"/>
                </a:solidFill>
                <a:latin typeface="Lato"/>
                <a:ea typeface="Lato"/>
                <a:cs typeface="Lato"/>
                <a:sym typeface="Lato"/>
              </a:rPr>
              <a:t>execute</a:t>
            </a:r>
            <a:r>
              <a:rPr b="1" lang="en-US" sz="3000">
                <a:solidFill>
                  <a:schemeClr val="dk1"/>
                </a:solidFill>
                <a:latin typeface="Lato"/>
                <a:ea typeface="Lato"/>
                <a:cs typeface="Lato"/>
                <a:sym typeface="Lato"/>
              </a:rPr>
              <a:t>.</a:t>
            </a:r>
            <a:endParaRPr b="1" sz="3000">
              <a:solidFill>
                <a:schemeClr val="dk1"/>
              </a:solidFill>
              <a:latin typeface="Lato"/>
              <a:ea typeface="Lato"/>
              <a:cs typeface="Lato"/>
              <a:sym typeface="Lato"/>
            </a:endParaRPr>
          </a:p>
          <a:p>
            <a:pPr indent="-457200" lvl="0" marL="457200" marR="0" rtl="0" algn="just">
              <a:lnSpc>
                <a:spcPct val="140000"/>
              </a:lnSpc>
              <a:spcBef>
                <a:spcPts val="0"/>
              </a:spcBef>
              <a:spcAft>
                <a:spcPts val="0"/>
              </a:spcAft>
              <a:buClr>
                <a:schemeClr val="dk1"/>
              </a:buClr>
              <a:buSzPts val="3000"/>
              <a:buFont typeface="Arial"/>
              <a:buChar char="•"/>
            </a:pPr>
            <a:r>
              <a:rPr b="1" lang="en-US" sz="3000">
                <a:solidFill>
                  <a:schemeClr val="dk1"/>
                </a:solidFill>
                <a:latin typeface="Lato"/>
                <a:ea typeface="Lato"/>
                <a:cs typeface="Lato"/>
                <a:sym typeface="Lato"/>
              </a:rPr>
              <a:t>Others can only </a:t>
            </a:r>
            <a:r>
              <a:rPr b="1" lang="en-US" sz="3000">
                <a:solidFill>
                  <a:schemeClr val="accent1"/>
                </a:solidFill>
                <a:latin typeface="Lato"/>
                <a:ea typeface="Lato"/>
                <a:cs typeface="Lato"/>
                <a:sym typeface="Lato"/>
              </a:rPr>
              <a:t>read</a:t>
            </a:r>
            <a:r>
              <a:rPr b="1" lang="en-US" sz="3000">
                <a:solidFill>
                  <a:schemeClr val="dk1"/>
                </a:solidFill>
                <a:latin typeface="Lato"/>
                <a:ea typeface="Lato"/>
                <a:cs typeface="Lato"/>
                <a:sym typeface="Lato"/>
              </a:rPr>
              <a:t>.</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None/>
            </a:pPr>
            <a:r>
              <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Clr>
                <a:schemeClr val="dk1"/>
              </a:buClr>
              <a:buSzPts val="3000"/>
              <a:buFont typeface="Arial"/>
              <a:buNone/>
            </a:pPr>
            <a:r>
              <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None/>
            </a:pPr>
            <a:r>
              <a:t/>
            </a:r>
            <a:endParaRPr b="1" sz="3000">
              <a:solidFill>
                <a:schemeClr val="dk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1"/>
          <p:cNvSpPr txBox="1"/>
          <p:nvPr/>
        </p:nvSpPr>
        <p:spPr>
          <a:xfrm>
            <a:off x="533400" y="495300"/>
            <a:ext cx="17268190" cy="9164320"/>
          </a:xfrm>
          <a:prstGeom prst="rect">
            <a:avLst/>
          </a:prstGeom>
          <a:noFill/>
          <a:ln>
            <a:noFill/>
          </a:ln>
        </p:spPr>
        <p:txBody>
          <a:bodyPr anchorCtr="0" anchor="t" bIns="0" lIns="0" spcFirstLastPara="1" rIns="0" wrap="square" tIns="0">
            <a:normAutofit/>
          </a:bodyPr>
          <a:lstStyle/>
          <a:p>
            <a:pPr indent="0" lvl="0" marL="0" marR="0" rtl="0" algn="just">
              <a:lnSpc>
                <a:spcPct val="140000"/>
              </a:lnSpc>
              <a:spcBef>
                <a:spcPts val="0"/>
              </a:spcBef>
              <a:spcAft>
                <a:spcPts val="0"/>
              </a:spcAft>
              <a:buClr>
                <a:schemeClr val="dk1"/>
              </a:buClr>
              <a:buSzPts val="3000"/>
              <a:buFont typeface="Lato"/>
              <a:buNone/>
            </a:pPr>
            <a:r>
              <a:rPr b="1" lang="en-US" sz="3000">
                <a:solidFill>
                  <a:schemeClr val="dk1"/>
                </a:solidFill>
                <a:latin typeface="Lato"/>
                <a:ea typeface="Lato"/>
                <a:cs typeface="Lato"/>
                <a:sym typeface="Lato"/>
              </a:rPr>
              <a:t>You can view permissions using </a:t>
            </a:r>
            <a:r>
              <a:rPr b="1" lang="en-US" sz="3000">
                <a:solidFill>
                  <a:schemeClr val="accent1"/>
                </a:solidFill>
                <a:latin typeface="Lato"/>
                <a:ea typeface="Lato"/>
                <a:cs typeface="Lato"/>
                <a:sym typeface="Lato"/>
              </a:rPr>
              <a:t>ls -l</a:t>
            </a:r>
            <a:r>
              <a:rPr b="1" lang="en-US" sz="3000">
                <a:solidFill>
                  <a:schemeClr val="dk1"/>
                </a:solidFill>
                <a:latin typeface="Lato"/>
                <a:ea typeface="Lato"/>
                <a:cs typeface="Lato"/>
                <a:sym typeface="Lato"/>
              </a:rPr>
              <a:t> and modify them with </a:t>
            </a:r>
            <a:r>
              <a:rPr b="1" lang="en-US" sz="3000">
                <a:solidFill>
                  <a:schemeClr val="accent1"/>
                </a:solidFill>
                <a:latin typeface="Lato"/>
                <a:ea typeface="Lato"/>
                <a:cs typeface="Lato"/>
                <a:sym typeface="Lato"/>
              </a:rPr>
              <a:t>chmod</a:t>
            </a:r>
            <a:r>
              <a:rPr b="1" lang="en-US" sz="3000">
                <a:solidFill>
                  <a:schemeClr val="dk1"/>
                </a:solidFill>
                <a:latin typeface="Lato"/>
                <a:ea typeface="Lato"/>
                <a:cs typeface="Lato"/>
                <a:sym typeface="Lato"/>
              </a:rPr>
              <a:t>, </a:t>
            </a:r>
            <a:r>
              <a:rPr b="1" lang="en-US" sz="3000">
                <a:solidFill>
                  <a:schemeClr val="accent1"/>
                </a:solidFill>
                <a:latin typeface="Lato"/>
                <a:ea typeface="Lato"/>
                <a:cs typeface="Lato"/>
                <a:sym typeface="Lato"/>
              </a:rPr>
              <a:t>chown</a:t>
            </a:r>
            <a:r>
              <a:rPr b="1" lang="en-US" sz="3000">
                <a:solidFill>
                  <a:schemeClr val="dk1"/>
                </a:solidFill>
                <a:latin typeface="Lato"/>
                <a:ea typeface="Lato"/>
                <a:cs typeface="Lato"/>
                <a:sym typeface="Lato"/>
              </a:rPr>
              <a:t>, and </a:t>
            </a:r>
            <a:r>
              <a:rPr b="1" lang="en-US" sz="3000">
                <a:solidFill>
                  <a:schemeClr val="accent1"/>
                </a:solidFill>
                <a:latin typeface="Lato"/>
                <a:ea typeface="Lato"/>
                <a:cs typeface="Lato"/>
                <a:sym typeface="Lato"/>
              </a:rPr>
              <a:t>chgrp</a:t>
            </a:r>
            <a:r>
              <a:rPr b="1" lang="en-US" sz="3000">
                <a:solidFill>
                  <a:schemeClr val="dk1"/>
                </a:solidFill>
                <a:latin typeface="Lato"/>
                <a:ea typeface="Lato"/>
                <a:cs typeface="Lato"/>
                <a:sym typeface="Lato"/>
              </a:rPr>
              <a:t>. These tools let you fine-tune access, whether you're locking down sensitive configs or opening up shared folders for collaboration.</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Clr>
                <a:schemeClr val="dk1"/>
              </a:buClr>
              <a:buSzPts val="3000"/>
              <a:buFont typeface="Lato"/>
              <a:buNone/>
            </a:pPr>
            <a:r>
              <a:t/>
            </a:r>
            <a:endParaRPr b="1" sz="3000">
              <a:solidFill>
                <a:schemeClr val="dk1"/>
              </a:solidFill>
              <a:latin typeface="Lato"/>
              <a:ea typeface="Lato"/>
              <a:cs typeface="Lato"/>
              <a:sym typeface="Lato"/>
            </a:endParaRPr>
          </a:p>
          <a:p>
            <a:pPr indent="0" lvl="0" marL="0" marR="0" rtl="0" algn="just">
              <a:lnSpc>
                <a:spcPct val="140000"/>
              </a:lnSpc>
              <a:spcBef>
                <a:spcPts val="0"/>
              </a:spcBef>
              <a:spcAft>
                <a:spcPts val="0"/>
              </a:spcAft>
              <a:buClr>
                <a:schemeClr val="dk1"/>
              </a:buClr>
              <a:buSzPts val="3000"/>
              <a:buFont typeface="Lato"/>
              <a:buNone/>
            </a:pPr>
            <a:r>
              <a:t/>
            </a:r>
            <a:endParaRPr b="1" sz="3000">
              <a:solidFill>
                <a:schemeClr val="dk1"/>
              </a:solidFill>
              <a:latin typeface="Lato"/>
              <a:ea typeface="Lato"/>
              <a:cs typeface="Lato"/>
              <a:sym typeface="Lato"/>
            </a:endParaRPr>
          </a:p>
          <a:p>
            <a:pPr indent="0" lvl="0" marL="0" marR="0" rtl="0" algn="just">
              <a:lnSpc>
                <a:spcPct val="116999"/>
              </a:lnSpc>
              <a:spcBef>
                <a:spcPts val="0"/>
              </a:spcBef>
              <a:spcAft>
                <a:spcPts val="0"/>
              </a:spcAft>
              <a:buClr>
                <a:schemeClr val="dk1"/>
              </a:buClr>
              <a:buSzPts val="3000"/>
              <a:buFont typeface="Lato"/>
              <a:buNone/>
            </a:pPr>
            <a:r>
              <a:t/>
            </a:r>
            <a:endParaRPr b="1" sz="3000">
              <a:solidFill>
                <a:schemeClr val="dk1"/>
              </a:solidFill>
              <a:latin typeface="Lato"/>
              <a:ea typeface="Lato"/>
              <a:cs typeface="Lato"/>
              <a:sym typeface="Lato"/>
            </a:endParaRPr>
          </a:p>
        </p:txBody>
      </p:sp>
      <p:pic>
        <p:nvPicPr>
          <p:cNvPr id="277" name="Google Shape;277;p11"/>
          <p:cNvPicPr preferRelativeResize="0"/>
          <p:nvPr/>
        </p:nvPicPr>
        <p:blipFill rotWithShape="1">
          <a:blip r:embed="rId3">
            <a:alphaModFix/>
          </a:blip>
          <a:srcRect b="0" l="0" r="0" t="0"/>
          <a:stretch/>
        </p:blipFill>
        <p:spPr>
          <a:xfrm>
            <a:off x="1524000" y="2476500"/>
            <a:ext cx="15504795" cy="707834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2"/>
          <p:cNvSpPr txBox="1"/>
          <p:nvPr/>
        </p:nvSpPr>
        <p:spPr>
          <a:xfrm>
            <a:off x="381000" y="644525"/>
            <a:ext cx="17265650" cy="9060815"/>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chemeClr val="dk1"/>
              </a:buClr>
              <a:buSzPts val="1100"/>
              <a:buFont typeface="Arial"/>
              <a:buNone/>
            </a:pPr>
            <a:r>
              <a:rPr b="1" lang="en-US" sz="3000">
                <a:solidFill>
                  <a:schemeClr val="accent1"/>
                </a:solidFill>
                <a:latin typeface="Lato"/>
                <a:ea typeface="Lato"/>
                <a:cs typeface="Lato"/>
                <a:sym typeface="Lato"/>
              </a:rPr>
              <a:t>OwnershipOwner :</a:t>
            </a:r>
            <a:r>
              <a:rPr b="1" lang="en-US" sz="3000">
                <a:solidFill>
                  <a:schemeClr val="lt1"/>
                </a:solidFill>
                <a:latin typeface="Roboto Slab"/>
                <a:ea typeface="Roboto Slab"/>
                <a:cs typeface="Roboto Slab"/>
                <a:sym typeface="Roboto Slab"/>
              </a:rPr>
              <a:t>hip</a:t>
            </a:r>
            <a:endParaRPr b="1" sz="3000">
              <a:solidFill>
                <a:schemeClr val="lt1"/>
              </a:solidFill>
              <a:latin typeface="Roboto Slab"/>
              <a:ea typeface="Roboto Slab"/>
              <a:cs typeface="Roboto Slab"/>
              <a:sym typeface="Roboto Slab"/>
            </a:endParaRPr>
          </a:p>
          <a:p>
            <a:pPr indent="0" lvl="0" marL="0" marR="0" rtl="0" algn="just">
              <a:lnSpc>
                <a:spcPct val="133000"/>
              </a:lnSpc>
              <a:spcBef>
                <a:spcPts val="400"/>
              </a:spcBef>
              <a:spcAft>
                <a:spcPts val="0"/>
              </a:spcAft>
              <a:buClr>
                <a:schemeClr val="dk1"/>
              </a:buClr>
              <a:buSzPts val="3000"/>
              <a:buFont typeface="Lato"/>
              <a:buNone/>
            </a:pPr>
            <a:r>
              <a:rPr b="1" lang="en-US" sz="3000">
                <a:solidFill>
                  <a:schemeClr val="dk1"/>
                </a:solidFill>
                <a:latin typeface="Lato"/>
                <a:ea typeface="Lato"/>
                <a:cs typeface="Lato"/>
                <a:sym typeface="Lato"/>
              </a:rPr>
              <a:t>There are three types of ownership in Linux:</a:t>
            </a:r>
            <a:endParaRPr b="1" sz="3000">
              <a:solidFill>
                <a:schemeClr val="dk1"/>
              </a:solidFill>
              <a:latin typeface="Lato"/>
              <a:ea typeface="Lato"/>
              <a:cs typeface="Lato"/>
              <a:sym typeface="Lato"/>
            </a:endParaRPr>
          </a:p>
          <a:p>
            <a:pPr indent="0" lvl="0" marL="0" marR="0" rtl="0" algn="just">
              <a:lnSpc>
                <a:spcPct val="133000"/>
              </a:lnSpc>
              <a:spcBef>
                <a:spcPts val="400"/>
              </a:spcBef>
              <a:spcAft>
                <a:spcPts val="0"/>
              </a:spcAft>
              <a:buClr>
                <a:schemeClr val="dk1"/>
              </a:buClr>
              <a:buSzPts val="3000"/>
              <a:buFont typeface="Lato"/>
              <a:buNone/>
            </a:pPr>
            <a:r>
              <a:t/>
            </a:r>
            <a:endParaRPr b="1" sz="3000">
              <a:solidFill>
                <a:schemeClr val="dk1"/>
              </a:solidFill>
              <a:latin typeface="Lato"/>
              <a:ea typeface="Lato"/>
              <a:cs typeface="Lato"/>
              <a:sym typeface="Lato"/>
            </a:endParaRPr>
          </a:p>
          <a:p>
            <a:pPr indent="0" lvl="0" marL="0" marR="0" rtl="0" algn="just">
              <a:lnSpc>
                <a:spcPct val="133000"/>
              </a:lnSpc>
              <a:spcBef>
                <a:spcPts val="600"/>
              </a:spcBef>
              <a:spcAft>
                <a:spcPts val="0"/>
              </a:spcAft>
              <a:buNone/>
            </a:pPr>
            <a:r>
              <a:rPr b="1" lang="en-US" sz="3000">
                <a:solidFill>
                  <a:schemeClr val="accent1"/>
                </a:solidFill>
                <a:latin typeface="Lato"/>
                <a:ea typeface="Lato"/>
                <a:cs typeface="Lato"/>
                <a:sym typeface="Lato"/>
              </a:rPr>
              <a:t>User: </a:t>
            </a:r>
            <a:r>
              <a:rPr b="1" lang="en-US" sz="3000">
                <a:solidFill>
                  <a:schemeClr val="dk1"/>
                </a:solidFill>
                <a:latin typeface="Lato"/>
                <a:ea typeface="Lato"/>
                <a:cs typeface="Lato"/>
                <a:sym typeface="Lato"/>
              </a:rPr>
              <a:t>The individual who created the file. This user has the ability to change the file's ownership.</a:t>
            </a:r>
            <a:endParaRPr b="1" sz="3000">
              <a:solidFill>
                <a:schemeClr val="dk1"/>
              </a:solidFill>
              <a:latin typeface="Lato"/>
              <a:ea typeface="Lato"/>
              <a:cs typeface="Lato"/>
              <a:sym typeface="Lato"/>
            </a:endParaRPr>
          </a:p>
          <a:p>
            <a:pPr indent="0" lvl="0" marL="0" marR="0" rtl="0" algn="just">
              <a:lnSpc>
                <a:spcPct val="133000"/>
              </a:lnSpc>
              <a:spcBef>
                <a:spcPts val="600"/>
              </a:spcBef>
              <a:spcAft>
                <a:spcPts val="0"/>
              </a:spcAft>
              <a:buNone/>
            </a:pPr>
            <a:r>
              <a:t/>
            </a:r>
            <a:endParaRPr b="1" sz="3000">
              <a:solidFill>
                <a:schemeClr val="dk1"/>
              </a:solidFill>
              <a:latin typeface="Lato"/>
              <a:ea typeface="Lato"/>
              <a:cs typeface="Lato"/>
              <a:sym typeface="Lato"/>
            </a:endParaRPr>
          </a:p>
          <a:p>
            <a:pPr indent="0" lvl="0" marL="0" marR="0" rtl="0" algn="just">
              <a:lnSpc>
                <a:spcPct val="133000"/>
              </a:lnSpc>
              <a:spcBef>
                <a:spcPts val="0"/>
              </a:spcBef>
              <a:spcAft>
                <a:spcPts val="0"/>
              </a:spcAft>
              <a:buNone/>
            </a:pPr>
            <a:r>
              <a:rPr b="1" lang="en-US" sz="3000">
                <a:solidFill>
                  <a:schemeClr val="accent1"/>
                </a:solidFill>
                <a:latin typeface="Lato"/>
                <a:ea typeface="Lato"/>
                <a:cs typeface="Lato"/>
                <a:sym typeface="Lato"/>
              </a:rPr>
              <a:t>Group: </a:t>
            </a:r>
            <a:r>
              <a:rPr b="1" lang="en-US" sz="3000">
                <a:solidFill>
                  <a:schemeClr val="dk1"/>
                </a:solidFill>
                <a:latin typeface="Lato"/>
                <a:ea typeface="Lato"/>
                <a:cs typeface="Lato"/>
                <a:sym typeface="Lato"/>
              </a:rPr>
              <a:t>A collection of users. Users can belong to multiple groups, which simplifies permission management.</a:t>
            </a:r>
            <a:endParaRPr b="1" sz="3000">
              <a:solidFill>
                <a:schemeClr val="dk1"/>
              </a:solidFill>
              <a:latin typeface="Lato"/>
              <a:ea typeface="Lato"/>
              <a:cs typeface="Lato"/>
              <a:sym typeface="Lato"/>
            </a:endParaRPr>
          </a:p>
          <a:p>
            <a:pPr indent="0" lvl="0" marL="0" marR="0" rtl="0" algn="just">
              <a:lnSpc>
                <a:spcPct val="133000"/>
              </a:lnSpc>
              <a:spcBef>
                <a:spcPts val="0"/>
              </a:spcBef>
              <a:spcAft>
                <a:spcPts val="0"/>
              </a:spcAft>
              <a:buNone/>
            </a:pPr>
            <a:r>
              <a:t/>
            </a:r>
            <a:endParaRPr b="1" sz="3000">
              <a:solidFill>
                <a:schemeClr val="dk1"/>
              </a:solidFill>
              <a:latin typeface="Lato"/>
              <a:ea typeface="Lato"/>
              <a:cs typeface="Lato"/>
              <a:sym typeface="Lato"/>
            </a:endParaRPr>
          </a:p>
          <a:p>
            <a:pPr indent="0" lvl="0" marL="0" marR="0" rtl="0" algn="just">
              <a:lnSpc>
                <a:spcPct val="133000"/>
              </a:lnSpc>
              <a:spcBef>
                <a:spcPts val="0"/>
              </a:spcBef>
              <a:spcAft>
                <a:spcPts val="0"/>
              </a:spcAft>
              <a:buNone/>
            </a:pPr>
            <a:r>
              <a:rPr b="1" lang="en-US" sz="3000">
                <a:solidFill>
                  <a:schemeClr val="accent1"/>
                </a:solidFill>
                <a:latin typeface="Lato"/>
                <a:ea typeface="Lato"/>
                <a:cs typeface="Lato"/>
                <a:sym typeface="Lato"/>
              </a:rPr>
              <a:t>Other: </a:t>
            </a:r>
            <a:r>
              <a:rPr b="1" lang="en-US" sz="3000">
                <a:solidFill>
                  <a:schemeClr val="dk1"/>
                </a:solidFill>
                <a:latin typeface="Lato"/>
                <a:ea typeface="Lato"/>
                <a:cs typeface="Lato"/>
                <a:sym typeface="Lato"/>
              </a:rPr>
              <a:t>This category includes all users on the system who are neither the owner nor part of the group associated with the file.</a:t>
            </a:r>
            <a:endParaRPr b="1" sz="3000">
              <a:solidFill>
                <a:schemeClr val="dk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3"/>
          <p:cNvSpPr txBox="1"/>
          <p:nvPr/>
        </p:nvSpPr>
        <p:spPr>
          <a:xfrm>
            <a:off x="672465" y="436245"/>
            <a:ext cx="17008475" cy="9180830"/>
          </a:xfrm>
          <a:prstGeom prst="rect">
            <a:avLst/>
          </a:prstGeom>
          <a:noFill/>
          <a:ln>
            <a:noFill/>
          </a:ln>
        </p:spPr>
        <p:txBody>
          <a:bodyPr anchorCtr="0" anchor="t" bIns="0" lIns="0" spcFirstLastPara="1" rIns="0" wrap="square" tIns="0">
            <a:normAutofit/>
          </a:bodyPr>
          <a:lstStyle/>
          <a:p>
            <a:pPr indent="0" lvl="0" marL="0" marR="0" rtl="0" algn="just">
              <a:lnSpc>
                <a:spcPct val="133000"/>
              </a:lnSpc>
              <a:spcBef>
                <a:spcPts val="0"/>
              </a:spcBef>
              <a:spcAft>
                <a:spcPts val="0"/>
              </a:spcAft>
              <a:buClr>
                <a:schemeClr val="accent1"/>
              </a:buClr>
              <a:buSzPts val="3000"/>
              <a:buFont typeface="Arial"/>
              <a:buNone/>
            </a:pPr>
            <a:r>
              <a:rPr b="1" lang="en-US" sz="3000">
                <a:solidFill>
                  <a:schemeClr val="accent1"/>
                </a:solidFill>
                <a:latin typeface="Lato"/>
                <a:ea typeface="Lato"/>
                <a:cs typeface="Lato"/>
                <a:sym typeface="Lato"/>
              </a:rPr>
              <a:t>Modifying Permissions and Ownership :</a:t>
            </a:r>
            <a:endParaRPr b="1" sz="3000">
              <a:solidFill>
                <a:schemeClr val="accent1"/>
              </a:solidFill>
              <a:latin typeface="Lato"/>
              <a:ea typeface="Lato"/>
              <a:cs typeface="Lato"/>
              <a:sym typeface="Lato"/>
            </a:endParaRPr>
          </a:p>
          <a:p>
            <a:pPr indent="0" lvl="0" marL="0" marR="0" rtl="0" algn="just">
              <a:lnSpc>
                <a:spcPct val="133000"/>
              </a:lnSpc>
              <a:spcBef>
                <a:spcPts val="400"/>
              </a:spcBef>
              <a:spcAft>
                <a:spcPts val="0"/>
              </a:spcAft>
              <a:buClr>
                <a:schemeClr val="dk1"/>
              </a:buClr>
              <a:buSzPts val="3000"/>
              <a:buFont typeface="Arial"/>
              <a:buNone/>
            </a:pPr>
            <a:r>
              <a:rPr b="1" lang="en-US" sz="3000">
                <a:solidFill>
                  <a:schemeClr val="dk1"/>
                </a:solidFill>
                <a:latin typeface="Lato"/>
                <a:ea typeface="Lato"/>
                <a:cs typeface="Lato"/>
                <a:sym typeface="Lato"/>
              </a:rPr>
              <a:t>To manage file permissions and ownership, Linux provides several commands:</a:t>
            </a:r>
            <a:endParaRPr b="1" sz="3000">
              <a:solidFill>
                <a:schemeClr val="dk1"/>
              </a:solidFill>
              <a:latin typeface="Lato"/>
              <a:ea typeface="Lato"/>
              <a:cs typeface="Lato"/>
              <a:sym typeface="Lato"/>
            </a:endParaRPr>
          </a:p>
          <a:p>
            <a:pPr indent="0" lvl="0" marL="0" marR="0" rtl="0" algn="just">
              <a:lnSpc>
                <a:spcPct val="133000"/>
              </a:lnSpc>
              <a:spcBef>
                <a:spcPts val="600"/>
              </a:spcBef>
              <a:spcAft>
                <a:spcPts val="0"/>
              </a:spcAft>
              <a:buNone/>
            </a:pPr>
            <a:r>
              <a:t/>
            </a:r>
            <a:endParaRPr b="1" sz="3000">
              <a:solidFill>
                <a:schemeClr val="dk1"/>
              </a:solidFill>
              <a:latin typeface="Lato"/>
              <a:ea typeface="Lato"/>
              <a:cs typeface="Lato"/>
              <a:sym typeface="Lato"/>
            </a:endParaRPr>
          </a:p>
          <a:p>
            <a:pPr indent="0" lvl="0" marL="0" marR="0" rtl="0" algn="just">
              <a:lnSpc>
                <a:spcPct val="133000"/>
              </a:lnSpc>
              <a:spcBef>
                <a:spcPts val="600"/>
              </a:spcBef>
              <a:spcAft>
                <a:spcPts val="0"/>
              </a:spcAft>
              <a:buNone/>
            </a:pPr>
            <a:r>
              <a:rPr b="1" lang="en-US" sz="3000">
                <a:solidFill>
                  <a:schemeClr val="dk1"/>
                </a:solidFill>
                <a:latin typeface="Lato"/>
                <a:ea typeface="Lato"/>
                <a:cs typeface="Lato"/>
                <a:sym typeface="Lato"/>
              </a:rPr>
              <a:t>Changing Ownership:</a:t>
            </a:r>
            <a:endParaRPr b="1" sz="3000">
              <a:solidFill>
                <a:schemeClr val="dk1"/>
              </a:solidFill>
              <a:latin typeface="Lato"/>
              <a:ea typeface="Lato"/>
              <a:cs typeface="Lato"/>
              <a:sym typeface="Lato"/>
            </a:endParaRPr>
          </a:p>
          <a:p>
            <a:pPr indent="0" lvl="0" marL="0" marR="0" rtl="0" algn="just">
              <a:lnSpc>
                <a:spcPct val="133000"/>
              </a:lnSpc>
              <a:spcBef>
                <a:spcPts val="2100"/>
              </a:spcBef>
              <a:spcAft>
                <a:spcPts val="0"/>
              </a:spcAft>
              <a:buClr>
                <a:schemeClr val="accent1"/>
              </a:buClr>
              <a:buSzPts val="3000"/>
              <a:buFont typeface="Arial"/>
              <a:buNone/>
            </a:pPr>
            <a:r>
              <a:rPr b="1" lang="en-US" sz="3000">
                <a:solidFill>
                  <a:schemeClr val="accent1"/>
                </a:solidFill>
                <a:latin typeface="Lato"/>
                <a:ea typeface="Lato"/>
                <a:cs typeface="Lato"/>
                <a:sym typeface="Lato"/>
              </a:rPr>
              <a:t>chown [user]:[group] filename </a:t>
            </a:r>
            <a:r>
              <a:rPr b="1" lang="en-US" sz="3000">
                <a:solidFill>
                  <a:schemeClr val="dk1"/>
                </a:solidFill>
                <a:latin typeface="Lato"/>
                <a:ea typeface="Lato"/>
                <a:cs typeface="Lato"/>
                <a:sym typeface="Lato"/>
              </a:rPr>
              <a:t>: Changes the owner and/or group of a file.</a:t>
            </a:r>
            <a:endParaRPr b="1" sz="3000">
              <a:solidFill>
                <a:schemeClr val="dk1"/>
              </a:solidFill>
              <a:latin typeface="Lato"/>
              <a:ea typeface="Lato"/>
              <a:cs typeface="Lato"/>
              <a:sym typeface="Lato"/>
            </a:endParaRPr>
          </a:p>
          <a:p>
            <a:pPr indent="0" lvl="0" marL="0" marR="0" rtl="0" algn="just">
              <a:lnSpc>
                <a:spcPct val="133000"/>
              </a:lnSpc>
              <a:spcBef>
                <a:spcPts val="2100"/>
              </a:spcBef>
              <a:spcAft>
                <a:spcPts val="0"/>
              </a:spcAft>
              <a:buNone/>
            </a:pPr>
            <a:r>
              <a:t/>
            </a:r>
            <a:endParaRPr b="1" sz="3000">
              <a:solidFill>
                <a:schemeClr val="dk1"/>
              </a:solidFill>
              <a:latin typeface="Lato"/>
              <a:ea typeface="Lato"/>
              <a:cs typeface="Lato"/>
              <a:sym typeface="Lato"/>
            </a:endParaRPr>
          </a:p>
          <a:p>
            <a:pPr indent="0" lvl="0" marL="0" marR="0" rtl="0" algn="just">
              <a:lnSpc>
                <a:spcPct val="133000"/>
              </a:lnSpc>
              <a:spcBef>
                <a:spcPts val="2100"/>
              </a:spcBef>
              <a:spcAft>
                <a:spcPts val="0"/>
              </a:spcAft>
              <a:buNone/>
            </a:pPr>
            <a:r>
              <a:rPr b="1" lang="en-US" sz="3000">
                <a:solidFill>
                  <a:schemeClr val="dk1"/>
                </a:solidFill>
                <a:latin typeface="Lato"/>
                <a:ea typeface="Lato"/>
                <a:cs typeface="Lato"/>
                <a:sym typeface="Lato"/>
              </a:rPr>
              <a:t>Changing Permissions:</a:t>
            </a:r>
            <a:endParaRPr b="1" sz="3000">
              <a:solidFill>
                <a:schemeClr val="dk1"/>
              </a:solidFill>
              <a:latin typeface="Lato"/>
              <a:ea typeface="Lato"/>
              <a:cs typeface="Lato"/>
              <a:sym typeface="Lato"/>
            </a:endParaRPr>
          </a:p>
          <a:p>
            <a:pPr indent="0" lvl="0" marL="0" marR="0" rtl="0" algn="just">
              <a:lnSpc>
                <a:spcPct val="133000"/>
              </a:lnSpc>
              <a:spcBef>
                <a:spcPts val="2100"/>
              </a:spcBef>
              <a:spcAft>
                <a:spcPts val="0"/>
              </a:spcAft>
              <a:buClr>
                <a:schemeClr val="accent1"/>
              </a:buClr>
              <a:buSzPts val="3000"/>
              <a:buFont typeface="Arial"/>
              <a:buNone/>
            </a:pPr>
            <a:r>
              <a:rPr b="1" lang="en-US" sz="3000">
                <a:solidFill>
                  <a:schemeClr val="accent1"/>
                </a:solidFill>
                <a:latin typeface="Lato"/>
                <a:ea typeface="Lato"/>
                <a:cs typeface="Lato"/>
                <a:sym typeface="Lato"/>
              </a:rPr>
              <a:t>chmod [options] [mode] filename</a:t>
            </a:r>
            <a:r>
              <a:rPr b="1" lang="en-US" sz="3000">
                <a:solidFill>
                  <a:schemeClr val="dk1"/>
                </a:solidFill>
                <a:latin typeface="Lato"/>
                <a:ea typeface="Lato"/>
                <a:cs typeface="Lato"/>
                <a:sym typeface="Lato"/>
              </a:rPr>
              <a:t> : Modifies the permissions of a file.</a:t>
            </a:r>
            <a:endParaRPr b="1" sz="3000">
              <a:solidFill>
                <a:schemeClr val="dk1"/>
              </a:solidFill>
              <a:latin typeface="Lato"/>
              <a:ea typeface="Lato"/>
              <a:cs typeface="Lato"/>
              <a:sym typeface="Lato"/>
            </a:endParaRPr>
          </a:p>
          <a:p>
            <a:pPr indent="0" lvl="0" marL="0" marR="0" rtl="0" algn="just">
              <a:lnSpc>
                <a:spcPct val="133000"/>
              </a:lnSpc>
              <a:spcBef>
                <a:spcPts val="2100"/>
              </a:spcBef>
              <a:spcAft>
                <a:spcPts val="0"/>
              </a:spcAft>
              <a:buNone/>
            </a:pPr>
            <a:r>
              <a:t/>
            </a:r>
            <a:endParaRPr b="1" sz="3000">
              <a:solidFill>
                <a:schemeClr val="dk1"/>
              </a:solidFill>
              <a:latin typeface="Lato"/>
              <a:ea typeface="Lato"/>
              <a:cs typeface="Lato"/>
              <a:sym typeface="Lato"/>
            </a:endParaRPr>
          </a:p>
          <a:p>
            <a:pPr indent="0" lvl="0" marL="0" marR="0" rtl="0" algn="just">
              <a:lnSpc>
                <a:spcPct val="133000"/>
              </a:lnSpc>
              <a:spcBef>
                <a:spcPts val="2100"/>
              </a:spcBef>
              <a:spcAft>
                <a:spcPts val="0"/>
              </a:spcAft>
              <a:buNone/>
            </a:pPr>
            <a:r>
              <a:rPr b="1" lang="en-US" sz="3000">
                <a:solidFill>
                  <a:schemeClr val="dk1"/>
                </a:solidFill>
                <a:latin typeface="Lato"/>
                <a:ea typeface="Lato"/>
                <a:cs typeface="Lato"/>
                <a:sym typeface="Lato"/>
              </a:rPr>
              <a:t>Symbolic Mode: For example, </a:t>
            </a:r>
            <a:r>
              <a:rPr b="1" lang="en-US" sz="3000">
                <a:solidFill>
                  <a:schemeClr val="accent1"/>
                </a:solidFill>
                <a:latin typeface="Lato"/>
                <a:ea typeface="Lato"/>
                <a:cs typeface="Lato"/>
                <a:sym typeface="Lato"/>
              </a:rPr>
              <a:t>chmod u+x filename</a:t>
            </a:r>
            <a:r>
              <a:rPr b="1" lang="en-US" sz="3000">
                <a:solidFill>
                  <a:schemeClr val="dk1"/>
                </a:solidFill>
                <a:latin typeface="Lato"/>
                <a:ea typeface="Lato"/>
                <a:cs typeface="Lato"/>
                <a:sym typeface="Lato"/>
              </a:rPr>
              <a:t> adds execute permission for the user owner.</a:t>
            </a:r>
            <a:endParaRPr b="1" sz="3000">
              <a:solidFill>
                <a:schemeClr val="dk1"/>
              </a:solidFill>
              <a:latin typeface="Lato"/>
              <a:ea typeface="Lato"/>
              <a:cs typeface="Lato"/>
              <a:sym typeface="Lato"/>
            </a:endParaRPr>
          </a:p>
          <a:p>
            <a:pPr indent="0" lvl="0" marL="0" marR="0" rtl="0" algn="just">
              <a:lnSpc>
                <a:spcPct val="133000"/>
              </a:lnSpc>
              <a:spcBef>
                <a:spcPts val="0"/>
              </a:spcBef>
              <a:spcAft>
                <a:spcPts val="0"/>
              </a:spcAft>
              <a:buNone/>
            </a:pPr>
            <a:r>
              <a:t/>
            </a:r>
            <a:endParaRPr b="1" sz="3000">
              <a:solidFill>
                <a:schemeClr val="dk1"/>
              </a:solidFill>
              <a:latin typeface="Lato"/>
              <a:ea typeface="Lato"/>
              <a:cs typeface="Lato"/>
              <a:sym typeface="Lato"/>
            </a:endParaRPr>
          </a:p>
          <a:p>
            <a:pPr indent="0" lvl="0" marL="0" marR="0" rtl="0" algn="just">
              <a:lnSpc>
                <a:spcPct val="133000"/>
              </a:lnSpc>
              <a:spcBef>
                <a:spcPts val="0"/>
              </a:spcBef>
              <a:spcAft>
                <a:spcPts val="0"/>
              </a:spcAft>
              <a:buNone/>
            </a:pPr>
            <a:r>
              <a:rPr b="1" lang="en-US" sz="3000">
                <a:solidFill>
                  <a:schemeClr val="dk1"/>
                </a:solidFill>
                <a:latin typeface="Lato"/>
                <a:ea typeface="Lato"/>
                <a:cs typeface="Lato"/>
                <a:sym typeface="Lato"/>
              </a:rPr>
              <a:t>Numeric Mode: For example, </a:t>
            </a:r>
            <a:r>
              <a:rPr b="1" lang="en-US" sz="3000">
                <a:solidFill>
                  <a:schemeClr val="accent1"/>
                </a:solidFill>
                <a:latin typeface="Lato"/>
                <a:ea typeface="Lato"/>
                <a:cs typeface="Lato"/>
                <a:sym typeface="Lato"/>
              </a:rPr>
              <a:t>chmod 755 filename</a:t>
            </a:r>
            <a:r>
              <a:rPr b="1" lang="en-US" sz="3000">
                <a:solidFill>
                  <a:schemeClr val="dk1"/>
                </a:solidFill>
                <a:latin typeface="Lato"/>
                <a:ea typeface="Lato"/>
                <a:cs typeface="Lato"/>
                <a:sym typeface="Lato"/>
              </a:rPr>
              <a:t> sets specific read, write, and execute permissions using octal values.</a:t>
            </a:r>
            <a:endParaRPr b="1" sz="3000">
              <a:solidFill>
                <a:schemeClr val="dk1"/>
              </a:solidFill>
              <a:latin typeface="Lato"/>
              <a:ea typeface="Lato"/>
              <a:cs typeface="Lato"/>
              <a:sym typeface="Lato"/>
            </a:endParaRPr>
          </a:p>
          <a:p>
            <a:pPr indent="0" lvl="0" marL="0" marR="0" rtl="0" algn="just">
              <a:lnSpc>
                <a:spcPct val="133000"/>
              </a:lnSpc>
              <a:spcBef>
                <a:spcPts val="0"/>
              </a:spcBef>
              <a:spcAft>
                <a:spcPts val="0"/>
              </a:spcAft>
              <a:buClr>
                <a:schemeClr val="dk1"/>
              </a:buClr>
              <a:buSzPts val="3000"/>
              <a:buFont typeface="Arial"/>
              <a:buNone/>
            </a:pPr>
            <a:r>
              <a:t/>
            </a:r>
            <a:endParaRPr b="1" sz="3000">
              <a:solidFill>
                <a:schemeClr val="dk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4"/>
          <p:cNvSpPr txBox="1"/>
          <p:nvPr/>
        </p:nvSpPr>
        <p:spPr>
          <a:xfrm>
            <a:off x="3961770" y="647711"/>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a:solidFill>
                  <a:schemeClr val="accent1"/>
                </a:solidFill>
                <a:latin typeface="Lato"/>
                <a:ea typeface="Lato"/>
                <a:cs typeface="Lato"/>
                <a:sym typeface="Lato"/>
              </a:rPr>
              <a:t>Practice Lab</a:t>
            </a:r>
            <a:endParaRPr b="1" sz="8000" u="none" strike="noStrike">
              <a:solidFill>
                <a:srgbClr val="845526"/>
              </a:solidFill>
              <a:latin typeface="Lato"/>
              <a:ea typeface="Lato"/>
              <a:cs typeface="Lato"/>
              <a:sym typeface="Lato"/>
            </a:endParaRPr>
          </a:p>
        </p:txBody>
      </p:sp>
      <p:sp>
        <p:nvSpPr>
          <p:cNvPr id="293" name="Google Shape;293;p14"/>
          <p:cNvSpPr txBox="1"/>
          <p:nvPr/>
        </p:nvSpPr>
        <p:spPr>
          <a:xfrm>
            <a:off x="914400" y="1866900"/>
            <a:ext cx="15971520" cy="7932420"/>
          </a:xfrm>
          <a:prstGeom prst="rect">
            <a:avLst/>
          </a:prstGeom>
          <a:noFill/>
          <a:ln>
            <a:noFill/>
          </a:ln>
        </p:spPr>
        <p:txBody>
          <a:bodyPr anchorCtr="0" anchor="t" bIns="0" lIns="0" spcFirstLastPara="1" rIns="0" wrap="square" tIns="0">
            <a:normAutofit/>
          </a:bodyPr>
          <a:lstStyle/>
          <a:p>
            <a:pPr indent="-742950" lvl="0" marL="742950" marR="0" rtl="0" algn="just">
              <a:lnSpc>
                <a:spcPct val="200000"/>
              </a:lnSpc>
              <a:spcBef>
                <a:spcPts val="0"/>
              </a:spcBef>
              <a:spcAft>
                <a:spcPts val="0"/>
              </a:spcAft>
              <a:buClr>
                <a:schemeClr val="dk1"/>
              </a:buClr>
              <a:buSzPts val="4400"/>
              <a:buFont typeface="Lato"/>
              <a:buAutoNum type="arabicPeriod"/>
            </a:pPr>
            <a:r>
              <a:rPr b="1" lang="en-US" sz="4400">
                <a:solidFill>
                  <a:schemeClr val="dk1"/>
                </a:solidFill>
                <a:latin typeface="Lato"/>
                <a:ea typeface="Lato"/>
                <a:cs typeface="Lato"/>
                <a:sym typeface="Lato"/>
              </a:rPr>
              <a:t>• Explore and list the file systems used in your system.</a:t>
            </a:r>
            <a:endParaRPr b="1" sz="4400">
              <a:solidFill>
                <a:schemeClr val="dk1"/>
              </a:solidFill>
              <a:latin typeface="Lato"/>
              <a:ea typeface="Lato"/>
              <a:cs typeface="Lato"/>
              <a:sym typeface="Lato"/>
            </a:endParaRPr>
          </a:p>
          <a:p>
            <a:pPr indent="-742950" lvl="0" marL="742950" marR="0" rtl="0" algn="just">
              <a:lnSpc>
                <a:spcPct val="200000"/>
              </a:lnSpc>
              <a:spcBef>
                <a:spcPts val="700"/>
              </a:spcBef>
              <a:spcAft>
                <a:spcPts val="0"/>
              </a:spcAft>
              <a:buClr>
                <a:schemeClr val="dk1"/>
              </a:buClr>
              <a:buSzPts val="4400"/>
              <a:buFont typeface="Lato"/>
              <a:buAutoNum type="arabicPeriod"/>
            </a:pPr>
            <a:r>
              <a:rPr b="1" lang="en-US" sz="4400">
                <a:solidFill>
                  <a:schemeClr val="dk1"/>
                </a:solidFill>
                <a:latin typeface="Lato"/>
                <a:ea typeface="Lato"/>
                <a:cs typeface="Lato"/>
                <a:sym typeface="Lato"/>
              </a:rPr>
              <a:t>• Format a partition using Ext4 and mount it on a directory.</a:t>
            </a:r>
            <a:endParaRPr b="1" sz="4400">
              <a:solidFill>
                <a:schemeClr val="dk1"/>
              </a:solidFill>
              <a:latin typeface="Lato"/>
              <a:ea typeface="Lato"/>
              <a:cs typeface="Lato"/>
              <a:sym typeface="Lato"/>
            </a:endParaRPr>
          </a:p>
          <a:p>
            <a:pPr indent="-742950" lvl="0" marL="742950" marR="0" rtl="0" algn="just">
              <a:lnSpc>
                <a:spcPct val="200000"/>
              </a:lnSpc>
              <a:spcBef>
                <a:spcPts val="700"/>
              </a:spcBef>
              <a:spcAft>
                <a:spcPts val="0"/>
              </a:spcAft>
              <a:buClr>
                <a:schemeClr val="dk1"/>
              </a:buClr>
              <a:buSzPts val="4400"/>
              <a:buFont typeface="Lato"/>
              <a:buAutoNum type="arabicPeriod"/>
            </a:pPr>
            <a:r>
              <a:rPr b="1" lang="en-US" sz="4400">
                <a:solidFill>
                  <a:schemeClr val="dk1"/>
                </a:solidFill>
                <a:latin typeface="Lato"/>
                <a:ea typeface="Lato"/>
                <a:cs typeface="Lato"/>
                <a:sym typeface="Lato"/>
              </a:rPr>
              <a:t>• Change file permissions using chmod.</a:t>
            </a:r>
            <a:endParaRPr b="1" sz="4400">
              <a:solidFill>
                <a:schemeClr val="dk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紫金">
      <a:dk1>
        <a:srgbClr val="000000"/>
      </a:dk1>
      <a:lt1>
        <a:srgbClr val="FFFFFF"/>
      </a:lt1>
      <a:dk2>
        <a:srgbClr val="140831"/>
      </a:dk2>
      <a:lt2>
        <a:srgbClr val="ECE6FA"/>
      </a:lt2>
      <a:accent1>
        <a:srgbClr val="D9AB7D"/>
      </a:accent1>
      <a:accent2>
        <a:srgbClr val="27125A"/>
      </a:accent2>
      <a:accent3>
        <a:srgbClr val="63489A"/>
      </a:accent3>
      <a:accent4>
        <a:srgbClr val="FF8001"/>
      </a:accent4>
      <a:accent5>
        <a:srgbClr val="4B4BE5"/>
      </a:accent5>
      <a:accent6>
        <a:srgbClr val="29D5A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F3F4A63587F640D8938535A21F5BAD5D_12</vt:lpwstr>
  </property>
  <property fmtid="{D5CDD505-2E9C-101B-9397-08002B2CF9AE}" pid="3" name="KSOProductBuildVer">
    <vt:lpwstr>1033-12.2.0.21546</vt:lpwstr>
  </property>
</Properties>
</file>