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758381" y="2122408"/>
            <a:ext cx="7620000" cy="898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4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Session 2: Shell and Shell Scripting</a:t>
            </a:r>
            <a:endParaRPr lang="en-US" sz="3345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3852767" y="169640"/>
            <a:ext cx="3157538" cy="315753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StaticPath"/>
          <p:cNvSpPr/>
          <p:nvPr/>
        </p:nvSpPr>
        <p:spPr>
          <a:xfrm>
            <a:off x="3906869" y="-1913049"/>
            <a:ext cx="2428875" cy="242887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4304062" y="1697879"/>
            <a:ext cx="2302794" cy="277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67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Session Agenda</a:t>
            </a:r>
            <a:endParaRPr lang="en-US" sz="3167" dirty="0"/>
          </a:p>
        </p:txBody>
      </p:sp>
      <p:sp>
        <p:nvSpPr>
          <p:cNvPr id="5" name="Bullet circle 1"/>
          <p:cNvSpPr/>
          <p:nvPr/>
        </p:nvSpPr>
        <p:spPr>
          <a:xfrm>
            <a:off x="347662" y="857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Bullet index 1"/>
          <p:cNvSpPr/>
          <p:nvPr/>
        </p:nvSpPr>
        <p:spPr>
          <a:xfrm>
            <a:off x="879634" y="966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01</a:t>
            </a:r>
            <a:endParaRPr lang="en-US" sz="1493" dirty="0"/>
          </a:p>
        </p:txBody>
      </p:sp>
      <p:sp>
        <p:nvSpPr>
          <p:cNvPr id="7" name="Bullet text 1"/>
          <p:cNvSpPr/>
          <p:nvPr/>
        </p:nvSpPr>
        <p:spPr>
          <a:xfrm>
            <a:off x="1388221" y="966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41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Introduction to Shell &amp; Types</a:t>
            </a:r>
            <a:endParaRPr lang="en-US" sz="1641" dirty="0"/>
          </a:p>
        </p:txBody>
      </p:sp>
      <p:sp>
        <p:nvSpPr>
          <p:cNvPr id="8" name="Bullet circle 2"/>
          <p:cNvSpPr/>
          <p:nvPr/>
        </p:nvSpPr>
        <p:spPr>
          <a:xfrm>
            <a:off x="347662" y="1619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9" name="Bullet index 2"/>
          <p:cNvSpPr/>
          <p:nvPr/>
        </p:nvSpPr>
        <p:spPr>
          <a:xfrm>
            <a:off x="879634" y="1728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02</a:t>
            </a:r>
            <a:endParaRPr lang="en-US" sz="1493" dirty="0"/>
          </a:p>
        </p:txBody>
      </p:sp>
      <p:sp>
        <p:nvSpPr>
          <p:cNvPr id="10" name="Bullet text 2"/>
          <p:cNvSpPr/>
          <p:nvPr/>
        </p:nvSpPr>
        <p:spPr>
          <a:xfrm>
            <a:off x="1388221" y="1728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41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Basic Shell Commands</a:t>
            </a:r>
            <a:endParaRPr lang="en-US" sz="1641" dirty="0"/>
          </a:p>
        </p:txBody>
      </p:sp>
      <p:sp>
        <p:nvSpPr>
          <p:cNvPr id="11" name="Bullet circle 3"/>
          <p:cNvSpPr/>
          <p:nvPr/>
        </p:nvSpPr>
        <p:spPr>
          <a:xfrm>
            <a:off x="347662" y="2381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2" name="Bullet index 3"/>
          <p:cNvSpPr/>
          <p:nvPr/>
        </p:nvSpPr>
        <p:spPr>
          <a:xfrm>
            <a:off x="879634" y="2490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03</a:t>
            </a:r>
            <a:endParaRPr lang="en-US" sz="1493" dirty="0"/>
          </a:p>
        </p:txBody>
      </p:sp>
      <p:sp>
        <p:nvSpPr>
          <p:cNvPr id="13" name="Bullet text 3"/>
          <p:cNvSpPr/>
          <p:nvPr/>
        </p:nvSpPr>
        <p:spPr>
          <a:xfrm>
            <a:off x="1388221" y="2490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41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Writing Shell Scripts</a:t>
            </a:r>
            <a:endParaRPr lang="en-US" sz="1641" dirty="0"/>
          </a:p>
        </p:txBody>
      </p:sp>
      <p:sp>
        <p:nvSpPr>
          <p:cNvPr id="14" name="Bullet circle 4"/>
          <p:cNvSpPr/>
          <p:nvPr/>
        </p:nvSpPr>
        <p:spPr>
          <a:xfrm>
            <a:off x="347662" y="3143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5" name="Bullet index 4"/>
          <p:cNvSpPr/>
          <p:nvPr/>
        </p:nvSpPr>
        <p:spPr>
          <a:xfrm>
            <a:off x="879634" y="3252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04</a:t>
            </a:r>
            <a:endParaRPr lang="en-US" sz="1493" dirty="0"/>
          </a:p>
        </p:txBody>
      </p:sp>
      <p:sp>
        <p:nvSpPr>
          <p:cNvPr id="16" name="Bullet text 4"/>
          <p:cNvSpPr/>
          <p:nvPr/>
        </p:nvSpPr>
        <p:spPr>
          <a:xfrm>
            <a:off x="1388221" y="3252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41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Conditionals and Loops</a:t>
            </a:r>
            <a:endParaRPr lang="en-US" sz="1641" dirty="0"/>
          </a:p>
        </p:txBody>
      </p:sp>
      <p:sp>
        <p:nvSpPr>
          <p:cNvPr id="17" name="Bullet circle 5"/>
          <p:cNvSpPr/>
          <p:nvPr/>
        </p:nvSpPr>
        <p:spPr>
          <a:xfrm>
            <a:off x="347662" y="3905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8" name="Bullet index 5"/>
          <p:cNvSpPr/>
          <p:nvPr/>
        </p:nvSpPr>
        <p:spPr>
          <a:xfrm>
            <a:off x="879634" y="4014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05</a:t>
            </a:r>
            <a:endParaRPr lang="en-US" sz="1493" dirty="0"/>
          </a:p>
        </p:txBody>
      </p:sp>
      <p:sp>
        <p:nvSpPr>
          <p:cNvPr id="19" name="Bullet text 5"/>
          <p:cNvSpPr/>
          <p:nvPr/>
        </p:nvSpPr>
        <p:spPr>
          <a:xfrm>
            <a:off x="1388221" y="4014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41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Lab Exercises and Demos</a:t>
            </a:r>
            <a:endParaRPr lang="en-US" sz="1641" dirty="0"/>
          </a:p>
        </p:txBody>
      </p:sp>
      <p:pic>
        <p:nvPicPr>
          <p:cNvPr id="2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9916" y="2586085"/>
            <a:ext cx="2321719" cy="2321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21719" cy="2321719"/>
          </a:xfrm>
          <a:prstGeom prst="rect">
            <a:avLst/>
          </a:prstGeom>
        </p:spPr>
      </p:pic>
      <p:sp>
        <p:nvSpPr>
          <p:cNvPr id="3" name="StaticPath"/>
          <p:cNvSpPr/>
          <p:nvPr/>
        </p:nvSpPr>
        <p:spPr>
          <a:xfrm>
            <a:off x="1905000" y="1547813"/>
            <a:ext cx="428625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"/>
          <p:cNvSpPr/>
          <p:nvPr/>
        </p:nvSpPr>
        <p:spPr>
          <a:xfrm>
            <a:off x="2095500" y="2143125"/>
            <a:ext cx="3905250" cy="1227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 shell is a program that interprets commands from the user to the operating system. It enables interaction with system services via command-line or scripts. The shell acts as a bridge between the user and the Linux kernel.</a:t>
            </a:r>
            <a:endParaRPr lang="en-US" sz="1046" dirty="0"/>
          </a:p>
        </p:txBody>
      </p:sp>
      <p:sp>
        <p:nvSpPr>
          <p:cNvPr id="5" name="Title"/>
          <p:cNvSpPr/>
          <p:nvPr/>
        </p:nvSpPr>
        <p:spPr>
          <a:xfrm>
            <a:off x="6349460" y="2089404"/>
            <a:ext cx="2427065" cy="3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71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What is a Shell?</a:t>
            </a:r>
            <a:endParaRPr lang="en-US" sz="1871" dirty="0"/>
          </a:p>
        </p:txBody>
      </p:sp>
      <p:sp>
        <p:nvSpPr>
          <p:cNvPr id="6" name="Subtitle"/>
          <p:cNvSpPr/>
          <p:nvPr/>
        </p:nvSpPr>
        <p:spPr>
          <a:xfrm>
            <a:off x="6670929" y="2645092"/>
            <a:ext cx="1896809" cy="409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4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Understanding the Shell Interface</a:t>
            </a:r>
            <a:endParaRPr lang="en-US" sz="1304" dirty="0"/>
          </a:p>
        </p:txBody>
      </p:sp>
      <p:sp>
        <p:nvSpPr>
          <p:cNvPr id="7" name="StaticPath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taticPath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taticPath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21719" cy="2321719"/>
          </a:xfrm>
          <a:prstGeom prst="rect">
            <a:avLst/>
          </a:prstGeom>
        </p:spPr>
      </p:pic>
      <p:sp>
        <p:nvSpPr>
          <p:cNvPr id="3" name="StaticPath"/>
          <p:cNvSpPr/>
          <p:nvPr/>
        </p:nvSpPr>
        <p:spPr>
          <a:xfrm>
            <a:off x="1905000" y="1547813"/>
            <a:ext cx="428625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"/>
          <p:cNvSpPr/>
          <p:nvPr/>
        </p:nvSpPr>
        <p:spPr>
          <a:xfrm>
            <a:off x="2095500" y="2143125"/>
            <a:ext cx="3905250" cy="1227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Popular shell types include Bourne Shell (sh), Bourne Again Shell (bash), C Shell (csh), Korn Shell (ksh), and Z Shell (zsh). Bash is the most commonly used shell today.</a:t>
            </a:r>
            <a:endParaRPr lang="en-US" sz="1201" dirty="0"/>
          </a:p>
        </p:txBody>
      </p:sp>
      <p:sp>
        <p:nvSpPr>
          <p:cNvPr id="5" name="Title"/>
          <p:cNvSpPr/>
          <p:nvPr/>
        </p:nvSpPr>
        <p:spPr>
          <a:xfrm>
            <a:off x="6349460" y="2089404"/>
            <a:ext cx="2427065" cy="3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32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Types of Shells</a:t>
            </a:r>
            <a:endParaRPr lang="en-US" sz="1932" dirty="0"/>
          </a:p>
        </p:txBody>
      </p:sp>
      <p:sp>
        <p:nvSpPr>
          <p:cNvPr id="6" name="Subtitle"/>
          <p:cNvSpPr/>
          <p:nvPr/>
        </p:nvSpPr>
        <p:spPr>
          <a:xfrm>
            <a:off x="6670929" y="2645092"/>
            <a:ext cx="1896809" cy="409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Different Shell Environments in Linux</a:t>
            </a:r>
            <a:endParaRPr lang="en-US" sz="1232" dirty="0"/>
          </a:p>
        </p:txBody>
      </p:sp>
      <p:sp>
        <p:nvSpPr>
          <p:cNvPr id="7" name="StaticPath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taticPath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taticPath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Shell Scripting Basics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Shell scripting involves writing a sequence of commands in a file for the shell to execute. It's commonly used for automating repetitive tasks.</a:t>
            </a:r>
            <a:endParaRPr lang="en-US" sz="1316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 typical shell script starts with a shebang (`#!/bin/bash`), followed by commands and logic using conditionals or loops.</a:t>
            </a:r>
            <a:endParaRPr lang="en-US" sz="1316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1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Make the script executable with `chmod +x filename.sh`, then run it using `./filename.sh`.</a:t>
            </a:r>
            <a:endParaRPr lang="en-US" sz="1316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321719" cy="2321719"/>
          </a:xfrm>
          <a:prstGeom prst="rect">
            <a:avLst/>
          </a:prstGeom>
        </p:spPr>
      </p:pic>
      <p:sp>
        <p:nvSpPr>
          <p:cNvPr id="3" name="StaticPath"/>
          <p:cNvSpPr/>
          <p:nvPr/>
        </p:nvSpPr>
        <p:spPr>
          <a:xfrm>
            <a:off x="1905000" y="1547813"/>
            <a:ext cx="428625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"/>
          <p:cNvSpPr/>
          <p:nvPr/>
        </p:nvSpPr>
        <p:spPr>
          <a:xfrm>
            <a:off x="2095500" y="2143125"/>
            <a:ext cx="3905250" cy="12270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91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This simple script prints 'Hello World' to the terminal. Begin with `#!/bin/bash`, followed by `echo "Hello World"`. Save it as `hello.sh`, make it executable, then run it.</a:t>
            </a:r>
            <a:endParaRPr lang="en-US" sz="1191" dirty="0"/>
          </a:p>
        </p:txBody>
      </p:sp>
      <p:sp>
        <p:nvSpPr>
          <p:cNvPr id="5" name="Title"/>
          <p:cNvSpPr/>
          <p:nvPr/>
        </p:nvSpPr>
        <p:spPr>
          <a:xfrm>
            <a:off x="6349460" y="2089404"/>
            <a:ext cx="2427065" cy="3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9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Hello World: First Script</a:t>
            </a:r>
            <a:endParaRPr lang="en-US" sz="1497" dirty="0"/>
          </a:p>
        </p:txBody>
      </p:sp>
      <p:sp>
        <p:nvSpPr>
          <p:cNvPr id="6" name="Subtitle"/>
          <p:cNvSpPr/>
          <p:nvPr/>
        </p:nvSpPr>
        <p:spPr>
          <a:xfrm>
            <a:off x="6670929" y="2645092"/>
            <a:ext cx="1896809" cy="409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Writing Your First Shell Script</a:t>
            </a:r>
            <a:endParaRPr lang="en-US" sz="1346" dirty="0"/>
          </a:p>
        </p:txBody>
      </p:sp>
      <p:sp>
        <p:nvSpPr>
          <p:cNvPr id="7" name="StaticPath"/>
          <p:cNvSpPr/>
          <p:nvPr/>
        </p:nvSpPr>
        <p:spPr>
          <a:xfrm>
            <a:off x="5762625" y="3405188"/>
            <a:ext cx="428625" cy="42862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taticPath"/>
          <p:cNvSpPr/>
          <p:nvPr/>
        </p:nvSpPr>
        <p:spPr>
          <a:xfrm>
            <a:off x="6349460" y="4058745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taticPath"/>
          <p:cNvSpPr/>
          <p:nvPr/>
        </p:nvSpPr>
        <p:spPr>
          <a:xfrm>
            <a:off x="6670929" y="4058650"/>
            <a:ext cx="331470" cy="331470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Shell Commands: Navigation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pwd &amp; cd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`pwd` shows your current directory. `cd` changes directory. Use `cd ..` to move up one level.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ls &amp; tree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`ls` lists contents in a directory. `tree` shows directory structure (may require installation).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Use Case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Navigating filesystems is essential before scripting. Practice listing, switching, and locating files.</a:t>
            </a:r>
            <a:endParaRPr lang="en-US" sz="136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Shell Commands: File Handling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Creating &amp; Removing Files</a:t>
            </a:r>
            <a:endParaRPr lang="en-US" sz="1403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`touch filename` to create a file. `rm filename` deletes it. Use with caution!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Moving &amp; Copying</a:t>
            </a:r>
            <a:endParaRPr lang="en-US" sz="1403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`mv source target` moves/renames files. `cp source target` copies them.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Directory Operations</a:t>
            </a:r>
            <a:endParaRPr lang="en-US" sz="1403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`mkdir` creates directories. `rmdir` removes empty ones. Use `rm -r` cautiously for folders.</a:t>
            </a:r>
            <a:endParaRPr lang="en-US" sz="136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Conditionals: if &amp; if-else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Basic 'if' Syntax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`if [ condition ]; then ... fi` to check and run commands if true. Always maintain spacing and semicolon.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Adding 'else'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`else` to handle false conditions. It follows the `if` block and provides alternate execution.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Example Use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Check if a file exists: `if [ -f file.txt ]; then echo "Exists"; else echo "Missing"; fi`.</a:t>
            </a:r>
            <a:endParaRPr lang="en-US" sz="136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Advanced Conditionals: elif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Using elif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`elif` allows checking multiple conditions sequentially. Combine with `if` and `else` for full logic control.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Syntax Structure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if [ cond1 ]; then ... elif [ cond2 ]; then ... else ... fi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Test number range: `if [ $num -lt 0 ]; then ... elif [ $num -eq 0 ]; then ... else ... fi`</a:t>
            </a:r>
            <a:endParaRPr lang="en-US" sz="136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Loops in Shell: for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for Loop Structure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`for var in list; do ... done` to repeat a block for each item in a list. Great for file operations or batch processing.</a:t>
            </a:r>
            <a:endParaRPr lang="en-US" sz="1354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Example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`for file in *.txt; do echo $file; done` prints each text file name.</a:t>
            </a:r>
            <a:endParaRPr lang="en-US" sz="1354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Real Use Cases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4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to iterate over arguments, filenames, or numeric sequences.</a:t>
            </a:r>
            <a:endParaRPr lang="en-US" sz="1354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Loops in Shell: while &amp; until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while Loop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Repeats as long as a condition is true. Useful for waiting on system states or user input.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until Loop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Repeats until a condition becomes true (opposite of `while`).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`while [ $x -lt 5 ]; do echo $x; ((x++)); done` increments x until 5.</a:t>
            </a:r>
            <a:endParaRPr lang="en-US" sz="136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352675" cy="2352675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120206" y="0"/>
            <a:ext cx="902970" cy="902970"/>
          </a:xfrm>
          <a:prstGeom prst="ellipse">
            <a:avLst/>
          </a:prstGeom>
          <a:solidFill>
            <a:srgbClr val="000000">
              <a:alpha val="0"/>
            </a:srgbClr>
          </a:solidFill>
          <a:ln w="169333">
            <a:solidFill>
              <a:srgbClr val="FF980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428875" y="274987"/>
            <a:ext cx="4286250" cy="54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4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Lab Activity Overview</a:t>
            </a:r>
            <a:endParaRPr lang="en-US" sz="2749" dirty="0"/>
          </a:p>
        </p:txBody>
      </p:sp>
      <p:sp>
        <p:nvSpPr>
          <p:cNvPr id="4" name="StaticPath"/>
          <p:cNvSpPr/>
          <p:nvPr/>
        </p:nvSpPr>
        <p:spPr>
          <a:xfrm>
            <a:off x="8304324" y="214312"/>
            <a:ext cx="602933" cy="602933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482679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426952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taticPath"/>
          <p:cNvSpPr/>
          <p:nvPr/>
        </p:nvSpPr>
        <p:spPr>
          <a:xfrm>
            <a:off x="6362890" y="1202627"/>
            <a:ext cx="2271713" cy="1594485"/>
          </a:xfrm>
          <a:prstGeom prst="rect">
            <a:avLst/>
          </a:prstGeom>
          <a:solidFill>
            <a:srgbClr val="FF9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Form title 1"/>
          <p:cNvSpPr/>
          <p:nvPr/>
        </p:nvSpPr>
        <p:spPr>
          <a:xfrm>
            <a:off x="588264" y="1684591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Script 1: Hello World</a:t>
            </a:r>
            <a:endParaRPr lang="en-US" sz="2139" dirty="0"/>
          </a:p>
        </p:txBody>
      </p:sp>
      <p:sp>
        <p:nvSpPr>
          <p:cNvPr id="9" name="Form title 2"/>
          <p:cNvSpPr/>
          <p:nvPr/>
        </p:nvSpPr>
        <p:spPr>
          <a:xfrm>
            <a:off x="3532584" y="1703975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Script 2: Conditionals</a:t>
            </a:r>
            <a:endParaRPr lang="en-US" sz="2139" dirty="0"/>
          </a:p>
        </p:txBody>
      </p:sp>
      <p:sp>
        <p:nvSpPr>
          <p:cNvPr id="10" name="Form title 3"/>
          <p:cNvSpPr/>
          <p:nvPr/>
        </p:nvSpPr>
        <p:spPr>
          <a:xfrm>
            <a:off x="6471904" y="1697926"/>
            <a:ext cx="2065828" cy="60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39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Script 3: Loops</a:t>
            </a:r>
            <a:endParaRPr lang="en-US" sz="2139" dirty="0"/>
          </a:p>
        </p:txBody>
      </p:sp>
      <p:sp>
        <p:nvSpPr>
          <p:cNvPr id="11" name="Form text 1"/>
          <p:cNvSpPr/>
          <p:nvPr/>
        </p:nvSpPr>
        <p:spPr>
          <a:xfrm>
            <a:off x="370665" y="3044857"/>
            <a:ext cx="2510028" cy="1392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Create a simple shell script that prints a message and current directory.</a:t>
            </a:r>
            <a:endParaRPr lang="en-US" sz="1300" dirty="0"/>
          </a:p>
        </p:txBody>
      </p:sp>
      <p:sp>
        <p:nvSpPr>
          <p:cNvPr id="12" name="Form text 2"/>
          <p:cNvSpPr/>
          <p:nvPr/>
        </p:nvSpPr>
        <p:spPr>
          <a:xfrm>
            <a:off x="3278743" y="3061335"/>
            <a:ext cx="2586561" cy="1322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Write a script to check if a file exists using if-else or if-elif-else.</a:t>
            </a:r>
            <a:endParaRPr lang="en-US" sz="1300" dirty="0"/>
          </a:p>
        </p:txBody>
      </p:sp>
      <p:sp>
        <p:nvSpPr>
          <p:cNvPr id="13" name="Form text 3"/>
          <p:cNvSpPr/>
          <p:nvPr/>
        </p:nvSpPr>
        <p:spPr>
          <a:xfrm>
            <a:off x="6208871" y="3032188"/>
            <a:ext cx="2594086" cy="1318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Use for/while/until loops to iterate through a list of items or repeat a message.</a:t>
            </a:r>
            <a:endParaRPr lang="en-US" sz="1300" dirty="0"/>
          </a:p>
        </p:txBody>
      </p:sp>
      <p:sp>
        <p:nvSpPr>
          <p:cNvPr id="14" name="StaticPath"/>
          <p:cNvSpPr/>
          <p:nvPr/>
        </p:nvSpPr>
        <p:spPr>
          <a:xfrm>
            <a:off x="782002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5" name="StaticPath"/>
          <p:cNvSpPr/>
          <p:nvPr/>
        </p:nvSpPr>
        <p:spPr>
          <a:xfrm>
            <a:off x="3729038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6" name="StaticPath"/>
          <p:cNvSpPr/>
          <p:nvPr/>
        </p:nvSpPr>
        <p:spPr>
          <a:xfrm>
            <a:off x="6662928" y="4619625"/>
            <a:ext cx="1685925" cy="71438"/>
          </a:xfrm>
          <a:prstGeom prst="rect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4192619" y="703707"/>
            <a:ext cx="2154555" cy="3734753"/>
          </a:xfrm>
          <a:prstGeom prst="rect">
            <a:avLst/>
          </a:prstGeom>
          <a:solidFill>
            <a:srgbClr val="FF9800"/>
          </a:solidFill>
          <a:ln/>
        </p:spPr>
      </p:sp>
      <p:pic>
        <p:nvPicPr>
          <p:cNvPr id="3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256" y="1023937"/>
            <a:ext cx="2321719" cy="2321719"/>
          </a:xfrm>
          <a:prstGeom prst="rect">
            <a:avLst/>
          </a:prstGeom>
        </p:spPr>
      </p:pic>
      <p:sp>
        <p:nvSpPr>
          <p:cNvPr id="4" name="Question 1"/>
          <p:cNvSpPr/>
          <p:nvPr/>
        </p:nvSpPr>
        <p:spPr>
          <a:xfrm>
            <a:off x="4306205" y="902922"/>
            <a:ext cx="192733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How to execute the demo script?</a:t>
            </a:r>
            <a:endParaRPr lang="en-US" sz="1408" dirty="0"/>
          </a:p>
        </p:txBody>
      </p:sp>
      <p:sp>
        <p:nvSpPr>
          <p:cNvPr id="5" name="Answer 1"/>
          <p:cNvSpPr/>
          <p:nvPr/>
        </p:nvSpPr>
        <p:spPr>
          <a:xfrm>
            <a:off x="4298299" y="2557224"/>
            <a:ext cx="1943195" cy="1636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Navigate to your script’s folder, make it executable with `chmod +x`, then run using `./script.sh`.</a:t>
            </a:r>
            <a:endParaRPr lang="en-US" sz="1333" dirty="0"/>
          </a:p>
        </p:txBody>
      </p:sp>
      <p:sp>
        <p:nvSpPr>
          <p:cNvPr id="6" name="StaticPath"/>
          <p:cNvSpPr/>
          <p:nvPr/>
        </p:nvSpPr>
        <p:spPr>
          <a:xfrm>
            <a:off x="4928235" y="1616107"/>
            <a:ext cx="682943" cy="68294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taticPath"/>
          <p:cNvSpPr/>
          <p:nvPr/>
        </p:nvSpPr>
        <p:spPr>
          <a:xfrm>
            <a:off x="6584442" y="704374"/>
            <a:ext cx="2154555" cy="3734753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8" name="Question 2"/>
          <p:cNvSpPr/>
          <p:nvPr/>
        </p:nvSpPr>
        <p:spPr>
          <a:xfrm>
            <a:off x="6698028" y="903589"/>
            <a:ext cx="1927336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What output should be expected?</a:t>
            </a:r>
            <a:endParaRPr lang="en-US" sz="1408" dirty="0"/>
          </a:p>
        </p:txBody>
      </p:sp>
      <p:sp>
        <p:nvSpPr>
          <p:cNvPr id="9" name="Answer 2"/>
          <p:cNvSpPr/>
          <p:nvPr/>
        </p:nvSpPr>
        <p:spPr>
          <a:xfrm>
            <a:off x="6690122" y="2557891"/>
            <a:ext cx="1943195" cy="1022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Output should reflect input logic—use echo statements to print progress or condition results.</a:t>
            </a:r>
            <a:endParaRPr lang="en-US" sz="1333" dirty="0"/>
          </a:p>
        </p:txBody>
      </p:sp>
      <p:sp>
        <p:nvSpPr>
          <p:cNvPr id="10" name="StaticPath"/>
          <p:cNvSpPr/>
          <p:nvPr/>
        </p:nvSpPr>
        <p:spPr>
          <a:xfrm>
            <a:off x="7320058" y="1616773"/>
            <a:ext cx="682943" cy="682943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-842581" y="437150"/>
            <a:ext cx="4014788" cy="401478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285417" y="2160080"/>
            <a:ext cx="3467148" cy="82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26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Session Recap &amp; Quiz</a:t>
            </a:r>
            <a:endParaRPr lang="en-US" sz="3226" dirty="0"/>
          </a:p>
        </p:txBody>
      </p:sp>
      <p:sp>
        <p:nvSpPr>
          <p:cNvPr id="4" name="StaticPath"/>
          <p:cNvSpPr/>
          <p:nvPr/>
        </p:nvSpPr>
        <p:spPr>
          <a:xfrm>
            <a:off x="6677739" y="195072"/>
            <a:ext cx="911543" cy="91154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7963376" y="4002548"/>
            <a:ext cx="677228" cy="67722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StaticPath"/>
          <p:cNvSpPr/>
          <p:nvPr/>
        </p:nvSpPr>
        <p:spPr>
          <a:xfrm>
            <a:off x="-1162717" y="-991076"/>
            <a:ext cx="2514600" cy="2514600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7" name="Question topic"/>
          <p:cNvSpPr/>
          <p:nvPr/>
        </p:nvSpPr>
        <p:spPr>
          <a:xfrm>
            <a:off x="2950607" y="689991"/>
            <a:ext cx="2286000" cy="30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3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Summary</a:t>
            </a:r>
            <a:endParaRPr lang="en-US" sz="2033" dirty="0"/>
          </a:p>
        </p:txBody>
      </p:sp>
      <p:sp>
        <p:nvSpPr>
          <p:cNvPr id="8" name="Text"/>
          <p:cNvSpPr/>
          <p:nvPr/>
        </p:nvSpPr>
        <p:spPr>
          <a:xfrm>
            <a:off x="5193649" y="2192369"/>
            <a:ext cx="2810589" cy="1431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98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1. Shell scripts automate tasks using commands, conditionals, and loops. 2. Practice using bash, navigation commands, and file handling. 3. Use scripting for efficiency, especially in repetitive system operations.</a:t>
            </a:r>
            <a:endParaRPr lang="en-US" sz="898" dirty="0"/>
          </a:p>
        </p:txBody>
      </p:sp>
      <p:sp>
        <p:nvSpPr>
          <p:cNvPr id="9" name="Question"/>
          <p:cNvSpPr/>
          <p:nvPr/>
        </p:nvSpPr>
        <p:spPr>
          <a:xfrm>
            <a:off x="5408343" y="1518428"/>
            <a:ext cx="2381250" cy="258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3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What are 3 key takeaways from today?</a:t>
            </a:r>
            <a:endParaRPr lang="en-US" sz="1193" dirty="0"/>
          </a:p>
        </p:txBody>
      </p:sp>
      <p:sp>
        <p:nvSpPr>
          <p:cNvPr id="10" name="StaticPath"/>
          <p:cNvSpPr/>
          <p:nvPr/>
        </p:nvSpPr>
        <p:spPr>
          <a:xfrm>
            <a:off x="2976229" y="323231"/>
            <a:ext cx="2128838" cy="102012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2025-08-03T10:59:45Z</dcterms:created>
  <dcterms:modified xsi:type="dcterms:W3CDTF">2025-08-03T10:59:45Z</dcterms:modified>
</cp:coreProperties>
</file>