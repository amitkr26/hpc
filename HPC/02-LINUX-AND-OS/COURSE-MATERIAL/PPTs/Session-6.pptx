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Tahoma"/>
      <p:regular r:id="rId29"/>
      <p:bold r:id="rId30"/>
    </p:embeddedFont>
    <p:embeddedFont>
      <p:font typeface="Arial Black"/>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Ntt+3HR5YJQ6wqSwKNzxqPbwN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06F8D0-0D66-4F64-B867-15B4E9F44B9D}">
  <a:tblStyle styleId="{C906F8D0-0D66-4F64-B867-15B4E9F44B9D}" styleName="Table_0">
    <a:wholeTbl>
      <a:tcTxStyle b="off" i="off">
        <a:font>
          <a:latin typeface="Tahoma"/>
          <a:ea typeface="Tahoma"/>
          <a:cs typeface="Tahom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6E6E6"/>
          </a:solidFill>
        </a:fill>
      </a:tcStyle>
    </a:lastRow>
    <a:seCell>
      <a:tcTxStyle/>
    </a:seCell>
    <a:swCell>
      <a:tcTxStyle/>
    </a:swCell>
    <a:firstRow>
      <a:tcTxStyle b="on" i="off"/>
      <a:tcStyle>
        <a:fill>
          <a:solidFill>
            <a:srgbClr val="E6E6E6"/>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alBlack-regular.fntdata"/><Relationship Id="rId30" Type="http://schemas.openxmlformats.org/officeDocument/2006/relationships/font" Target="fonts/Tahoma-bold.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9" name="Google Shape;339;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340" name="Google Shape;340;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42" name="Google Shape;342;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3" name="Google Shape;343;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1" name="Google Shape;35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352" name="Google Shape;352;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54" name="Google Shape;35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5" name="Google Shape;35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7" name="Google Shape;37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378" name="Google Shape;378;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80" name="Google Shape;38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1" name="Google Shape;38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rgbClr val="3F3F3F"/>
        </a:solidFill>
      </p:bgPr>
    </p:bg>
    <p:spTree>
      <p:nvGrpSpPr>
        <p:cNvPr id="18" name="Shape 18"/>
        <p:cNvGrpSpPr/>
        <p:nvPr/>
      </p:nvGrpSpPr>
      <p:grpSpPr>
        <a:xfrm>
          <a:off x="0" y="0"/>
          <a:ext cx="0" cy="0"/>
          <a:chOff x="0" y="0"/>
          <a:chExt cx="0" cy="0"/>
        </a:xfrm>
      </p:grpSpPr>
      <p:sp>
        <p:nvSpPr>
          <p:cNvPr id="19" name="Google Shape;19;p25"/>
          <p:cNvSpPr/>
          <p:nvPr/>
        </p:nvSpPr>
        <p:spPr>
          <a:xfrm>
            <a:off x="0" y="0"/>
            <a:ext cx="6336000" cy="6786563"/>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ahoma"/>
              <a:ea typeface="Tahoma"/>
              <a:cs typeface="Tahoma"/>
              <a:sym typeface="Tahoma"/>
            </a:endParaRPr>
          </a:p>
        </p:txBody>
      </p:sp>
      <p:sp>
        <p:nvSpPr>
          <p:cNvPr id="20" name="Google Shape;20;p25"/>
          <p:cNvSpPr txBox="1"/>
          <p:nvPr>
            <p:ph type="ctrTitle"/>
          </p:nvPr>
        </p:nvSpPr>
        <p:spPr>
          <a:xfrm>
            <a:off x="432000" y="2377000"/>
            <a:ext cx="5472000" cy="2387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200"/>
              <a:buFont typeface="Arial Black"/>
              <a:buNone/>
              <a:defRPr sz="4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5"/>
          <p:cNvSpPr txBox="1"/>
          <p:nvPr>
            <p:ph idx="1" type="subTitle"/>
          </p:nvPr>
        </p:nvSpPr>
        <p:spPr>
          <a:xfrm>
            <a:off x="432000" y="4962525"/>
            <a:ext cx="5472000" cy="1219200"/>
          </a:xfrm>
          <a:prstGeom prst="rect">
            <a:avLst/>
          </a:prstGeom>
          <a:noFill/>
          <a:ln>
            <a:noFill/>
          </a:ln>
        </p:spPr>
        <p:txBody>
          <a:bodyPr anchorCtr="0" anchor="t" bIns="0" lIns="0" spcFirstLastPara="1" rIns="0" wrap="square" tIns="0">
            <a:noAutofit/>
          </a:bodyPr>
          <a:lstStyle>
            <a:lvl1pPr lvl="0" algn="l">
              <a:lnSpc>
                <a:spcPct val="100000"/>
              </a:lnSpc>
              <a:spcBef>
                <a:spcPts val="1000"/>
              </a:spcBef>
              <a:spcAft>
                <a:spcPts val="0"/>
              </a:spcAft>
              <a:buSzPts val="2400"/>
              <a:buNone/>
              <a:defRPr sz="2400">
                <a:solidFill>
                  <a:schemeClr val="lt1"/>
                </a:solidFill>
              </a:defRPr>
            </a:lvl1pPr>
            <a:lvl2pPr lvl="1" algn="ctr">
              <a:lnSpc>
                <a:spcPct val="100000"/>
              </a:lnSpc>
              <a:spcBef>
                <a:spcPts val="500"/>
              </a:spcBef>
              <a:spcAft>
                <a:spcPts val="0"/>
              </a:spcAft>
              <a:buClr>
                <a:schemeClr val="dk2"/>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5"/>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ahoma"/>
              <a:ea typeface="Tahoma"/>
              <a:cs typeface="Tahoma"/>
              <a:sym typeface="Tahoma"/>
            </a:endParaRPr>
          </a:p>
        </p:txBody>
      </p:sp>
      <p:sp>
        <p:nvSpPr>
          <p:cNvPr id="23" name="Google Shape;23;p25"/>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ahoma"/>
              <a:ea typeface="Tahoma"/>
              <a:cs typeface="Tahoma"/>
              <a:sym typeface="Tahom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alog Slide" showMasterSp="0">
  <p:cSld name="Catalog Slide">
    <p:spTree>
      <p:nvGrpSpPr>
        <p:cNvPr id="24" name="Shape 24"/>
        <p:cNvGrpSpPr/>
        <p:nvPr/>
      </p:nvGrpSpPr>
      <p:grpSpPr>
        <a:xfrm>
          <a:off x="0" y="0"/>
          <a:ext cx="0" cy="0"/>
          <a:chOff x="0" y="0"/>
          <a:chExt cx="0" cy="0"/>
        </a:xfrm>
      </p:grpSpPr>
      <p:sp>
        <p:nvSpPr>
          <p:cNvPr id="25" name="Google Shape;25;p26"/>
          <p:cNvSpPr/>
          <p:nvPr/>
        </p:nvSpPr>
        <p:spPr>
          <a:xfrm>
            <a:off x="271462" y="452438"/>
            <a:ext cx="11649076" cy="6124575"/>
          </a:xfrm>
          <a:prstGeom prst="rect">
            <a:avLst/>
          </a:prstGeom>
          <a:solidFill>
            <a:schemeClr val="lt1"/>
          </a:solidFill>
          <a:ln>
            <a:noFill/>
          </a:ln>
          <a:effectLst>
            <a:outerShdw blurRad="330200" rotWithShape="0" algn="t" dir="5400000" dist="38100">
              <a:schemeClr val="dk1">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26"/>
          <p:cNvSpPr/>
          <p:nvPr/>
        </p:nvSpPr>
        <p:spPr>
          <a:xfrm>
            <a:off x="0" y="0"/>
            <a:ext cx="12192000" cy="3501234"/>
          </a:xfrm>
          <a:custGeom>
            <a:rect b="b" l="l" r="r" t="t"/>
            <a:pathLst>
              <a:path extrusionOk="0" h="4050449" w="12192000">
                <a:moveTo>
                  <a:pt x="0" y="2699336"/>
                </a:moveTo>
                <a:lnTo>
                  <a:pt x="0" y="0"/>
                </a:lnTo>
                <a:lnTo>
                  <a:pt x="12192000" y="0"/>
                </a:lnTo>
                <a:lnTo>
                  <a:pt x="12192000" y="2699336"/>
                </a:lnTo>
                <a:cubicBezTo>
                  <a:pt x="9432701" y="3723367"/>
                  <a:pt x="8193585" y="4050449"/>
                  <a:pt x="6108789" y="4050449"/>
                </a:cubicBezTo>
                <a:cubicBezTo>
                  <a:pt x="4023993" y="4050449"/>
                  <a:pt x="2759319" y="3723367"/>
                  <a:pt x="0" y="2699336"/>
                </a:cubicBezTo>
                <a:close/>
              </a:path>
            </a:pathLst>
          </a:custGeom>
          <a:gradFill>
            <a:gsLst>
              <a:gs pos="0">
                <a:schemeClr val="accent2"/>
              </a:gs>
              <a:gs pos="38000">
                <a:srgbClr val="0B769C"/>
              </a:gs>
              <a:gs pos="100000">
                <a:srgbClr val="0B769C"/>
              </a:gs>
            </a:gsLst>
            <a:lin ang="8100000" scaled="0"/>
          </a:gradFill>
          <a:ln cap="flat" cmpd="sng" w="476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 name="Google Shape;27;p26"/>
          <p:cNvSpPr/>
          <p:nvPr/>
        </p:nvSpPr>
        <p:spPr>
          <a:xfrm>
            <a:off x="271462" y="366712"/>
            <a:ext cx="11649076" cy="6210301"/>
          </a:xfrm>
          <a:prstGeom prst="rect">
            <a:avLst/>
          </a:prstGeom>
          <a:noFill/>
          <a:ln cap="flat" cmpd="sng" w="12700">
            <a:solidFill>
              <a:srgbClr val="C9F0FE">
                <a:alpha val="20000"/>
              </a:srgbClr>
            </a:solidFill>
            <a:prstDash val="solid"/>
            <a:miter lim="800000"/>
            <a:headEnd len="sm" w="sm" type="none"/>
            <a:tailEnd len="sm" w="sm" type="none"/>
          </a:ln>
          <a:effectLst>
            <a:outerShdw blurRad="330200" rotWithShape="0" algn="t" dir="5400000" dist="38100">
              <a:schemeClr val="dk1">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 name="Google Shape;28;p26"/>
          <p:cNvSpPr txBox="1"/>
          <p:nvPr>
            <p:ph type="title"/>
          </p:nvPr>
        </p:nvSpPr>
        <p:spPr>
          <a:xfrm>
            <a:off x="877111" y="1273862"/>
            <a:ext cx="10437779" cy="1081088"/>
          </a:xfrm>
          <a:prstGeom prst="rect">
            <a:avLst/>
          </a:prstGeom>
          <a:noFill/>
          <a:ln>
            <a:noFill/>
          </a:ln>
        </p:spPr>
        <p:txBody>
          <a:bodyPr anchorCtr="0" anchor="b" bIns="0" lIns="0" spcFirstLastPara="1" rIns="0" wrap="square" tIns="0">
            <a:normAutofit/>
          </a:bodyPr>
          <a:lstStyle>
            <a:lvl1pPr lvl="0" algn="ctr">
              <a:lnSpc>
                <a:spcPct val="90000"/>
              </a:lnSpc>
              <a:spcBef>
                <a:spcPts val="0"/>
              </a:spcBef>
              <a:spcAft>
                <a:spcPts val="0"/>
              </a:spcAft>
              <a:buClr>
                <a:schemeClr val="lt1"/>
              </a:buClr>
              <a:buSzPts val="4400"/>
              <a:buFont typeface="Arial Black"/>
              <a:buNone/>
              <a:defRPr sz="44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 2" showMasterSp="0">
  <p:cSld name="Title Slide with Image 2">
    <p:bg>
      <p:bgPr>
        <a:solidFill>
          <a:srgbClr val="3F3F3F"/>
        </a:solidFill>
      </p:bgPr>
    </p:bg>
    <p:spTree>
      <p:nvGrpSpPr>
        <p:cNvPr id="29" name="Shape 29"/>
        <p:cNvGrpSpPr/>
        <p:nvPr/>
      </p:nvGrpSpPr>
      <p:grpSpPr>
        <a:xfrm>
          <a:off x="0" y="0"/>
          <a:ext cx="0" cy="0"/>
          <a:chOff x="0" y="0"/>
          <a:chExt cx="0" cy="0"/>
        </a:xfrm>
      </p:grpSpPr>
      <p:sp>
        <p:nvSpPr>
          <p:cNvPr id="30" name="Google Shape;30;p27"/>
          <p:cNvSpPr/>
          <p:nvPr>
            <p:ph idx="2" type="pic"/>
          </p:nvPr>
        </p:nvSpPr>
        <p:spPr>
          <a:xfrm>
            <a:off x="0" y="0"/>
            <a:ext cx="12192000" cy="6786563"/>
          </a:xfrm>
          <a:prstGeom prst="rect">
            <a:avLst/>
          </a:prstGeom>
          <a:solidFill>
            <a:srgbClr val="3F3F3F"/>
          </a:solidFill>
          <a:ln>
            <a:noFill/>
          </a:ln>
        </p:spPr>
      </p:sp>
      <p:sp>
        <p:nvSpPr>
          <p:cNvPr id="31" name="Google Shape;31;p27"/>
          <p:cNvSpPr/>
          <p:nvPr/>
        </p:nvSpPr>
        <p:spPr>
          <a:xfrm>
            <a:off x="6336000" y="0"/>
            <a:ext cx="3979575" cy="6786563"/>
          </a:xfrm>
          <a:prstGeom prst="rect">
            <a:avLst/>
          </a:prstGeom>
          <a:solidFill>
            <a:schemeClr val="dk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2" name="Google Shape;32;p27"/>
          <p:cNvSpPr txBox="1"/>
          <p:nvPr>
            <p:ph type="ctrTitle"/>
          </p:nvPr>
        </p:nvSpPr>
        <p:spPr>
          <a:xfrm>
            <a:off x="6539896" y="2377000"/>
            <a:ext cx="3571782" cy="2387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Black"/>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7"/>
          <p:cNvSpPr txBox="1"/>
          <p:nvPr>
            <p:ph idx="1" type="subTitle"/>
          </p:nvPr>
        </p:nvSpPr>
        <p:spPr>
          <a:xfrm>
            <a:off x="6539896" y="4962525"/>
            <a:ext cx="3571782" cy="1219200"/>
          </a:xfrm>
          <a:prstGeom prst="rect">
            <a:avLst/>
          </a:prstGeom>
          <a:noFill/>
          <a:ln>
            <a:noFill/>
          </a:ln>
        </p:spPr>
        <p:txBody>
          <a:bodyPr anchorCtr="0" anchor="t" bIns="0" lIns="0" spcFirstLastPara="1" rIns="0" wrap="square" tIns="0">
            <a:noAutofit/>
          </a:bodyPr>
          <a:lstStyle>
            <a:lvl1pPr lvl="0" algn="l">
              <a:lnSpc>
                <a:spcPct val="100000"/>
              </a:lnSpc>
              <a:spcBef>
                <a:spcPts val="1000"/>
              </a:spcBef>
              <a:spcAft>
                <a:spcPts val="0"/>
              </a:spcAft>
              <a:buSzPts val="2400"/>
              <a:buNone/>
              <a:defRPr sz="2400">
                <a:solidFill>
                  <a:schemeClr val="lt1"/>
                </a:solidFill>
              </a:defRPr>
            </a:lvl1pPr>
            <a:lvl2pPr lvl="1" algn="ctr">
              <a:lnSpc>
                <a:spcPct val="100000"/>
              </a:lnSpc>
              <a:spcBef>
                <a:spcPts val="500"/>
              </a:spcBef>
              <a:spcAft>
                <a:spcPts val="0"/>
              </a:spcAft>
              <a:buClr>
                <a:schemeClr val="dk2"/>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27"/>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5" name="Google Shape;35;p27"/>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Content, and Image">
  <p:cSld name="Title, Subtitle, Content, and Image">
    <p:bg>
      <p:bgPr>
        <a:solidFill>
          <a:schemeClr val="lt1"/>
        </a:solidFill>
      </p:bgPr>
    </p:bg>
    <p:spTree>
      <p:nvGrpSpPr>
        <p:cNvPr id="36" name="Shape 36"/>
        <p:cNvGrpSpPr/>
        <p:nvPr/>
      </p:nvGrpSpPr>
      <p:grpSpPr>
        <a:xfrm>
          <a:off x="0" y="0"/>
          <a:ext cx="0" cy="0"/>
          <a:chOff x="0" y="0"/>
          <a:chExt cx="0" cy="0"/>
        </a:xfrm>
      </p:grpSpPr>
      <p:sp>
        <p:nvSpPr>
          <p:cNvPr id="37" name="Google Shape;37;p28"/>
          <p:cNvSpPr/>
          <p:nvPr/>
        </p:nvSpPr>
        <p:spPr>
          <a:xfrm>
            <a:off x="5353050" y="3714749"/>
            <a:ext cx="6406950" cy="3143249"/>
          </a:xfrm>
          <a:prstGeom prst="rect">
            <a:avLst/>
          </a:prstGeom>
          <a:gradFill>
            <a:gsLst>
              <a:gs pos="0">
                <a:srgbClr val="3F3F3F"/>
              </a:gs>
              <a:gs pos="100000">
                <a:schemeClr val="dk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8" name="Google Shape;38;p28"/>
          <p:cNvSpPr txBox="1"/>
          <p:nvPr>
            <p:ph idx="1" type="body"/>
          </p:nvPr>
        </p:nvSpPr>
        <p:spPr>
          <a:xfrm>
            <a:off x="431999" y="3714746"/>
            <a:ext cx="4416225" cy="2364591"/>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8"/>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28"/>
          <p:cNvSpPr txBox="1"/>
          <p:nvPr>
            <p:ph type="title"/>
          </p:nvPr>
        </p:nvSpPr>
        <p:spPr>
          <a:xfrm>
            <a:off x="5658103" y="3981451"/>
            <a:ext cx="5749483" cy="1343026"/>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Black"/>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8"/>
          <p:cNvSpPr/>
          <p:nvPr>
            <p:ph idx="2" type="pic"/>
          </p:nvPr>
        </p:nvSpPr>
        <p:spPr>
          <a:xfrm>
            <a:off x="5353050" y="0"/>
            <a:ext cx="6406950" cy="3714747"/>
          </a:xfrm>
          <a:prstGeom prst="rect">
            <a:avLst/>
          </a:prstGeom>
          <a:solidFill>
            <a:schemeClr val="dk1">
              <a:alpha val="69803"/>
            </a:schemeClr>
          </a:solidFill>
          <a:ln>
            <a:noFill/>
          </a:ln>
        </p:spPr>
      </p:sp>
      <p:sp>
        <p:nvSpPr>
          <p:cNvPr id="42" name="Google Shape;42;p28"/>
          <p:cNvSpPr txBox="1"/>
          <p:nvPr>
            <p:ph idx="11" type="ftr"/>
          </p:nvPr>
        </p:nvSpPr>
        <p:spPr>
          <a:xfrm>
            <a:off x="432000" y="6365363"/>
            <a:ext cx="4416225"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3" type="body"/>
          </p:nvPr>
        </p:nvSpPr>
        <p:spPr>
          <a:xfrm>
            <a:off x="5658442" y="5657850"/>
            <a:ext cx="5749334" cy="111994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sz="1800">
                <a:solidFill>
                  <a:schemeClr val="lt1"/>
                </a:solidFill>
              </a:defRPr>
            </a:lvl1pPr>
            <a:lvl2pPr indent="-330200" lvl="1" marL="914400" algn="l">
              <a:lnSpc>
                <a:spcPct val="100000"/>
              </a:lnSpc>
              <a:spcBef>
                <a:spcPts val="500"/>
              </a:spcBef>
              <a:spcAft>
                <a:spcPts val="0"/>
              </a:spcAft>
              <a:buClr>
                <a:schemeClr val="lt2"/>
              </a:buClr>
              <a:buSzPts val="1600"/>
              <a:buChar char="•"/>
              <a:defRPr>
                <a:solidFill>
                  <a:schemeClr val="lt2"/>
                </a:solidFill>
              </a:defRPr>
            </a:lvl2pPr>
            <a:lvl3pPr indent="-330200" lvl="2" marL="1371600" algn="l">
              <a:lnSpc>
                <a:spcPct val="100000"/>
              </a:lnSpc>
              <a:spcBef>
                <a:spcPts val="500"/>
              </a:spcBef>
              <a:spcAft>
                <a:spcPts val="0"/>
              </a:spcAft>
              <a:buClr>
                <a:schemeClr val="lt2"/>
              </a:buClr>
              <a:buSzPts val="1600"/>
              <a:buChar char="•"/>
              <a:defRPr>
                <a:solidFill>
                  <a:schemeClr val="lt2"/>
                </a:solidFill>
              </a:defRPr>
            </a:lvl3pPr>
            <a:lvl4pPr indent="-317500" lvl="3" marL="1828800" algn="l">
              <a:lnSpc>
                <a:spcPct val="100000"/>
              </a:lnSpc>
              <a:spcBef>
                <a:spcPts val="500"/>
              </a:spcBef>
              <a:spcAft>
                <a:spcPts val="0"/>
              </a:spcAft>
              <a:buClr>
                <a:schemeClr val="lt2"/>
              </a:buClr>
              <a:buSzPts val="1400"/>
              <a:buChar char="•"/>
              <a:defRPr>
                <a:solidFill>
                  <a:schemeClr val="lt2"/>
                </a:solidFill>
              </a:defRPr>
            </a:lvl4pPr>
            <a:lvl5pPr indent="-304800" lvl="4" marL="2286000" algn="l">
              <a:lnSpc>
                <a:spcPct val="100000"/>
              </a:lnSpc>
              <a:spcBef>
                <a:spcPts val="500"/>
              </a:spcBef>
              <a:spcAft>
                <a:spcPts val="0"/>
              </a:spcAft>
              <a:buClr>
                <a:schemeClr val="lt2"/>
              </a:buClr>
              <a:buSzPts val="1200"/>
              <a:buChar char="•"/>
              <a:defRPr>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44" name="Shape 44"/>
        <p:cNvGrpSpPr/>
        <p:nvPr/>
      </p:nvGrpSpPr>
      <p:grpSpPr>
        <a:xfrm>
          <a:off x="0" y="0"/>
          <a:ext cx="0" cy="0"/>
          <a:chOff x="0" y="0"/>
          <a:chExt cx="0" cy="0"/>
        </a:xfrm>
      </p:grpSpPr>
      <p:sp>
        <p:nvSpPr>
          <p:cNvPr id="45" name="Google Shape;45;p29"/>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9"/>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8" name="Google Shape;48;p29"/>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9" name="Shape 49"/>
        <p:cNvGrpSpPr/>
        <p:nvPr/>
      </p:nvGrpSpPr>
      <p:grpSpPr>
        <a:xfrm>
          <a:off x="0" y="0"/>
          <a:ext cx="0" cy="0"/>
          <a:chOff x="0" y="0"/>
          <a:chExt cx="0" cy="0"/>
        </a:xfrm>
      </p:grpSpPr>
      <p:sp>
        <p:nvSpPr>
          <p:cNvPr id="50" name="Google Shape;50;p30"/>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 showMasterSp="0">
  <p:cSld name="Title Slide with image">
    <p:bg>
      <p:bgPr>
        <a:solidFill>
          <a:srgbClr val="3F3F3F"/>
        </a:solidFill>
      </p:bgPr>
    </p:bg>
    <p:spTree>
      <p:nvGrpSpPr>
        <p:cNvPr id="53" name="Shape 53"/>
        <p:cNvGrpSpPr/>
        <p:nvPr/>
      </p:nvGrpSpPr>
      <p:grpSpPr>
        <a:xfrm>
          <a:off x="0" y="0"/>
          <a:ext cx="0" cy="0"/>
          <a:chOff x="0" y="0"/>
          <a:chExt cx="0" cy="0"/>
        </a:xfrm>
      </p:grpSpPr>
      <p:sp>
        <p:nvSpPr>
          <p:cNvPr id="54" name="Google Shape;54;p31"/>
          <p:cNvSpPr/>
          <p:nvPr>
            <p:ph idx="2" type="pic"/>
          </p:nvPr>
        </p:nvSpPr>
        <p:spPr>
          <a:xfrm>
            <a:off x="0" y="0"/>
            <a:ext cx="12192000" cy="6786563"/>
          </a:xfrm>
          <a:prstGeom prst="rect">
            <a:avLst/>
          </a:prstGeom>
          <a:solidFill>
            <a:srgbClr val="3F3F3F"/>
          </a:solidFill>
          <a:ln>
            <a:noFill/>
          </a:ln>
        </p:spPr>
      </p:sp>
      <p:sp>
        <p:nvSpPr>
          <p:cNvPr id="55" name="Google Shape;55;p31"/>
          <p:cNvSpPr/>
          <p:nvPr/>
        </p:nvSpPr>
        <p:spPr>
          <a:xfrm>
            <a:off x="0" y="0"/>
            <a:ext cx="6336000" cy="6786563"/>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56" name="Google Shape;56;p31"/>
          <p:cNvSpPr txBox="1"/>
          <p:nvPr>
            <p:ph type="ctrTitle"/>
          </p:nvPr>
        </p:nvSpPr>
        <p:spPr>
          <a:xfrm>
            <a:off x="432000" y="2377000"/>
            <a:ext cx="5472000" cy="2387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200"/>
              <a:buFont typeface="Arial Black"/>
              <a:buNone/>
              <a:defRPr sz="4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1"/>
          <p:cNvSpPr txBox="1"/>
          <p:nvPr>
            <p:ph idx="1" type="subTitle"/>
          </p:nvPr>
        </p:nvSpPr>
        <p:spPr>
          <a:xfrm>
            <a:off x="432000" y="4962525"/>
            <a:ext cx="5472000" cy="1219200"/>
          </a:xfrm>
          <a:prstGeom prst="rect">
            <a:avLst/>
          </a:prstGeom>
          <a:noFill/>
          <a:ln>
            <a:noFill/>
          </a:ln>
        </p:spPr>
        <p:txBody>
          <a:bodyPr anchorCtr="0" anchor="t" bIns="0" lIns="0" spcFirstLastPara="1" rIns="0" wrap="square" tIns="0">
            <a:noAutofit/>
          </a:bodyPr>
          <a:lstStyle>
            <a:lvl1pPr lvl="0" algn="l">
              <a:lnSpc>
                <a:spcPct val="100000"/>
              </a:lnSpc>
              <a:spcBef>
                <a:spcPts val="1000"/>
              </a:spcBef>
              <a:spcAft>
                <a:spcPts val="0"/>
              </a:spcAft>
              <a:buSzPts val="2400"/>
              <a:buNone/>
              <a:defRPr sz="2400">
                <a:solidFill>
                  <a:schemeClr val="lt1"/>
                </a:solidFill>
              </a:defRPr>
            </a:lvl1pPr>
            <a:lvl2pPr lvl="1" algn="ctr">
              <a:lnSpc>
                <a:spcPct val="100000"/>
              </a:lnSpc>
              <a:spcBef>
                <a:spcPts val="500"/>
              </a:spcBef>
              <a:spcAft>
                <a:spcPts val="0"/>
              </a:spcAft>
              <a:buClr>
                <a:schemeClr val="dk2"/>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8" name="Google Shape;58;p31"/>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59" name="Google Shape;59;p31"/>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
  <p:cSld name="Section Header with Image">
    <p:bg>
      <p:bgPr>
        <a:solidFill>
          <a:srgbClr val="F2F2F2"/>
        </a:solidFill>
      </p:bgPr>
    </p:bg>
    <p:spTree>
      <p:nvGrpSpPr>
        <p:cNvPr id="60" name="Shape 60"/>
        <p:cNvGrpSpPr/>
        <p:nvPr/>
      </p:nvGrpSpPr>
      <p:grpSpPr>
        <a:xfrm>
          <a:off x="0" y="0"/>
          <a:ext cx="0" cy="0"/>
          <a:chOff x="0" y="0"/>
          <a:chExt cx="0" cy="0"/>
        </a:xfrm>
      </p:grpSpPr>
      <p:sp>
        <p:nvSpPr>
          <p:cNvPr id="61" name="Google Shape;61;p32"/>
          <p:cNvSpPr/>
          <p:nvPr>
            <p:ph idx="2" type="pic"/>
          </p:nvPr>
        </p:nvSpPr>
        <p:spPr>
          <a:xfrm>
            <a:off x="0" y="0"/>
            <a:ext cx="12192000" cy="6365363"/>
          </a:xfrm>
          <a:prstGeom prst="rect">
            <a:avLst/>
          </a:prstGeom>
          <a:solidFill>
            <a:srgbClr val="3F3F3F"/>
          </a:solidFill>
          <a:ln>
            <a:noFill/>
          </a:ln>
        </p:spPr>
      </p:sp>
      <p:sp>
        <p:nvSpPr>
          <p:cNvPr id="62" name="Google Shape;62;p32"/>
          <p:cNvSpPr/>
          <p:nvPr/>
        </p:nvSpPr>
        <p:spPr>
          <a:xfrm>
            <a:off x="432000" y="1"/>
            <a:ext cx="11760000" cy="6365362"/>
          </a:xfrm>
          <a:prstGeom prst="rect">
            <a:avLst/>
          </a:prstGeom>
          <a:gradFill>
            <a:gsLst>
              <a:gs pos="0">
                <a:srgbClr val="000000">
                  <a:alpha val="60000"/>
                </a:srgbClr>
              </a:gs>
              <a:gs pos="36000">
                <a:srgbClr val="000000">
                  <a:alpha val="60000"/>
                </a:srgbClr>
              </a:gs>
              <a:gs pos="100000">
                <a:schemeClr val="dk1"/>
              </a:gs>
            </a:gsLst>
            <a:lin ang="3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63" name="Google Shape;63;p32"/>
          <p:cNvSpPr txBox="1"/>
          <p:nvPr>
            <p:ph type="ctrTitle"/>
          </p:nvPr>
        </p:nvSpPr>
        <p:spPr>
          <a:xfrm>
            <a:off x="680728" y="2377000"/>
            <a:ext cx="6299682" cy="2387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200"/>
              <a:buFont typeface="Arial Black"/>
              <a:buNone/>
              <a:defRPr sz="4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2"/>
          <p:cNvSpPr txBox="1"/>
          <p:nvPr>
            <p:ph idx="1" type="subTitle"/>
          </p:nvPr>
        </p:nvSpPr>
        <p:spPr>
          <a:xfrm>
            <a:off x="680728" y="4962525"/>
            <a:ext cx="6299682" cy="1219200"/>
          </a:xfrm>
          <a:prstGeom prst="rect">
            <a:avLst/>
          </a:prstGeom>
          <a:noFill/>
          <a:ln>
            <a:noFill/>
          </a:ln>
        </p:spPr>
        <p:txBody>
          <a:bodyPr anchorCtr="0" anchor="t" bIns="0" lIns="0" spcFirstLastPara="1" rIns="0" wrap="square" tIns="0">
            <a:noAutofit/>
          </a:bodyPr>
          <a:lstStyle>
            <a:lvl1pPr lvl="0" algn="l">
              <a:lnSpc>
                <a:spcPct val="100000"/>
              </a:lnSpc>
              <a:spcBef>
                <a:spcPts val="1000"/>
              </a:spcBef>
              <a:spcAft>
                <a:spcPts val="0"/>
              </a:spcAft>
              <a:buSzPts val="2400"/>
              <a:buNone/>
              <a:defRPr sz="2400">
                <a:solidFill>
                  <a:schemeClr val="lt1"/>
                </a:solidFill>
              </a:defRPr>
            </a:lvl1pPr>
            <a:lvl2pPr lvl="1" algn="ctr">
              <a:lnSpc>
                <a:spcPct val="100000"/>
              </a:lnSpc>
              <a:spcBef>
                <a:spcPts val="500"/>
              </a:spcBef>
              <a:spcAft>
                <a:spcPts val="0"/>
              </a:spcAft>
              <a:buClr>
                <a:schemeClr val="dk2"/>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5" name="Google Shape;65;p32"/>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66" name="Google Shape;66;p32"/>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67" name="Google Shape;67;p32"/>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8" name="Google Shape;68;p32"/>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ullets">
  <p:cSld name="Image Bullets">
    <p:spTree>
      <p:nvGrpSpPr>
        <p:cNvPr id="69" name="Shape 69"/>
        <p:cNvGrpSpPr/>
        <p:nvPr/>
      </p:nvGrpSpPr>
      <p:grpSpPr>
        <a:xfrm>
          <a:off x="0" y="0"/>
          <a:ext cx="0" cy="0"/>
          <a:chOff x="0" y="0"/>
          <a:chExt cx="0" cy="0"/>
        </a:xfrm>
      </p:grpSpPr>
      <p:sp>
        <p:nvSpPr>
          <p:cNvPr id="70" name="Google Shape;70;p33"/>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3"/>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33"/>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3"/>
          <p:cNvSpPr txBox="1"/>
          <p:nvPr>
            <p:ph idx="2" type="body"/>
          </p:nvPr>
        </p:nvSpPr>
        <p:spPr>
          <a:xfrm>
            <a:off x="431800" y="3971432"/>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3"/>
          <p:cNvSpPr txBox="1"/>
          <p:nvPr>
            <p:ph idx="3" type="body"/>
          </p:nvPr>
        </p:nvSpPr>
        <p:spPr>
          <a:xfrm>
            <a:off x="431800" y="4605832"/>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33"/>
          <p:cNvSpPr txBox="1"/>
          <p:nvPr>
            <p:ph idx="4" type="body"/>
          </p:nvPr>
        </p:nvSpPr>
        <p:spPr>
          <a:xfrm>
            <a:off x="2771850" y="3971432"/>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3"/>
          <p:cNvSpPr txBox="1"/>
          <p:nvPr>
            <p:ph idx="5" type="body"/>
          </p:nvPr>
        </p:nvSpPr>
        <p:spPr>
          <a:xfrm>
            <a:off x="2771850" y="4605832"/>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3"/>
          <p:cNvSpPr txBox="1"/>
          <p:nvPr>
            <p:ph idx="6" type="body"/>
          </p:nvPr>
        </p:nvSpPr>
        <p:spPr>
          <a:xfrm>
            <a:off x="5111900" y="3971432"/>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3"/>
          <p:cNvSpPr txBox="1"/>
          <p:nvPr>
            <p:ph idx="7" type="body"/>
          </p:nvPr>
        </p:nvSpPr>
        <p:spPr>
          <a:xfrm>
            <a:off x="5111900" y="4605832"/>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33"/>
          <p:cNvSpPr txBox="1"/>
          <p:nvPr>
            <p:ph idx="8" type="body"/>
          </p:nvPr>
        </p:nvSpPr>
        <p:spPr>
          <a:xfrm>
            <a:off x="7451950" y="3971432"/>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3"/>
          <p:cNvSpPr txBox="1"/>
          <p:nvPr>
            <p:ph idx="9" type="body"/>
          </p:nvPr>
        </p:nvSpPr>
        <p:spPr>
          <a:xfrm>
            <a:off x="7451950" y="4605832"/>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3"/>
          <p:cNvSpPr txBox="1"/>
          <p:nvPr>
            <p:ph idx="13" type="body"/>
          </p:nvPr>
        </p:nvSpPr>
        <p:spPr>
          <a:xfrm>
            <a:off x="9792000" y="3971432"/>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3"/>
          <p:cNvSpPr txBox="1"/>
          <p:nvPr>
            <p:ph idx="14" type="body"/>
          </p:nvPr>
        </p:nvSpPr>
        <p:spPr>
          <a:xfrm>
            <a:off x="9792000" y="4605832"/>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3"/>
          <p:cNvSpPr/>
          <p:nvPr>
            <p:ph idx="15" type="pic"/>
          </p:nvPr>
        </p:nvSpPr>
        <p:spPr>
          <a:xfrm>
            <a:off x="431800" y="1735138"/>
            <a:ext cx="1979613" cy="19812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85" name="Google Shape;85;p33"/>
          <p:cNvSpPr/>
          <p:nvPr>
            <p:ph idx="16" type="pic"/>
          </p:nvPr>
        </p:nvSpPr>
        <p:spPr>
          <a:xfrm>
            <a:off x="2771850" y="1735138"/>
            <a:ext cx="1979613" cy="19812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86" name="Google Shape;86;p33"/>
          <p:cNvSpPr/>
          <p:nvPr>
            <p:ph idx="17" type="pic"/>
          </p:nvPr>
        </p:nvSpPr>
        <p:spPr>
          <a:xfrm>
            <a:off x="5112287" y="1735138"/>
            <a:ext cx="1979613" cy="19812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87" name="Google Shape;87;p33"/>
          <p:cNvSpPr/>
          <p:nvPr>
            <p:ph idx="18" type="pic"/>
          </p:nvPr>
        </p:nvSpPr>
        <p:spPr>
          <a:xfrm>
            <a:off x="7451950" y="1735138"/>
            <a:ext cx="1979613" cy="19812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88" name="Google Shape;88;p33"/>
          <p:cNvSpPr/>
          <p:nvPr>
            <p:ph idx="19" type="pic"/>
          </p:nvPr>
        </p:nvSpPr>
        <p:spPr>
          <a:xfrm>
            <a:off x="9780587" y="1735138"/>
            <a:ext cx="1979613" cy="19812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Bullets">
  <p:cSld name="Icon Bullets">
    <p:spTree>
      <p:nvGrpSpPr>
        <p:cNvPr id="89" name="Shape 89"/>
        <p:cNvGrpSpPr/>
        <p:nvPr/>
      </p:nvGrpSpPr>
      <p:grpSpPr>
        <a:xfrm>
          <a:off x="0" y="0"/>
          <a:ext cx="0" cy="0"/>
          <a:chOff x="0" y="0"/>
          <a:chExt cx="0" cy="0"/>
        </a:xfrm>
      </p:grpSpPr>
      <p:sp>
        <p:nvSpPr>
          <p:cNvPr id="90" name="Google Shape;90;p34"/>
          <p:cNvSpPr/>
          <p:nvPr/>
        </p:nvSpPr>
        <p:spPr>
          <a:xfrm>
            <a:off x="432000" y="0"/>
            <a:ext cx="5472000" cy="6858000"/>
          </a:xfrm>
          <a:prstGeom prst="rect">
            <a:avLst/>
          </a:prstGeom>
          <a:gradFill>
            <a:gsLst>
              <a:gs pos="0">
                <a:srgbClr val="3F3F3F"/>
              </a:gs>
              <a:gs pos="100000">
                <a:schemeClr val="dk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91" name="Google Shape;91;p34"/>
          <p:cNvSpPr txBox="1"/>
          <p:nvPr>
            <p:ph idx="1" type="body"/>
          </p:nvPr>
        </p:nvSpPr>
        <p:spPr>
          <a:xfrm>
            <a:off x="680728" y="5657850"/>
            <a:ext cx="4974545" cy="7075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sz="1800">
                <a:solidFill>
                  <a:schemeClr val="lt1"/>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4"/>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4"/>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34"/>
          <p:cNvSpPr/>
          <p:nvPr>
            <p:ph idx="2" type="pic"/>
          </p:nvPr>
        </p:nvSpPr>
        <p:spPr>
          <a:xfrm>
            <a:off x="432000" y="0"/>
            <a:ext cx="5472000" cy="3714747"/>
          </a:xfrm>
          <a:prstGeom prst="rect">
            <a:avLst/>
          </a:prstGeom>
          <a:solidFill>
            <a:schemeClr val="dk1">
              <a:alpha val="69803"/>
            </a:schemeClr>
          </a:solidFill>
          <a:ln>
            <a:noFill/>
          </a:ln>
        </p:spPr>
      </p:sp>
      <p:sp>
        <p:nvSpPr>
          <p:cNvPr id="95" name="Google Shape;95;p34"/>
          <p:cNvSpPr txBox="1"/>
          <p:nvPr>
            <p:ph type="title"/>
          </p:nvPr>
        </p:nvSpPr>
        <p:spPr>
          <a:xfrm>
            <a:off x="680728" y="3981450"/>
            <a:ext cx="4974545" cy="1343025"/>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Black"/>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34"/>
          <p:cNvSpPr txBox="1"/>
          <p:nvPr>
            <p:ph idx="3" type="body"/>
          </p:nvPr>
        </p:nvSpPr>
        <p:spPr>
          <a:xfrm>
            <a:off x="6288002" y="4130531"/>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34"/>
          <p:cNvSpPr txBox="1"/>
          <p:nvPr>
            <p:ph idx="4" type="body"/>
          </p:nvPr>
        </p:nvSpPr>
        <p:spPr>
          <a:xfrm>
            <a:off x="6288002" y="4764931"/>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34"/>
          <p:cNvSpPr txBox="1"/>
          <p:nvPr>
            <p:ph idx="5" type="body"/>
          </p:nvPr>
        </p:nvSpPr>
        <p:spPr>
          <a:xfrm>
            <a:off x="8202527" y="4130531"/>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34"/>
          <p:cNvSpPr txBox="1"/>
          <p:nvPr>
            <p:ph idx="6" type="body"/>
          </p:nvPr>
        </p:nvSpPr>
        <p:spPr>
          <a:xfrm>
            <a:off x="8202527" y="4764931"/>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34"/>
          <p:cNvSpPr txBox="1"/>
          <p:nvPr>
            <p:ph idx="7" type="body"/>
          </p:nvPr>
        </p:nvSpPr>
        <p:spPr>
          <a:xfrm>
            <a:off x="10117052" y="4130531"/>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34"/>
          <p:cNvSpPr txBox="1"/>
          <p:nvPr>
            <p:ph idx="8" type="body"/>
          </p:nvPr>
        </p:nvSpPr>
        <p:spPr>
          <a:xfrm>
            <a:off x="10117052" y="4764931"/>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con Bullets">
  <p:cSld name="4 Icon Bullets">
    <p:spTree>
      <p:nvGrpSpPr>
        <p:cNvPr id="102" name="Shape 102"/>
        <p:cNvGrpSpPr/>
        <p:nvPr/>
      </p:nvGrpSpPr>
      <p:grpSpPr>
        <a:xfrm>
          <a:off x="0" y="0"/>
          <a:ext cx="0" cy="0"/>
          <a:chOff x="0" y="0"/>
          <a:chExt cx="0" cy="0"/>
        </a:xfrm>
      </p:grpSpPr>
      <p:sp>
        <p:nvSpPr>
          <p:cNvPr id="103" name="Google Shape;103;p35"/>
          <p:cNvSpPr/>
          <p:nvPr/>
        </p:nvSpPr>
        <p:spPr>
          <a:xfrm>
            <a:off x="432000" y="0"/>
            <a:ext cx="5472000" cy="6858000"/>
          </a:xfrm>
          <a:prstGeom prst="rect">
            <a:avLst/>
          </a:prstGeom>
          <a:gradFill>
            <a:gsLst>
              <a:gs pos="0">
                <a:srgbClr val="3F3F3F"/>
              </a:gs>
              <a:gs pos="100000">
                <a:schemeClr val="dk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104" name="Google Shape;104;p35"/>
          <p:cNvSpPr txBox="1"/>
          <p:nvPr>
            <p:ph idx="1" type="body"/>
          </p:nvPr>
        </p:nvSpPr>
        <p:spPr>
          <a:xfrm>
            <a:off x="680728" y="5657850"/>
            <a:ext cx="4974545" cy="7075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sz="1800">
                <a:solidFill>
                  <a:schemeClr val="lt1"/>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35"/>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6" name="Google Shape;106;p35"/>
          <p:cNvSpPr/>
          <p:nvPr>
            <p:ph idx="2" type="pic"/>
          </p:nvPr>
        </p:nvSpPr>
        <p:spPr>
          <a:xfrm>
            <a:off x="432000" y="0"/>
            <a:ext cx="5472000" cy="3714747"/>
          </a:xfrm>
          <a:prstGeom prst="rect">
            <a:avLst/>
          </a:prstGeom>
          <a:solidFill>
            <a:schemeClr val="dk1">
              <a:alpha val="69803"/>
            </a:schemeClr>
          </a:solidFill>
          <a:ln>
            <a:noFill/>
          </a:ln>
        </p:spPr>
      </p:sp>
      <p:sp>
        <p:nvSpPr>
          <p:cNvPr id="107" name="Google Shape;107;p35"/>
          <p:cNvSpPr txBox="1"/>
          <p:nvPr>
            <p:ph type="title"/>
          </p:nvPr>
        </p:nvSpPr>
        <p:spPr>
          <a:xfrm>
            <a:off x="680728" y="3981450"/>
            <a:ext cx="4974545" cy="1343025"/>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Black"/>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35"/>
          <p:cNvSpPr txBox="1"/>
          <p:nvPr>
            <p:ph idx="3" type="body"/>
          </p:nvPr>
        </p:nvSpPr>
        <p:spPr>
          <a:xfrm>
            <a:off x="7078577" y="5010963"/>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5"/>
          <p:cNvSpPr txBox="1"/>
          <p:nvPr>
            <p:ph idx="4" type="body"/>
          </p:nvPr>
        </p:nvSpPr>
        <p:spPr>
          <a:xfrm>
            <a:off x="7078577" y="5645363"/>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35"/>
          <p:cNvSpPr txBox="1"/>
          <p:nvPr>
            <p:ph idx="5" type="body"/>
          </p:nvPr>
        </p:nvSpPr>
        <p:spPr>
          <a:xfrm>
            <a:off x="9402677" y="5010963"/>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35"/>
          <p:cNvSpPr txBox="1"/>
          <p:nvPr>
            <p:ph idx="6" type="body"/>
          </p:nvPr>
        </p:nvSpPr>
        <p:spPr>
          <a:xfrm>
            <a:off x="9402677" y="5645363"/>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35"/>
          <p:cNvSpPr txBox="1"/>
          <p:nvPr>
            <p:ph idx="7" type="body"/>
          </p:nvPr>
        </p:nvSpPr>
        <p:spPr>
          <a:xfrm>
            <a:off x="7078577" y="2360347"/>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5"/>
          <p:cNvSpPr txBox="1"/>
          <p:nvPr>
            <p:ph idx="8" type="body"/>
          </p:nvPr>
        </p:nvSpPr>
        <p:spPr>
          <a:xfrm>
            <a:off x="7078577" y="2994747"/>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35"/>
          <p:cNvSpPr txBox="1"/>
          <p:nvPr>
            <p:ph idx="9" type="body"/>
          </p:nvPr>
        </p:nvSpPr>
        <p:spPr>
          <a:xfrm>
            <a:off x="9402677" y="2360347"/>
            <a:ext cx="180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35"/>
          <p:cNvSpPr txBox="1"/>
          <p:nvPr>
            <p:ph idx="13" type="body"/>
          </p:nvPr>
        </p:nvSpPr>
        <p:spPr>
          <a:xfrm>
            <a:off x="9402677" y="2994747"/>
            <a:ext cx="180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gital Product">
  <p:cSld name="Digital Product">
    <p:bg>
      <p:bgPr>
        <a:solidFill>
          <a:schemeClr val="lt1"/>
        </a:solidFill>
      </p:bgPr>
    </p:bg>
    <p:spTree>
      <p:nvGrpSpPr>
        <p:cNvPr id="116" name="Shape 116"/>
        <p:cNvGrpSpPr/>
        <p:nvPr/>
      </p:nvGrpSpPr>
      <p:grpSpPr>
        <a:xfrm>
          <a:off x="0" y="0"/>
          <a:ext cx="0" cy="0"/>
          <a:chOff x="0" y="0"/>
          <a:chExt cx="0" cy="0"/>
        </a:xfrm>
      </p:grpSpPr>
      <p:pic>
        <p:nvPicPr>
          <p:cNvPr id="117" name="Google Shape;117;p36"/>
          <p:cNvPicPr preferRelativeResize="0"/>
          <p:nvPr/>
        </p:nvPicPr>
        <p:blipFill rotWithShape="1">
          <a:blip r:embed="rId2">
            <a:alphaModFix/>
          </a:blip>
          <a:srcRect b="0" l="0" r="0" t="0"/>
          <a:stretch/>
        </p:blipFill>
        <p:spPr>
          <a:xfrm>
            <a:off x="663465" y="1007667"/>
            <a:ext cx="11528535" cy="5645385"/>
          </a:xfrm>
          <a:prstGeom prst="rect">
            <a:avLst/>
          </a:prstGeom>
          <a:noFill/>
          <a:ln>
            <a:noFill/>
          </a:ln>
        </p:spPr>
      </p:pic>
      <p:sp>
        <p:nvSpPr>
          <p:cNvPr id="118" name="Google Shape;118;p36"/>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36"/>
          <p:cNvSpPr txBox="1"/>
          <p:nvPr>
            <p:ph idx="1" type="body"/>
          </p:nvPr>
        </p:nvSpPr>
        <p:spPr>
          <a:xfrm>
            <a:off x="432000" y="3613424"/>
            <a:ext cx="3974900" cy="2465913"/>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36"/>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6"/>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2" name="Google Shape;122;p36"/>
          <p:cNvSpPr txBox="1"/>
          <p:nvPr>
            <p:ph idx="2" type="body"/>
          </p:nvPr>
        </p:nvSpPr>
        <p:spPr>
          <a:xfrm>
            <a:off x="431800" y="1582738"/>
            <a:ext cx="3975100" cy="1744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1000"/>
              </a:spcBef>
              <a:spcAft>
                <a:spcPts val="0"/>
              </a:spcAft>
              <a:buSzPts val="3200"/>
              <a:buNone/>
              <a:defRPr sz="32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36"/>
          <p:cNvSpPr/>
          <p:nvPr>
            <p:ph idx="3" type="pic"/>
          </p:nvPr>
        </p:nvSpPr>
        <p:spPr>
          <a:xfrm>
            <a:off x="5217319" y="1450975"/>
            <a:ext cx="6974680" cy="3935414"/>
          </a:xfrm>
          <a:prstGeom prst="rect">
            <a:avLst/>
          </a:prstGeom>
          <a:solidFill>
            <a:srgbClr val="F2F2F2">
              <a:alpha val="69803"/>
            </a:srgbClr>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ections">
  <p:cSld name="Three Sections">
    <p:spTree>
      <p:nvGrpSpPr>
        <p:cNvPr id="124" name="Shape 124"/>
        <p:cNvGrpSpPr/>
        <p:nvPr/>
      </p:nvGrpSpPr>
      <p:grpSpPr>
        <a:xfrm>
          <a:off x="0" y="0"/>
          <a:ext cx="0" cy="0"/>
          <a:chOff x="0" y="0"/>
          <a:chExt cx="0" cy="0"/>
        </a:xfrm>
      </p:grpSpPr>
      <p:sp>
        <p:nvSpPr>
          <p:cNvPr id="125" name="Google Shape;125;p37"/>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37"/>
          <p:cNvSpPr txBox="1"/>
          <p:nvPr>
            <p:ph idx="1" type="body"/>
          </p:nvPr>
        </p:nvSpPr>
        <p:spPr>
          <a:xfrm>
            <a:off x="432000" y="1008000"/>
            <a:ext cx="11340000"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37"/>
          <p:cNvSpPr txBox="1"/>
          <p:nvPr>
            <p:ph idx="2" type="body"/>
          </p:nvPr>
        </p:nvSpPr>
        <p:spPr>
          <a:xfrm>
            <a:off x="2231749" y="4637931"/>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37"/>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7"/>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30" name="Google Shape;130;p37"/>
          <p:cNvSpPr txBox="1"/>
          <p:nvPr>
            <p:ph idx="3" type="body"/>
          </p:nvPr>
        </p:nvSpPr>
        <p:spPr>
          <a:xfrm>
            <a:off x="5111498" y="4637931"/>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37"/>
          <p:cNvSpPr txBox="1"/>
          <p:nvPr>
            <p:ph idx="4" type="body"/>
          </p:nvPr>
        </p:nvSpPr>
        <p:spPr>
          <a:xfrm>
            <a:off x="7991247" y="4637931"/>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37"/>
          <p:cNvSpPr txBox="1"/>
          <p:nvPr>
            <p:ph idx="5" type="body"/>
          </p:nvPr>
        </p:nvSpPr>
        <p:spPr>
          <a:xfrm>
            <a:off x="2231749" y="4003531"/>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37"/>
          <p:cNvSpPr txBox="1"/>
          <p:nvPr>
            <p:ph idx="6" type="body"/>
          </p:nvPr>
        </p:nvSpPr>
        <p:spPr>
          <a:xfrm>
            <a:off x="5111498" y="4003531"/>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37"/>
          <p:cNvSpPr txBox="1"/>
          <p:nvPr>
            <p:ph idx="7" type="body"/>
          </p:nvPr>
        </p:nvSpPr>
        <p:spPr>
          <a:xfrm>
            <a:off x="7991247" y="4003531"/>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umbers Option 1">
  <p:cSld name="Large Numbers Option 1">
    <p:spTree>
      <p:nvGrpSpPr>
        <p:cNvPr id="135" name="Shape 135"/>
        <p:cNvGrpSpPr/>
        <p:nvPr/>
      </p:nvGrpSpPr>
      <p:grpSpPr>
        <a:xfrm>
          <a:off x="0" y="0"/>
          <a:ext cx="0" cy="0"/>
          <a:chOff x="0" y="0"/>
          <a:chExt cx="0" cy="0"/>
        </a:xfrm>
      </p:grpSpPr>
      <p:sp>
        <p:nvSpPr>
          <p:cNvPr id="136" name="Google Shape;136;p38"/>
          <p:cNvSpPr txBox="1"/>
          <p:nvPr>
            <p:ph idx="1" type="body"/>
          </p:nvPr>
        </p:nvSpPr>
        <p:spPr>
          <a:xfrm>
            <a:off x="1790100" y="2701131"/>
            <a:ext cx="4113900" cy="2828138"/>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38"/>
          <p:cNvSpPr txBox="1"/>
          <p:nvPr>
            <p:ph idx="2" type="body"/>
          </p:nvPr>
        </p:nvSpPr>
        <p:spPr>
          <a:xfrm>
            <a:off x="7658100" y="2701131"/>
            <a:ext cx="4113900" cy="2828138"/>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38"/>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8"/>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8"/>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1" name="Google Shape;141;p38"/>
          <p:cNvSpPr txBox="1"/>
          <p:nvPr>
            <p:ph idx="3" type="body"/>
          </p:nvPr>
        </p:nvSpPr>
        <p:spPr>
          <a:xfrm>
            <a:off x="1793079" y="1728000"/>
            <a:ext cx="4122920" cy="735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5400"/>
              <a:buNone/>
              <a:defRPr sz="5400">
                <a:solidFill>
                  <a:schemeClr val="accent1"/>
                </a:solidFill>
                <a:latin typeface="Arial Black"/>
                <a:ea typeface="Arial Black"/>
                <a:cs typeface="Arial Black"/>
                <a:sym typeface="Arial Black"/>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38"/>
          <p:cNvSpPr txBox="1"/>
          <p:nvPr>
            <p:ph idx="4" type="body"/>
          </p:nvPr>
        </p:nvSpPr>
        <p:spPr>
          <a:xfrm>
            <a:off x="7655762" y="1722438"/>
            <a:ext cx="4104437" cy="7357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5400"/>
              <a:buNone/>
              <a:defRPr sz="5400">
                <a:solidFill>
                  <a:schemeClr val="accent4"/>
                </a:solidFill>
                <a:latin typeface="Arial Black"/>
                <a:ea typeface="Arial Black"/>
                <a:cs typeface="Arial Black"/>
                <a:sym typeface="Arial Black"/>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38"/>
          <p:cNvSpPr txBox="1"/>
          <p:nvPr>
            <p:ph idx="5"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umbers Option 2">
  <p:cSld name="Large Numbers Option 2">
    <p:spTree>
      <p:nvGrpSpPr>
        <p:cNvPr id="144" name="Shape 144"/>
        <p:cNvGrpSpPr/>
        <p:nvPr/>
      </p:nvGrpSpPr>
      <p:grpSpPr>
        <a:xfrm>
          <a:off x="0" y="0"/>
          <a:ext cx="0" cy="0"/>
          <a:chOff x="0" y="0"/>
          <a:chExt cx="0" cy="0"/>
        </a:xfrm>
      </p:grpSpPr>
      <p:sp>
        <p:nvSpPr>
          <p:cNvPr id="145" name="Google Shape;145;p39"/>
          <p:cNvSpPr/>
          <p:nvPr>
            <p:ph idx="1" type="body"/>
          </p:nvPr>
        </p:nvSpPr>
        <p:spPr>
          <a:xfrm>
            <a:off x="890706" y="1593150"/>
            <a:ext cx="4348065" cy="4348065"/>
          </a:xfrm>
          <a:prstGeom prst="ellipse">
            <a:avLst/>
          </a:prstGeom>
          <a:solidFill>
            <a:schemeClr val="dk1">
              <a:alpha val="9803"/>
            </a:schemeClr>
          </a:solid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SzPts val="1800"/>
              <a:buNone/>
              <a:defRPr sz="1800">
                <a:solidFill>
                  <a:srgbClr val="3F3F3F"/>
                </a:solidFill>
                <a:latin typeface="Tahoma"/>
                <a:ea typeface="Tahoma"/>
                <a:cs typeface="Tahoma"/>
                <a:sym typeface="Tahoma"/>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39"/>
          <p:cNvSpPr/>
          <p:nvPr>
            <p:ph idx="2" type="body"/>
          </p:nvPr>
        </p:nvSpPr>
        <p:spPr>
          <a:xfrm>
            <a:off x="4739330" y="1767887"/>
            <a:ext cx="3998591" cy="3998591"/>
          </a:xfrm>
          <a:prstGeom prst="ellipse">
            <a:avLst/>
          </a:prstGeom>
          <a:solidFill>
            <a:schemeClr val="dk1">
              <a:alpha val="9803"/>
            </a:schemeClr>
          </a:solid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SzPts val="1800"/>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39"/>
          <p:cNvSpPr/>
          <p:nvPr>
            <p:ph idx="3" type="body"/>
          </p:nvPr>
        </p:nvSpPr>
        <p:spPr>
          <a:xfrm>
            <a:off x="8238481" y="2207063"/>
            <a:ext cx="3120238" cy="3120238"/>
          </a:xfrm>
          <a:prstGeom prst="ellipse">
            <a:avLst/>
          </a:prstGeom>
          <a:solidFill>
            <a:schemeClr val="dk1">
              <a:alpha val="9803"/>
            </a:schemeClr>
          </a:solid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SzPts val="1800"/>
              <a:buNone/>
              <a:defRPr sz="18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39"/>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39"/>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9"/>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51" name="Google Shape;151;p39"/>
          <p:cNvSpPr txBox="1"/>
          <p:nvPr>
            <p:ph idx="4" type="body"/>
          </p:nvPr>
        </p:nvSpPr>
        <p:spPr>
          <a:xfrm>
            <a:off x="1658929" y="2205688"/>
            <a:ext cx="2811618" cy="1440000"/>
          </a:xfrm>
          <a:prstGeom prst="rect">
            <a:avLst/>
          </a:prstGeom>
          <a:noFill/>
          <a:ln>
            <a:noFill/>
          </a:ln>
        </p:spPr>
        <p:txBody>
          <a:bodyPr anchorCtr="0" anchor="b" bIns="0" lIns="0" spcFirstLastPara="1" rIns="0" wrap="square" tIns="0">
            <a:noAutofit/>
          </a:bodyPr>
          <a:lstStyle>
            <a:lvl1pPr indent="-228600" lvl="0" marL="457200" algn="ctr">
              <a:lnSpc>
                <a:spcPct val="100000"/>
              </a:lnSpc>
              <a:spcBef>
                <a:spcPts val="0"/>
              </a:spcBef>
              <a:spcAft>
                <a:spcPts val="0"/>
              </a:spcAft>
              <a:buSzPts val="6600"/>
              <a:buNone/>
              <a:defRPr sz="6600">
                <a:solidFill>
                  <a:srgbClr val="3F3F3F"/>
                </a:solidFill>
                <a:latin typeface="Arial Black"/>
                <a:ea typeface="Arial Black"/>
                <a:cs typeface="Arial Black"/>
                <a:sym typeface="Arial Black"/>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39"/>
          <p:cNvSpPr txBox="1"/>
          <p:nvPr>
            <p:ph idx="5" type="body"/>
          </p:nvPr>
        </p:nvSpPr>
        <p:spPr>
          <a:xfrm>
            <a:off x="5332816" y="2205688"/>
            <a:ext cx="2811618" cy="1440000"/>
          </a:xfrm>
          <a:prstGeom prst="rect">
            <a:avLst/>
          </a:prstGeom>
          <a:noFill/>
          <a:ln>
            <a:noFill/>
          </a:ln>
        </p:spPr>
        <p:txBody>
          <a:bodyPr anchorCtr="0" anchor="b" bIns="0" lIns="0" spcFirstLastPara="1" rIns="0" wrap="square" tIns="0">
            <a:noAutofit/>
          </a:bodyPr>
          <a:lstStyle>
            <a:lvl1pPr indent="-228600" lvl="0" marL="457200" algn="ctr">
              <a:lnSpc>
                <a:spcPct val="100000"/>
              </a:lnSpc>
              <a:spcBef>
                <a:spcPts val="0"/>
              </a:spcBef>
              <a:spcAft>
                <a:spcPts val="0"/>
              </a:spcAft>
              <a:buSzPts val="6600"/>
              <a:buNone/>
              <a:defRPr sz="6600">
                <a:solidFill>
                  <a:srgbClr val="3F3F3F"/>
                </a:solidFill>
                <a:latin typeface="Arial Black"/>
                <a:ea typeface="Arial Black"/>
                <a:cs typeface="Arial Black"/>
                <a:sym typeface="Arial Black"/>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39"/>
          <p:cNvSpPr txBox="1"/>
          <p:nvPr>
            <p:ph idx="6" type="body"/>
          </p:nvPr>
        </p:nvSpPr>
        <p:spPr>
          <a:xfrm>
            <a:off x="8547101" y="2205688"/>
            <a:ext cx="2597043" cy="1440000"/>
          </a:xfrm>
          <a:prstGeom prst="rect">
            <a:avLst/>
          </a:prstGeom>
          <a:noFill/>
          <a:ln>
            <a:noFill/>
          </a:ln>
        </p:spPr>
        <p:txBody>
          <a:bodyPr anchorCtr="0" anchor="b" bIns="0" lIns="0" spcFirstLastPara="1" rIns="0" wrap="square" tIns="0">
            <a:noAutofit/>
          </a:bodyPr>
          <a:lstStyle>
            <a:lvl1pPr indent="-228600" lvl="0" marL="457200" algn="ctr">
              <a:lnSpc>
                <a:spcPct val="100000"/>
              </a:lnSpc>
              <a:spcBef>
                <a:spcPts val="0"/>
              </a:spcBef>
              <a:spcAft>
                <a:spcPts val="0"/>
              </a:spcAft>
              <a:buSzPts val="6600"/>
              <a:buNone/>
              <a:defRPr sz="6600">
                <a:solidFill>
                  <a:srgbClr val="3F3F3F"/>
                </a:solidFill>
                <a:latin typeface="Arial Black"/>
                <a:ea typeface="Arial Black"/>
                <a:cs typeface="Arial Black"/>
                <a:sym typeface="Arial Black"/>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39"/>
          <p:cNvSpPr txBox="1"/>
          <p:nvPr>
            <p:ph idx="7" type="body"/>
          </p:nvPr>
        </p:nvSpPr>
        <p:spPr>
          <a:xfrm>
            <a:off x="2074738" y="4243333"/>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39"/>
          <p:cNvSpPr txBox="1"/>
          <p:nvPr>
            <p:ph idx="8" type="body"/>
          </p:nvPr>
        </p:nvSpPr>
        <p:spPr>
          <a:xfrm>
            <a:off x="5748625" y="4243333"/>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39"/>
          <p:cNvSpPr txBox="1"/>
          <p:nvPr>
            <p:ph idx="9" type="body"/>
          </p:nvPr>
        </p:nvSpPr>
        <p:spPr>
          <a:xfrm>
            <a:off x="8808600" y="4243333"/>
            <a:ext cx="1980000" cy="72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39"/>
          <p:cNvSpPr txBox="1"/>
          <p:nvPr>
            <p:ph idx="13"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pace">
  <p:cSld name="Market Space">
    <p:spTree>
      <p:nvGrpSpPr>
        <p:cNvPr id="158" name="Shape 158"/>
        <p:cNvGrpSpPr/>
        <p:nvPr/>
      </p:nvGrpSpPr>
      <p:grpSpPr>
        <a:xfrm>
          <a:off x="0" y="0"/>
          <a:ext cx="0" cy="0"/>
          <a:chOff x="0" y="0"/>
          <a:chExt cx="0" cy="0"/>
        </a:xfrm>
      </p:grpSpPr>
      <p:cxnSp>
        <p:nvCxnSpPr>
          <p:cNvPr id="159" name="Google Shape;159;p40"/>
          <p:cNvCxnSpPr/>
          <p:nvPr/>
        </p:nvCxnSpPr>
        <p:spPr>
          <a:xfrm>
            <a:off x="6096000" y="1319756"/>
            <a:ext cx="0" cy="4610100"/>
          </a:xfrm>
          <a:prstGeom prst="straightConnector1">
            <a:avLst/>
          </a:prstGeom>
          <a:noFill/>
          <a:ln cap="flat" cmpd="sng" w="9525">
            <a:solidFill>
              <a:srgbClr val="D8D8D8"/>
            </a:solidFill>
            <a:prstDash val="solid"/>
            <a:miter lim="800000"/>
            <a:headEnd len="med" w="med" type="triangle"/>
            <a:tailEnd len="med" w="med" type="triangle"/>
          </a:ln>
        </p:spPr>
      </p:cxnSp>
      <p:sp>
        <p:nvSpPr>
          <p:cNvPr id="160" name="Google Shape;160;p40"/>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40"/>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40"/>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163" name="Google Shape;163;p40"/>
          <p:cNvCxnSpPr/>
          <p:nvPr/>
        </p:nvCxnSpPr>
        <p:spPr>
          <a:xfrm rot="10800000">
            <a:off x="432000" y="3624806"/>
            <a:ext cx="11340000" cy="0"/>
          </a:xfrm>
          <a:prstGeom prst="straightConnector1">
            <a:avLst/>
          </a:prstGeom>
          <a:noFill/>
          <a:ln cap="flat" cmpd="sng" w="9525">
            <a:solidFill>
              <a:srgbClr val="D8D8D8"/>
            </a:solidFill>
            <a:prstDash val="solid"/>
            <a:miter lim="800000"/>
            <a:headEnd len="med" w="med" type="triangle"/>
            <a:tailEnd len="med" w="med" type="triangle"/>
          </a:ln>
        </p:spPr>
      </p:cxnSp>
      <p:sp>
        <p:nvSpPr>
          <p:cNvPr id="164" name="Google Shape;164;p40"/>
          <p:cNvSpPr txBox="1"/>
          <p:nvPr>
            <p:ph idx="1" type="body"/>
          </p:nvPr>
        </p:nvSpPr>
        <p:spPr>
          <a:xfrm>
            <a:off x="5112000" y="951013"/>
            <a:ext cx="1980000" cy="252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40"/>
          <p:cNvSpPr txBox="1"/>
          <p:nvPr>
            <p:ph idx="2" type="body"/>
          </p:nvPr>
        </p:nvSpPr>
        <p:spPr>
          <a:xfrm>
            <a:off x="5106000" y="6046600"/>
            <a:ext cx="1980000" cy="252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40"/>
          <p:cNvSpPr txBox="1"/>
          <p:nvPr>
            <p:ph idx="3" type="body"/>
          </p:nvPr>
        </p:nvSpPr>
        <p:spPr>
          <a:xfrm>
            <a:off x="432000" y="3260393"/>
            <a:ext cx="1980000" cy="252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40"/>
          <p:cNvSpPr txBox="1"/>
          <p:nvPr>
            <p:ph idx="4" type="body"/>
          </p:nvPr>
        </p:nvSpPr>
        <p:spPr>
          <a:xfrm>
            <a:off x="9792001" y="3260393"/>
            <a:ext cx="1980000" cy="252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8" name="Shape 168"/>
        <p:cNvGrpSpPr/>
        <p:nvPr/>
      </p:nvGrpSpPr>
      <p:grpSpPr>
        <a:xfrm>
          <a:off x="0" y="0"/>
          <a:ext cx="0" cy="0"/>
          <a:chOff x="0" y="0"/>
          <a:chExt cx="0" cy="0"/>
        </a:xfrm>
      </p:grpSpPr>
      <p:sp>
        <p:nvSpPr>
          <p:cNvPr id="169" name="Google Shape;169;p41"/>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41"/>
          <p:cNvSpPr txBox="1"/>
          <p:nvPr>
            <p:ph idx="1" type="body"/>
          </p:nvPr>
        </p:nvSpPr>
        <p:spPr>
          <a:xfrm>
            <a:off x="432000" y="1728000"/>
            <a:ext cx="11340000" cy="4351338"/>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41"/>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41"/>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73" name="Shape 173"/>
        <p:cNvGrpSpPr/>
        <p:nvPr/>
      </p:nvGrpSpPr>
      <p:grpSpPr>
        <a:xfrm>
          <a:off x="0" y="0"/>
          <a:ext cx="0" cy="0"/>
          <a:chOff x="0" y="0"/>
          <a:chExt cx="0" cy="0"/>
        </a:xfrm>
      </p:grpSpPr>
      <p:sp>
        <p:nvSpPr>
          <p:cNvPr id="174" name="Google Shape;174;p42"/>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42"/>
          <p:cNvSpPr txBox="1"/>
          <p:nvPr>
            <p:ph idx="1" type="body"/>
          </p:nvPr>
        </p:nvSpPr>
        <p:spPr>
          <a:xfrm>
            <a:off x="432000" y="1728000"/>
            <a:ext cx="5472000" cy="4351338"/>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42"/>
          <p:cNvSpPr txBox="1"/>
          <p:nvPr>
            <p:ph idx="2" type="body"/>
          </p:nvPr>
        </p:nvSpPr>
        <p:spPr>
          <a:xfrm>
            <a:off x="6300000" y="1728000"/>
            <a:ext cx="5472000" cy="4351338"/>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42"/>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2"/>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79" name="Shape 179"/>
        <p:cNvGrpSpPr/>
        <p:nvPr/>
      </p:nvGrpSpPr>
      <p:grpSpPr>
        <a:xfrm>
          <a:off x="0" y="0"/>
          <a:ext cx="0" cy="0"/>
          <a:chOff x="0" y="0"/>
          <a:chExt cx="0" cy="0"/>
        </a:xfrm>
      </p:grpSpPr>
      <p:sp>
        <p:nvSpPr>
          <p:cNvPr id="180" name="Google Shape;180;p43"/>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43"/>
          <p:cNvSpPr txBox="1"/>
          <p:nvPr>
            <p:ph idx="1" type="body"/>
          </p:nvPr>
        </p:nvSpPr>
        <p:spPr>
          <a:xfrm>
            <a:off x="432000" y="2210852"/>
            <a:ext cx="5472000" cy="3868486"/>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43"/>
          <p:cNvSpPr txBox="1"/>
          <p:nvPr>
            <p:ph idx="2" type="body"/>
          </p:nvPr>
        </p:nvSpPr>
        <p:spPr>
          <a:xfrm>
            <a:off x="6300000" y="2210852"/>
            <a:ext cx="5472000" cy="3868486"/>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43"/>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3"/>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185" name="Google Shape;185;p43" title="Divider Line"/>
          <p:cNvCxnSpPr/>
          <p:nvPr/>
        </p:nvCxnSpPr>
        <p:spPr>
          <a:xfrm>
            <a:off x="449349" y="2159999"/>
            <a:ext cx="4214100" cy="0"/>
          </a:xfrm>
          <a:prstGeom prst="straightConnector1">
            <a:avLst/>
          </a:prstGeom>
          <a:noFill/>
          <a:ln cap="flat" cmpd="sng" w="28575">
            <a:solidFill>
              <a:schemeClr val="accent1"/>
            </a:solidFill>
            <a:prstDash val="solid"/>
            <a:miter lim="800000"/>
            <a:headEnd len="sm" w="sm" type="none"/>
            <a:tailEnd len="sm" w="sm" type="none"/>
          </a:ln>
        </p:spPr>
      </p:cxnSp>
      <p:cxnSp>
        <p:nvCxnSpPr>
          <p:cNvPr id="186" name="Google Shape;186;p43" title="Divider Line"/>
          <p:cNvCxnSpPr/>
          <p:nvPr/>
        </p:nvCxnSpPr>
        <p:spPr>
          <a:xfrm>
            <a:off x="6312700" y="2159999"/>
            <a:ext cx="4214100" cy="0"/>
          </a:xfrm>
          <a:prstGeom prst="straightConnector1">
            <a:avLst/>
          </a:prstGeom>
          <a:noFill/>
          <a:ln cap="flat" cmpd="sng" w="28575">
            <a:solidFill>
              <a:schemeClr val="accent4"/>
            </a:solidFill>
            <a:prstDash val="solid"/>
            <a:miter lim="800000"/>
            <a:headEnd len="sm" w="sm" type="none"/>
            <a:tailEnd len="sm" w="sm" type="none"/>
          </a:ln>
        </p:spPr>
      </p:cxnSp>
      <p:sp>
        <p:nvSpPr>
          <p:cNvPr id="187" name="Google Shape;187;p43"/>
          <p:cNvSpPr txBox="1"/>
          <p:nvPr>
            <p:ph idx="3" type="body"/>
          </p:nvPr>
        </p:nvSpPr>
        <p:spPr>
          <a:xfrm>
            <a:off x="432000" y="1654025"/>
            <a:ext cx="5472000" cy="45512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1000"/>
              </a:spcBef>
              <a:spcAft>
                <a:spcPts val="0"/>
              </a:spcAft>
              <a:buSzPts val="2000"/>
              <a:buNone/>
              <a:defRPr b="1" sz="2000">
                <a:solidFill>
                  <a:schemeClr val="dk1"/>
                </a:solidFill>
                <a:latin typeface="Arial Black"/>
                <a:ea typeface="Arial Black"/>
                <a:cs typeface="Arial Black"/>
                <a:sym typeface="Arial Black"/>
              </a:defRPr>
            </a:lvl1pPr>
            <a:lvl2pPr indent="-228600" lvl="1" marL="914400" algn="l">
              <a:lnSpc>
                <a:spcPct val="100000"/>
              </a:lnSpc>
              <a:spcBef>
                <a:spcPts val="500"/>
              </a:spcBef>
              <a:spcAft>
                <a:spcPts val="0"/>
              </a:spcAft>
              <a:buClr>
                <a:schemeClr val="dk2"/>
              </a:buClr>
              <a:buSzPts val="2000"/>
              <a:buNone/>
              <a:defRPr b="1" sz="2000"/>
            </a:lvl2pPr>
            <a:lvl3pPr indent="-228600" lvl="2" marL="1371600" algn="l">
              <a:lnSpc>
                <a:spcPct val="100000"/>
              </a:lnSpc>
              <a:spcBef>
                <a:spcPts val="500"/>
              </a:spcBef>
              <a:spcAft>
                <a:spcPts val="0"/>
              </a:spcAft>
              <a:buClr>
                <a:schemeClr val="dk2"/>
              </a:buClr>
              <a:buSzPts val="1800"/>
              <a:buNone/>
              <a:defRPr b="1" sz="1800"/>
            </a:lvl3pPr>
            <a:lvl4pPr indent="-228600" lvl="3" marL="1828800" algn="l">
              <a:lnSpc>
                <a:spcPct val="100000"/>
              </a:lnSpc>
              <a:spcBef>
                <a:spcPts val="500"/>
              </a:spcBef>
              <a:spcAft>
                <a:spcPts val="0"/>
              </a:spcAft>
              <a:buClr>
                <a:schemeClr val="dk2"/>
              </a:buClr>
              <a:buSzPts val="1600"/>
              <a:buNone/>
              <a:defRPr b="1" sz="1600"/>
            </a:lvl4pPr>
            <a:lvl5pPr indent="-228600" lvl="4" marL="2286000" algn="l">
              <a:lnSpc>
                <a:spcPct val="10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8" name="Google Shape;188;p43"/>
          <p:cNvSpPr txBox="1"/>
          <p:nvPr>
            <p:ph idx="4" type="body"/>
          </p:nvPr>
        </p:nvSpPr>
        <p:spPr>
          <a:xfrm>
            <a:off x="6312700" y="1654025"/>
            <a:ext cx="5459300" cy="45512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1000"/>
              </a:spcBef>
              <a:spcAft>
                <a:spcPts val="0"/>
              </a:spcAft>
              <a:buSzPts val="2000"/>
              <a:buNone/>
              <a:defRPr b="1" sz="2000">
                <a:solidFill>
                  <a:schemeClr val="dk1"/>
                </a:solidFill>
                <a:latin typeface="Arial Black"/>
                <a:ea typeface="Arial Black"/>
                <a:cs typeface="Arial Black"/>
                <a:sym typeface="Arial Black"/>
              </a:defRPr>
            </a:lvl1pPr>
            <a:lvl2pPr indent="-228600" lvl="1" marL="914400" algn="l">
              <a:lnSpc>
                <a:spcPct val="100000"/>
              </a:lnSpc>
              <a:spcBef>
                <a:spcPts val="500"/>
              </a:spcBef>
              <a:spcAft>
                <a:spcPts val="0"/>
              </a:spcAft>
              <a:buClr>
                <a:schemeClr val="dk2"/>
              </a:buClr>
              <a:buSzPts val="2000"/>
              <a:buNone/>
              <a:defRPr b="1" sz="2000"/>
            </a:lvl2pPr>
            <a:lvl3pPr indent="-228600" lvl="2" marL="1371600" algn="l">
              <a:lnSpc>
                <a:spcPct val="100000"/>
              </a:lnSpc>
              <a:spcBef>
                <a:spcPts val="500"/>
              </a:spcBef>
              <a:spcAft>
                <a:spcPts val="0"/>
              </a:spcAft>
              <a:buClr>
                <a:schemeClr val="dk2"/>
              </a:buClr>
              <a:buSzPts val="1800"/>
              <a:buNone/>
              <a:defRPr b="1" sz="1800"/>
            </a:lvl3pPr>
            <a:lvl4pPr indent="-228600" lvl="3" marL="1828800" algn="l">
              <a:lnSpc>
                <a:spcPct val="100000"/>
              </a:lnSpc>
              <a:spcBef>
                <a:spcPts val="500"/>
              </a:spcBef>
              <a:spcAft>
                <a:spcPts val="0"/>
              </a:spcAft>
              <a:buClr>
                <a:schemeClr val="dk2"/>
              </a:buClr>
              <a:buSzPts val="1600"/>
              <a:buNone/>
              <a:defRPr b="1" sz="1600"/>
            </a:lvl4pPr>
            <a:lvl5pPr indent="-228600" lvl="4" marL="2286000" algn="l">
              <a:lnSpc>
                <a:spcPct val="10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Boxed">
  <p:cSld name="3 Col Boxed">
    <p:spTree>
      <p:nvGrpSpPr>
        <p:cNvPr id="189" name="Shape 189"/>
        <p:cNvGrpSpPr/>
        <p:nvPr/>
      </p:nvGrpSpPr>
      <p:grpSpPr>
        <a:xfrm>
          <a:off x="0" y="0"/>
          <a:ext cx="0" cy="0"/>
          <a:chOff x="0" y="0"/>
          <a:chExt cx="0" cy="0"/>
        </a:xfrm>
      </p:grpSpPr>
      <p:sp>
        <p:nvSpPr>
          <p:cNvPr id="190" name="Google Shape;190;p44"/>
          <p:cNvSpPr txBox="1"/>
          <p:nvPr>
            <p:ph idx="1" type="body"/>
          </p:nvPr>
        </p:nvSpPr>
        <p:spPr>
          <a:xfrm>
            <a:off x="432000" y="2448000"/>
            <a:ext cx="3600000" cy="3631338"/>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0" lIns="136800" spcFirstLastPara="1" rIns="136800" wrap="square" tIns="252000">
            <a:noAutofit/>
          </a:bodyPr>
          <a:lstStyle>
            <a:lvl1pPr indent="-342900" lvl="0" marL="457200" algn="l">
              <a:lnSpc>
                <a:spcPct val="100000"/>
              </a:lnSpc>
              <a:spcBef>
                <a:spcPts val="1000"/>
              </a:spcBef>
              <a:spcAft>
                <a:spcPts val="0"/>
              </a:spcAft>
              <a:buClr>
                <a:srgbClr val="3F3F3F"/>
              </a:buClr>
              <a:buSzPts val="1800"/>
              <a:buFont typeface="Arial"/>
              <a:buChar char="•"/>
              <a:defRPr/>
            </a:lvl1pPr>
            <a:lvl2pPr indent="-330200" lvl="1" marL="914400" algn="l">
              <a:lnSpc>
                <a:spcPct val="100000"/>
              </a:lnSpc>
              <a:spcBef>
                <a:spcPts val="500"/>
              </a:spcBef>
              <a:spcAft>
                <a:spcPts val="0"/>
              </a:spcAft>
              <a:buClr>
                <a:srgbClr val="3F3F3F"/>
              </a:buClr>
              <a:buSzPts val="1600"/>
              <a:buChar char="•"/>
              <a:defRPr/>
            </a:lvl2pPr>
            <a:lvl3pPr indent="-330200" lvl="2" marL="1371600" algn="l">
              <a:lnSpc>
                <a:spcPct val="100000"/>
              </a:lnSpc>
              <a:spcBef>
                <a:spcPts val="500"/>
              </a:spcBef>
              <a:spcAft>
                <a:spcPts val="0"/>
              </a:spcAft>
              <a:buClr>
                <a:srgbClr val="3F3F3F"/>
              </a:buClr>
              <a:buSzPts val="1600"/>
              <a:buChar char="•"/>
              <a:defRPr/>
            </a:lvl3pPr>
            <a:lvl4pPr indent="-317500" lvl="3" marL="1828800" algn="l">
              <a:lnSpc>
                <a:spcPct val="100000"/>
              </a:lnSpc>
              <a:spcBef>
                <a:spcPts val="500"/>
              </a:spcBef>
              <a:spcAft>
                <a:spcPts val="0"/>
              </a:spcAft>
              <a:buClr>
                <a:srgbClr val="3F3F3F"/>
              </a:buClr>
              <a:buSzPts val="1400"/>
              <a:buChar char="•"/>
              <a:defRPr/>
            </a:lvl4pPr>
            <a:lvl5pPr indent="-304800" lvl="4" marL="2286000" algn="l">
              <a:lnSpc>
                <a:spcPct val="100000"/>
              </a:lnSpc>
              <a:spcBef>
                <a:spcPts val="500"/>
              </a:spcBef>
              <a:spcAft>
                <a:spcPts val="0"/>
              </a:spcAft>
              <a:buClr>
                <a:srgbClr val="3F3F3F"/>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44"/>
          <p:cNvSpPr txBox="1"/>
          <p:nvPr>
            <p:ph idx="2" type="body"/>
          </p:nvPr>
        </p:nvSpPr>
        <p:spPr>
          <a:xfrm>
            <a:off x="4302000" y="2448000"/>
            <a:ext cx="3600000" cy="3631338"/>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0" lIns="136800" spcFirstLastPara="1" rIns="136800" wrap="square" tIns="252000">
            <a:noAutofit/>
          </a:bodyPr>
          <a:lstStyle>
            <a:lvl1pPr indent="-342900" lvl="0" marL="457200" algn="l">
              <a:lnSpc>
                <a:spcPct val="100000"/>
              </a:lnSpc>
              <a:spcBef>
                <a:spcPts val="1000"/>
              </a:spcBef>
              <a:spcAft>
                <a:spcPts val="0"/>
              </a:spcAft>
              <a:buClr>
                <a:srgbClr val="3F3F3F"/>
              </a:buClr>
              <a:buSzPts val="1800"/>
              <a:buFont typeface="Arial"/>
              <a:buChar char="•"/>
              <a:defRPr/>
            </a:lvl1pPr>
            <a:lvl2pPr indent="-330200" lvl="1" marL="914400" algn="l">
              <a:lnSpc>
                <a:spcPct val="100000"/>
              </a:lnSpc>
              <a:spcBef>
                <a:spcPts val="500"/>
              </a:spcBef>
              <a:spcAft>
                <a:spcPts val="0"/>
              </a:spcAft>
              <a:buClr>
                <a:srgbClr val="3F3F3F"/>
              </a:buClr>
              <a:buSzPts val="1600"/>
              <a:buChar char="•"/>
              <a:defRPr/>
            </a:lvl2pPr>
            <a:lvl3pPr indent="-330200" lvl="2" marL="1371600" algn="l">
              <a:lnSpc>
                <a:spcPct val="100000"/>
              </a:lnSpc>
              <a:spcBef>
                <a:spcPts val="500"/>
              </a:spcBef>
              <a:spcAft>
                <a:spcPts val="0"/>
              </a:spcAft>
              <a:buClr>
                <a:srgbClr val="3F3F3F"/>
              </a:buClr>
              <a:buSzPts val="1600"/>
              <a:buChar char="•"/>
              <a:defRPr/>
            </a:lvl3pPr>
            <a:lvl4pPr indent="-317500" lvl="3" marL="1828800" algn="l">
              <a:lnSpc>
                <a:spcPct val="100000"/>
              </a:lnSpc>
              <a:spcBef>
                <a:spcPts val="500"/>
              </a:spcBef>
              <a:spcAft>
                <a:spcPts val="0"/>
              </a:spcAft>
              <a:buClr>
                <a:srgbClr val="3F3F3F"/>
              </a:buClr>
              <a:buSzPts val="1400"/>
              <a:buChar char="•"/>
              <a:defRPr/>
            </a:lvl4pPr>
            <a:lvl5pPr indent="-304800" lvl="4" marL="2286000" algn="l">
              <a:lnSpc>
                <a:spcPct val="100000"/>
              </a:lnSpc>
              <a:spcBef>
                <a:spcPts val="500"/>
              </a:spcBef>
              <a:spcAft>
                <a:spcPts val="0"/>
              </a:spcAft>
              <a:buClr>
                <a:srgbClr val="3F3F3F"/>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44"/>
          <p:cNvSpPr txBox="1"/>
          <p:nvPr>
            <p:ph idx="3" type="body"/>
          </p:nvPr>
        </p:nvSpPr>
        <p:spPr>
          <a:xfrm>
            <a:off x="8172000" y="2448000"/>
            <a:ext cx="3600000" cy="3631338"/>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0" lIns="136800" spcFirstLastPara="1" rIns="136800" wrap="square" tIns="252000">
            <a:noAutofit/>
          </a:bodyPr>
          <a:lstStyle>
            <a:lvl1pPr indent="-342900" lvl="0" marL="457200" algn="l">
              <a:lnSpc>
                <a:spcPct val="100000"/>
              </a:lnSpc>
              <a:spcBef>
                <a:spcPts val="1000"/>
              </a:spcBef>
              <a:spcAft>
                <a:spcPts val="0"/>
              </a:spcAft>
              <a:buClr>
                <a:srgbClr val="3F3F3F"/>
              </a:buClr>
              <a:buSzPts val="1800"/>
              <a:buFont typeface="Arial"/>
              <a:buChar char="•"/>
              <a:defRPr/>
            </a:lvl1pPr>
            <a:lvl2pPr indent="-330200" lvl="1" marL="914400" algn="l">
              <a:lnSpc>
                <a:spcPct val="100000"/>
              </a:lnSpc>
              <a:spcBef>
                <a:spcPts val="500"/>
              </a:spcBef>
              <a:spcAft>
                <a:spcPts val="0"/>
              </a:spcAft>
              <a:buClr>
                <a:srgbClr val="3F3F3F"/>
              </a:buClr>
              <a:buSzPts val="1600"/>
              <a:buChar char="•"/>
              <a:defRPr/>
            </a:lvl2pPr>
            <a:lvl3pPr indent="-330200" lvl="2" marL="1371600" algn="l">
              <a:lnSpc>
                <a:spcPct val="100000"/>
              </a:lnSpc>
              <a:spcBef>
                <a:spcPts val="500"/>
              </a:spcBef>
              <a:spcAft>
                <a:spcPts val="0"/>
              </a:spcAft>
              <a:buClr>
                <a:srgbClr val="3F3F3F"/>
              </a:buClr>
              <a:buSzPts val="1600"/>
              <a:buChar char="•"/>
              <a:defRPr/>
            </a:lvl3pPr>
            <a:lvl4pPr indent="-317500" lvl="3" marL="1828800" algn="l">
              <a:lnSpc>
                <a:spcPct val="100000"/>
              </a:lnSpc>
              <a:spcBef>
                <a:spcPts val="500"/>
              </a:spcBef>
              <a:spcAft>
                <a:spcPts val="0"/>
              </a:spcAft>
              <a:buClr>
                <a:srgbClr val="3F3F3F"/>
              </a:buClr>
              <a:buSzPts val="1400"/>
              <a:buChar char="•"/>
              <a:defRPr/>
            </a:lvl4pPr>
            <a:lvl5pPr indent="-304800" lvl="4" marL="2286000" algn="l">
              <a:lnSpc>
                <a:spcPct val="100000"/>
              </a:lnSpc>
              <a:spcBef>
                <a:spcPts val="500"/>
              </a:spcBef>
              <a:spcAft>
                <a:spcPts val="0"/>
              </a:spcAft>
              <a:buClr>
                <a:srgbClr val="3F3F3F"/>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44"/>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44"/>
          <p:cNvSpPr txBox="1"/>
          <p:nvPr>
            <p:ph idx="4" type="body"/>
          </p:nvPr>
        </p:nvSpPr>
        <p:spPr>
          <a:xfrm>
            <a:off x="432000" y="1728000"/>
            <a:ext cx="3600000" cy="720000"/>
          </a:xfrm>
          <a:prstGeom prst="rect">
            <a:avLst/>
          </a:prstGeom>
          <a:solidFill>
            <a:srgbClr val="3F3F3F"/>
          </a:solidFill>
          <a:ln cap="flat" cmpd="sng" w="28575">
            <a:solidFill>
              <a:schemeClr val="accent1"/>
            </a:solidFill>
            <a:prstDash val="solid"/>
            <a:round/>
            <a:headEnd len="sm" w="sm" type="none"/>
            <a:tailEnd len="sm" w="sm" type="none"/>
          </a:ln>
        </p:spPr>
        <p:txBody>
          <a:bodyPr anchorCtr="0" anchor="ctr" bIns="36000" lIns="108000" spcFirstLastPara="1" rIns="108000" wrap="square" tIns="36000">
            <a:noAutofit/>
          </a:bodyPr>
          <a:lstStyle>
            <a:lvl1pPr indent="-228600" lvl="0" marL="457200" algn="ctr">
              <a:lnSpc>
                <a:spcPct val="100000"/>
              </a:lnSpc>
              <a:spcBef>
                <a:spcPts val="1000"/>
              </a:spcBef>
              <a:spcAft>
                <a:spcPts val="0"/>
              </a:spcAft>
              <a:buSzPts val="1800"/>
              <a:buNone/>
              <a:defRPr>
                <a:solidFill>
                  <a:schemeClr val="lt1"/>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44"/>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44"/>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97" name="Google Shape;197;p44"/>
          <p:cNvSpPr txBox="1"/>
          <p:nvPr>
            <p:ph idx="5" type="body"/>
          </p:nvPr>
        </p:nvSpPr>
        <p:spPr>
          <a:xfrm>
            <a:off x="4302000" y="1728000"/>
            <a:ext cx="3600000" cy="720000"/>
          </a:xfrm>
          <a:prstGeom prst="rect">
            <a:avLst/>
          </a:prstGeom>
          <a:solidFill>
            <a:srgbClr val="3F3F3F"/>
          </a:solidFill>
          <a:ln cap="flat" cmpd="sng" w="28575">
            <a:solidFill>
              <a:schemeClr val="accent2"/>
            </a:solidFill>
            <a:prstDash val="solid"/>
            <a:round/>
            <a:headEnd len="sm" w="sm" type="none"/>
            <a:tailEnd len="sm" w="sm" type="none"/>
          </a:ln>
        </p:spPr>
        <p:txBody>
          <a:bodyPr anchorCtr="0" anchor="ctr" bIns="36000" lIns="108000" spcFirstLastPara="1" rIns="108000" wrap="square" tIns="36000">
            <a:noAutofit/>
          </a:bodyPr>
          <a:lstStyle>
            <a:lvl1pPr indent="-228600" lvl="0" marL="457200" algn="ctr">
              <a:lnSpc>
                <a:spcPct val="100000"/>
              </a:lnSpc>
              <a:spcBef>
                <a:spcPts val="1000"/>
              </a:spcBef>
              <a:spcAft>
                <a:spcPts val="0"/>
              </a:spcAft>
              <a:buSzPts val="1800"/>
              <a:buNone/>
              <a:defRPr>
                <a:solidFill>
                  <a:schemeClr val="lt1"/>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44"/>
          <p:cNvSpPr txBox="1"/>
          <p:nvPr>
            <p:ph idx="6" type="body"/>
          </p:nvPr>
        </p:nvSpPr>
        <p:spPr>
          <a:xfrm>
            <a:off x="8172000" y="1728000"/>
            <a:ext cx="3600000" cy="720000"/>
          </a:xfrm>
          <a:prstGeom prst="rect">
            <a:avLst/>
          </a:prstGeom>
          <a:solidFill>
            <a:srgbClr val="3F3F3F"/>
          </a:solidFill>
          <a:ln cap="flat" cmpd="sng" w="28575">
            <a:solidFill>
              <a:schemeClr val="accent3"/>
            </a:solidFill>
            <a:prstDash val="solid"/>
            <a:round/>
            <a:headEnd len="sm" w="sm" type="none"/>
            <a:tailEnd len="sm" w="sm" type="none"/>
          </a:ln>
        </p:spPr>
        <p:txBody>
          <a:bodyPr anchorCtr="0" anchor="ctr" bIns="36000" lIns="108000" spcFirstLastPara="1" rIns="108000" wrap="square" tIns="36000">
            <a:noAutofit/>
          </a:bodyPr>
          <a:lstStyle>
            <a:lvl1pPr indent="-228600" lvl="0" marL="457200" algn="ctr">
              <a:lnSpc>
                <a:spcPct val="100000"/>
              </a:lnSpc>
              <a:spcBef>
                <a:spcPts val="1000"/>
              </a:spcBef>
              <a:spcAft>
                <a:spcPts val="0"/>
              </a:spcAft>
              <a:buSzPts val="1800"/>
              <a:buNone/>
              <a:defRPr>
                <a:solidFill>
                  <a:schemeClr val="lt1"/>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44"/>
          <p:cNvSpPr txBox="1"/>
          <p:nvPr>
            <p:ph idx="7"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200" name="Shape 200"/>
        <p:cNvGrpSpPr/>
        <p:nvPr/>
      </p:nvGrpSpPr>
      <p:grpSpPr>
        <a:xfrm>
          <a:off x="0" y="0"/>
          <a:ext cx="0" cy="0"/>
          <a:chOff x="0" y="0"/>
          <a:chExt cx="0" cy="0"/>
        </a:xfrm>
      </p:grpSpPr>
      <p:sp>
        <p:nvSpPr>
          <p:cNvPr id="201" name="Google Shape;201;p45"/>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45"/>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45"/>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4" name="Google Shape;204;p45"/>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05" name="Google Shape;205;p45"/>
          <p:cNvCxnSpPr/>
          <p:nvPr/>
        </p:nvCxnSpPr>
        <p:spPr>
          <a:xfrm>
            <a:off x="431800" y="3866682"/>
            <a:ext cx="11339513" cy="0"/>
          </a:xfrm>
          <a:prstGeom prst="straightConnector1">
            <a:avLst/>
          </a:prstGeom>
          <a:noFill/>
          <a:ln cap="flat" cmpd="sng" w="9525">
            <a:solidFill>
              <a:srgbClr val="BFBFBF"/>
            </a:solidFill>
            <a:prstDash val="solid"/>
            <a:miter lim="800000"/>
            <a:headEnd len="sm" w="sm" type="none"/>
            <a:tailEnd len="med" w="med" type="triangle"/>
          </a:ln>
        </p:spPr>
      </p:cxnSp>
      <p:sp>
        <p:nvSpPr>
          <p:cNvPr id="206" name="Google Shape;206;p45"/>
          <p:cNvSpPr txBox="1"/>
          <p:nvPr>
            <p:ph idx="2" type="body"/>
          </p:nvPr>
        </p:nvSpPr>
        <p:spPr>
          <a:xfrm>
            <a:off x="412908" y="3973125"/>
            <a:ext cx="415608" cy="201776"/>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45"/>
          <p:cNvSpPr txBox="1"/>
          <p:nvPr>
            <p:ph idx="3" type="body"/>
          </p:nvPr>
        </p:nvSpPr>
        <p:spPr>
          <a:xfrm>
            <a:off x="431799"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45"/>
          <p:cNvSpPr txBox="1"/>
          <p:nvPr>
            <p:ph idx="4" type="body"/>
          </p:nvPr>
        </p:nvSpPr>
        <p:spPr>
          <a:xfrm>
            <a:off x="903816"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45"/>
          <p:cNvSpPr txBox="1"/>
          <p:nvPr>
            <p:ph idx="5" type="body"/>
          </p:nvPr>
        </p:nvSpPr>
        <p:spPr>
          <a:xfrm>
            <a:off x="1375833"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45"/>
          <p:cNvSpPr txBox="1"/>
          <p:nvPr>
            <p:ph idx="6" type="body"/>
          </p:nvPr>
        </p:nvSpPr>
        <p:spPr>
          <a:xfrm>
            <a:off x="1847850"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45"/>
          <p:cNvSpPr txBox="1"/>
          <p:nvPr>
            <p:ph idx="7" type="body"/>
          </p:nvPr>
        </p:nvSpPr>
        <p:spPr>
          <a:xfrm>
            <a:off x="6077108" y="3973125"/>
            <a:ext cx="415608" cy="201776"/>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5"/>
          <p:cNvSpPr txBox="1"/>
          <p:nvPr>
            <p:ph idx="8" type="body"/>
          </p:nvPr>
        </p:nvSpPr>
        <p:spPr>
          <a:xfrm>
            <a:off x="2319867"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45"/>
          <p:cNvSpPr txBox="1"/>
          <p:nvPr>
            <p:ph idx="9" type="body"/>
          </p:nvPr>
        </p:nvSpPr>
        <p:spPr>
          <a:xfrm>
            <a:off x="2791884"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5"/>
          <p:cNvSpPr txBox="1"/>
          <p:nvPr>
            <p:ph idx="13" type="body"/>
          </p:nvPr>
        </p:nvSpPr>
        <p:spPr>
          <a:xfrm>
            <a:off x="3263901"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45"/>
          <p:cNvSpPr txBox="1"/>
          <p:nvPr>
            <p:ph idx="14" type="body"/>
          </p:nvPr>
        </p:nvSpPr>
        <p:spPr>
          <a:xfrm>
            <a:off x="4679952"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45"/>
          <p:cNvSpPr txBox="1"/>
          <p:nvPr>
            <p:ph idx="15" type="body"/>
          </p:nvPr>
        </p:nvSpPr>
        <p:spPr>
          <a:xfrm>
            <a:off x="3735918"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45"/>
          <p:cNvSpPr txBox="1"/>
          <p:nvPr>
            <p:ph idx="16" type="body"/>
          </p:nvPr>
        </p:nvSpPr>
        <p:spPr>
          <a:xfrm>
            <a:off x="4207935"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45"/>
          <p:cNvSpPr txBox="1"/>
          <p:nvPr>
            <p:ph idx="17" type="body"/>
          </p:nvPr>
        </p:nvSpPr>
        <p:spPr>
          <a:xfrm>
            <a:off x="5151969"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45"/>
          <p:cNvSpPr txBox="1"/>
          <p:nvPr>
            <p:ph idx="18" type="body"/>
          </p:nvPr>
        </p:nvSpPr>
        <p:spPr>
          <a:xfrm>
            <a:off x="5623986"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45"/>
          <p:cNvSpPr txBox="1"/>
          <p:nvPr>
            <p:ph idx="19" type="body"/>
          </p:nvPr>
        </p:nvSpPr>
        <p:spPr>
          <a:xfrm>
            <a:off x="6095999"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45"/>
          <p:cNvSpPr txBox="1"/>
          <p:nvPr>
            <p:ph idx="20" type="body"/>
          </p:nvPr>
        </p:nvSpPr>
        <p:spPr>
          <a:xfrm>
            <a:off x="6568012"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45"/>
          <p:cNvSpPr txBox="1"/>
          <p:nvPr>
            <p:ph idx="21" type="body"/>
          </p:nvPr>
        </p:nvSpPr>
        <p:spPr>
          <a:xfrm>
            <a:off x="7040029"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 name="Google Shape;223;p45"/>
          <p:cNvSpPr txBox="1"/>
          <p:nvPr>
            <p:ph idx="22" type="body"/>
          </p:nvPr>
        </p:nvSpPr>
        <p:spPr>
          <a:xfrm>
            <a:off x="7512046"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45"/>
          <p:cNvSpPr txBox="1"/>
          <p:nvPr>
            <p:ph idx="23" type="body"/>
          </p:nvPr>
        </p:nvSpPr>
        <p:spPr>
          <a:xfrm>
            <a:off x="7984063"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45"/>
          <p:cNvSpPr txBox="1"/>
          <p:nvPr>
            <p:ph idx="24" type="body"/>
          </p:nvPr>
        </p:nvSpPr>
        <p:spPr>
          <a:xfrm>
            <a:off x="8456080"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45"/>
          <p:cNvSpPr txBox="1"/>
          <p:nvPr>
            <p:ph idx="25" type="body"/>
          </p:nvPr>
        </p:nvSpPr>
        <p:spPr>
          <a:xfrm>
            <a:off x="8928097"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45"/>
          <p:cNvSpPr txBox="1"/>
          <p:nvPr>
            <p:ph idx="26" type="body"/>
          </p:nvPr>
        </p:nvSpPr>
        <p:spPr>
          <a:xfrm>
            <a:off x="10344148"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45"/>
          <p:cNvSpPr txBox="1"/>
          <p:nvPr>
            <p:ph idx="27" type="body"/>
          </p:nvPr>
        </p:nvSpPr>
        <p:spPr>
          <a:xfrm>
            <a:off x="9400114"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45"/>
          <p:cNvSpPr txBox="1"/>
          <p:nvPr>
            <p:ph idx="28" type="body"/>
          </p:nvPr>
        </p:nvSpPr>
        <p:spPr>
          <a:xfrm>
            <a:off x="9872131"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45"/>
          <p:cNvSpPr txBox="1"/>
          <p:nvPr>
            <p:ph idx="29" type="body"/>
          </p:nvPr>
        </p:nvSpPr>
        <p:spPr>
          <a:xfrm>
            <a:off x="10816165"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45"/>
          <p:cNvSpPr txBox="1"/>
          <p:nvPr>
            <p:ph idx="30" type="body"/>
          </p:nvPr>
        </p:nvSpPr>
        <p:spPr>
          <a:xfrm>
            <a:off x="11288182" y="3597398"/>
            <a:ext cx="377825" cy="201776"/>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 name="Google Shape;232;p45"/>
          <p:cNvSpPr txBox="1"/>
          <p:nvPr>
            <p:ph idx="31" type="body"/>
          </p:nvPr>
        </p:nvSpPr>
        <p:spPr>
          <a:xfrm>
            <a:off x="5360988" y="2190750"/>
            <a:ext cx="1793875" cy="561975"/>
          </a:xfrm>
          <a:prstGeom prst="rect">
            <a:avLst/>
          </a:prstGeom>
          <a:solidFill>
            <a:srgbClr val="F2F2F2"/>
          </a:solidFill>
          <a:ln>
            <a:noFill/>
          </a:ln>
        </p:spPr>
        <p:txBody>
          <a:bodyPr anchorCtr="0" anchor="t" bIns="0" lIns="0" spcFirstLastPara="1" rIns="0" wrap="square" tIns="36000">
            <a:noAutofit/>
          </a:bodyPr>
          <a:lstStyle>
            <a:lvl1pPr indent="-228600" lvl="0" marL="457200" algn="ctr">
              <a:lnSpc>
                <a:spcPct val="100000"/>
              </a:lnSpc>
              <a:spcBef>
                <a:spcPts val="1000"/>
              </a:spcBef>
              <a:spcAft>
                <a:spcPts val="0"/>
              </a:spcAft>
              <a:buSzPts val="1600"/>
              <a:buNone/>
              <a:defRPr sz="16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 name="Google Shape;233;p45"/>
          <p:cNvSpPr txBox="1"/>
          <p:nvPr>
            <p:ph idx="32" type="body"/>
          </p:nvPr>
        </p:nvSpPr>
        <p:spPr>
          <a:xfrm>
            <a:off x="5412717" y="2505005"/>
            <a:ext cx="1690417" cy="22467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200"/>
              <a:buNone/>
              <a:defRPr sz="12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3 Members">
  <p:cSld name="Team 3 Members">
    <p:spTree>
      <p:nvGrpSpPr>
        <p:cNvPr id="234" name="Shape 234"/>
        <p:cNvGrpSpPr/>
        <p:nvPr/>
      </p:nvGrpSpPr>
      <p:grpSpPr>
        <a:xfrm>
          <a:off x="0" y="0"/>
          <a:ext cx="0" cy="0"/>
          <a:chOff x="0" y="0"/>
          <a:chExt cx="0" cy="0"/>
        </a:xfrm>
      </p:grpSpPr>
      <p:sp>
        <p:nvSpPr>
          <p:cNvPr id="235" name="Google Shape;235;p46"/>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 name="Google Shape;236;p46"/>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46"/>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38" name="Google Shape;238;p46"/>
          <p:cNvSpPr/>
          <p:nvPr>
            <p:ph idx="2" type="pic"/>
          </p:nvPr>
        </p:nvSpPr>
        <p:spPr>
          <a:xfrm>
            <a:off x="431799" y="2319681"/>
            <a:ext cx="1352367" cy="1352367"/>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39" name="Google Shape;239;p46"/>
          <p:cNvSpPr txBox="1"/>
          <p:nvPr>
            <p:ph idx="1" type="body"/>
          </p:nvPr>
        </p:nvSpPr>
        <p:spPr>
          <a:xfrm>
            <a:off x="1974854" y="2485913"/>
            <a:ext cx="2124000" cy="701538"/>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 name="Google Shape;240;p46"/>
          <p:cNvSpPr txBox="1"/>
          <p:nvPr>
            <p:ph idx="3" type="body"/>
          </p:nvPr>
        </p:nvSpPr>
        <p:spPr>
          <a:xfrm>
            <a:off x="1974854" y="3904988"/>
            <a:ext cx="2124000" cy="180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 name="Google Shape;241;p46"/>
          <p:cNvSpPr txBox="1"/>
          <p:nvPr>
            <p:ph idx="4"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46"/>
          <p:cNvSpPr txBox="1"/>
          <p:nvPr>
            <p:ph idx="5" type="body"/>
          </p:nvPr>
        </p:nvSpPr>
        <p:spPr>
          <a:xfrm>
            <a:off x="1974854" y="3461032"/>
            <a:ext cx="2124000" cy="2458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Font typeface="Arial"/>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6"/>
          <p:cNvSpPr/>
          <p:nvPr>
            <p:ph idx="6" type="pic"/>
          </p:nvPr>
        </p:nvSpPr>
        <p:spPr>
          <a:xfrm>
            <a:off x="4268028" y="2319681"/>
            <a:ext cx="1352367" cy="1352367"/>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44" name="Google Shape;244;p46"/>
          <p:cNvSpPr txBox="1"/>
          <p:nvPr>
            <p:ph idx="7" type="body"/>
          </p:nvPr>
        </p:nvSpPr>
        <p:spPr>
          <a:xfrm>
            <a:off x="5811083" y="2485913"/>
            <a:ext cx="2124000" cy="701538"/>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46"/>
          <p:cNvSpPr txBox="1"/>
          <p:nvPr>
            <p:ph idx="8" type="body"/>
          </p:nvPr>
        </p:nvSpPr>
        <p:spPr>
          <a:xfrm>
            <a:off x="5811083" y="3904988"/>
            <a:ext cx="2124000" cy="180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46"/>
          <p:cNvSpPr txBox="1"/>
          <p:nvPr>
            <p:ph idx="9" type="body"/>
          </p:nvPr>
        </p:nvSpPr>
        <p:spPr>
          <a:xfrm>
            <a:off x="5811083" y="3461032"/>
            <a:ext cx="2124000" cy="2458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Font typeface="Arial"/>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46"/>
          <p:cNvSpPr/>
          <p:nvPr>
            <p:ph idx="13" type="pic"/>
          </p:nvPr>
        </p:nvSpPr>
        <p:spPr>
          <a:xfrm>
            <a:off x="8112825" y="2319681"/>
            <a:ext cx="1352367" cy="1352367"/>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48" name="Google Shape;248;p46"/>
          <p:cNvSpPr txBox="1"/>
          <p:nvPr>
            <p:ph idx="14" type="body"/>
          </p:nvPr>
        </p:nvSpPr>
        <p:spPr>
          <a:xfrm>
            <a:off x="9647313" y="2485913"/>
            <a:ext cx="2124000" cy="701538"/>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46"/>
          <p:cNvSpPr txBox="1"/>
          <p:nvPr>
            <p:ph idx="15" type="body"/>
          </p:nvPr>
        </p:nvSpPr>
        <p:spPr>
          <a:xfrm>
            <a:off x="9647313" y="3904988"/>
            <a:ext cx="2124000" cy="180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 name="Google Shape;250;p46"/>
          <p:cNvSpPr txBox="1"/>
          <p:nvPr>
            <p:ph idx="16" type="body"/>
          </p:nvPr>
        </p:nvSpPr>
        <p:spPr>
          <a:xfrm>
            <a:off x="9647313" y="3461032"/>
            <a:ext cx="2124000" cy="2458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Font typeface="Arial"/>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6 Members">
  <p:cSld name="Team 6 Members">
    <p:spTree>
      <p:nvGrpSpPr>
        <p:cNvPr id="251" name="Shape 251"/>
        <p:cNvGrpSpPr/>
        <p:nvPr/>
      </p:nvGrpSpPr>
      <p:grpSpPr>
        <a:xfrm>
          <a:off x="0" y="0"/>
          <a:ext cx="0" cy="0"/>
          <a:chOff x="0" y="0"/>
          <a:chExt cx="0" cy="0"/>
        </a:xfrm>
      </p:grpSpPr>
      <p:sp>
        <p:nvSpPr>
          <p:cNvPr id="252" name="Google Shape;252;p47"/>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47"/>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47"/>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55" name="Google Shape;255;p47"/>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 name="Google Shape;256;p47"/>
          <p:cNvSpPr txBox="1"/>
          <p:nvPr>
            <p:ph idx="2" type="body"/>
          </p:nvPr>
        </p:nvSpPr>
        <p:spPr>
          <a:xfrm>
            <a:off x="431800" y="4113808"/>
            <a:ext cx="1620000" cy="7835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 name="Google Shape;257;p47"/>
          <p:cNvSpPr txBox="1"/>
          <p:nvPr>
            <p:ph idx="3" type="body"/>
          </p:nvPr>
        </p:nvSpPr>
        <p:spPr>
          <a:xfrm>
            <a:off x="431800" y="5258975"/>
            <a:ext cx="1620000" cy="72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47"/>
          <p:cNvSpPr txBox="1"/>
          <p:nvPr>
            <p:ph idx="4" type="body"/>
          </p:nvPr>
        </p:nvSpPr>
        <p:spPr>
          <a:xfrm>
            <a:off x="2375703" y="4113808"/>
            <a:ext cx="1620000" cy="7835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47"/>
          <p:cNvSpPr txBox="1"/>
          <p:nvPr>
            <p:ph idx="5" type="body"/>
          </p:nvPr>
        </p:nvSpPr>
        <p:spPr>
          <a:xfrm>
            <a:off x="2375703" y="5258975"/>
            <a:ext cx="1620000" cy="72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p47"/>
          <p:cNvSpPr txBox="1"/>
          <p:nvPr>
            <p:ph idx="6" type="body"/>
          </p:nvPr>
        </p:nvSpPr>
        <p:spPr>
          <a:xfrm>
            <a:off x="4319606" y="4113808"/>
            <a:ext cx="1620000" cy="7835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47"/>
          <p:cNvSpPr txBox="1"/>
          <p:nvPr>
            <p:ph idx="7" type="body"/>
          </p:nvPr>
        </p:nvSpPr>
        <p:spPr>
          <a:xfrm>
            <a:off x="4319606" y="5258975"/>
            <a:ext cx="1620000" cy="72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47"/>
          <p:cNvSpPr txBox="1"/>
          <p:nvPr>
            <p:ph idx="8" type="body"/>
          </p:nvPr>
        </p:nvSpPr>
        <p:spPr>
          <a:xfrm>
            <a:off x="6263509" y="4113808"/>
            <a:ext cx="1620000" cy="7835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47"/>
          <p:cNvSpPr txBox="1"/>
          <p:nvPr>
            <p:ph idx="9" type="body"/>
          </p:nvPr>
        </p:nvSpPr>
        <p:spPr>
          <a:xfrm>
            <a:off x="6263509" y="5258975"/>
            <a:ext cx="1620000" cy="72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47"/>
          <p:cNvSpPr txBox="1"/>
          <p:nvPr>
            <p:ph idx="13" type="body"/>
          </p:nvPr>
        </p:nvSpPr>
        <p:spPr>
          <a:xfrm>
            <a:off x="8207412" y="4113808"/>
            <a:ext cx="1620000" cy="7835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47"/>
          <p:cNvSpPr txBox="1"/>
          <p:nvPr>
            <p:ph idx="14" type="body"/>
          </p:nvPr>
        </p:nvSpPr>
        <p:spPr>
          <a:xfrm>
            <a:off x="8207412" y="5258975"/>
            <a:ext cx="1620000" cy="72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47"/>
          <p:cNvSpPr/>
          <p:nvPr>
            <p:ph idx="15" type="pic"/>
          </p:nvPr>
        </p:nvSpPr>
        <p:spPr>
          <a:xfrm>
            <a:off x="431800" y="2246681"/>
            <a:ext cx="1620000" cy="16200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67" name="Google Shape;267;p47"/>
          <p:cNvSpPr/>
          <p:nvPr>
            <p:ph idx="16" type="pic"/>
          </p:nvPr>
        </p:nvSpPr>
        <p:spPr>
          <a:xfrm>
            <a:off x="2375703" y="2246681"/>
            <a:ext cx="1620000" cy="16200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68" name="Google Shape;268;p47"/>
          <p:cNvSpPr/>
          <p:nvPr>
            <p:ph idx="17" type="pic"/>
          </p:nvPr>
        </p:nvSpPr>
        <p:spPr>
          <a:xfrm>
            <a:off x="4319606" y="2246681"/>
            <a:ext cx="1620000" cy="16200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69" name="Google Shape;269;p47"/>
          <p:cNvSpPr/>
          <p:nvPr>
            <p:ph idx="18" type="pic"/>
          </p:nvPr>
        </p:nvSpPr>
        <p:spPr>
          <a:xfrm>
            <a:off x="6263509" y="2246681"/>
            <a:ext cx="1620000" cy="16200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70" name="Google Shape;270;p47"/>
          <p:cNvSpPr/>
          <p:nvPr>
            <p:ph idx="19" type="pic"/>
          </p:nvPr>
        </p:nvSpPr>
        <p:spPr>
          <a:xfrm>
            <a:off x="8207412" y="2246681"/>
            <a:ext cx="1620000" cy="16200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
        <p:nvSpPr>
          <p:cNvPr id="271" name="Google Shape;271;p47"/>
          <p:cNvSpPr txBox="1"/>
          <p:nvPr>
            <p:ph idx="20" type="body"/>
          </p:nvPr>
        </p:nvSpPr>
        <p:spPr>
          <a:xfrm>
            <a:off x="10151313" y="4113808"/>
            <a:ext cx="1620000" cy="7835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2400"/>
              <a:buFont typeface="Arial"/>
              <a:buNone/>
              <a:defRPr sz="240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47"/>
          <p:cNvSpPr txBox="1"/>
          <p:nvPr>
            <p:ph idx="21" type="body"/>
          </p:nvPr>
        </p:nvSpPr>
        <p:spPr>
          <a:xfrm>
            <a:off x="10151313" y="5258975"/>
            <a:ext cx="1620000" cy="72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rgbClr val="7F7F7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47"/>
          <p:cNvSpPr/>
          <p:nvPr>
            <p:ph idx="22" type="pic"/>
          </p:nvPr>
        </p:nvSpPr>
        <p:spPr>
          <a:xfrm>
            <a:off x="10151313" y="2246681"/>
            <a:ext cx="1620000" cy="1620000"/>
          </a:xfrm>
          <a:prstGeom prst="rect">
            <a:avLst/>
          </a:prstGeom>
          <a:solidFill>
            <a:srgbClr val="F2F2F2">
              <a:alpha val="69803"/>
            </a:srgbClr>
          </a:solidFill>
          <a:ln cap="sq" cmpd="sng" w="95250">
            <a:solidFill>
              <a:srgbClr val="F2F2F2"/>
            </a:solidFill>
            <a:prstDash val="solid"/>
            <a:miter lim="800000"/>
            <a:headEnd len="sm" w="sm" type="none"/>
            <a:tailEnd len="sm" w="sm" type="none"/>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4" name="Shape 274"/>
        <p:cNvGrpSpPr/>
        <p:nvPr/>
      </p:nvGrpSpPr>
      <p:grpSpPr>
        <a:xfrm>
          <a:off x="0" y="0"/>
          <a:ext cx="0" cy="0"/>
          <a:chOff x="0" y="0"/>
          <a:chExt cx="0" cy="0"/>
        </a:xfrm>
      </p:grpSpPr>
      <p:sp>
        <p:nvSpPr>
          <p:cNvPr id="275" name="Google Shape;275;p48"/>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48"/>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2" showMasterSp="0">
  <p:cSld name="1_Title Slide 2">
    <p:bg>
      <p:bgPr>
        <a:solidFill>
          <a:srgbClr val="F2F2F2"/>
        </a:solidFill>
      </p:bgPr>
    </p:bg>
    <p:spTree>
      <p:nvGrpSpPr>
        <p:cNvPr id="277" name="Shape 277"/>
        <p:cNvGrpSpPr/>
        <p:nvPr/>
      </p:nvGrpSpPr>
      <p:grpSpPr>
        <a:xfrm>
          <a:off x="0" y="0"/>
          <a:ext cx="0" cy="0"/>
          <a:chOff x="0" y="0"/>
          <a:chExt cx="0" cy="0"/>
        </a:xfrm>
      </p:grpSpPr>
      <p:sp>
        <p:nvSpPr>
          <p:cNvPr id="278" name="Google Shape;278;p49"/>
          <p:cNvSpPr/>
          <p:nvPr>
            <p:ph idx="2" type="pic"/>
          </p:nvPr>
        </p:nvSpPr>
        <p:spPr>
          <a:xfrm>
            <a:off x="0" y="0"/>
            <a:ext cx="12192000" cy="6786563"/>
          </a:xfrm>
          <a:prstGeom prst="rect">
            <a:avLst/>
          </a:prstGeom>
          <a:solidFill>
            <a:srgbClr val="3F3F3F"/>
          </a:solidFill>
          <a:ln>
            <a:noFill/>
          </a:ln>
        </p:spPr>
      </p:sp>
      <p:sp>
        <p:nvSpPr>
          <p:cNvPr id="279" name="Google Shape;279;p49"/>
          <p:cNvSpPr/>
          <p:nvPr/>
        </p:nvSpPr>
        <p:spPr>
          <a:xfrm>
            <a:off x="6336000" y="0"/>
            <a:ext cx="3979575" cy="6786563"/>
          </a:xfrm>
          <a:prstGeom prst="rect">
            <a:avLst/>
          </a:prstGeom>
          <a:solidFill>
            <a:schemeClr val="dk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280" name="Google Shape;280;p49"/>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281" name="Google Shape;281;p49"/>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282" name="Google Shape;282;p49"/>
          <p:cNvSpPr/>
          <p:nvPr/>
        </p:nvSpPr>
        <p:spPr>
          <a:xfrm>
            <a:off x="6336000" y="0"/>
            <a:ext cx="3979575" cy="685800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283" name="Google Shape;283;p49"/>
          <p:cNvSpPr txBox="1"/>
          <p:nvPr>
            <p:ph type="ctrTitle"/>
          </p:nvPr>
        </p:nvSpPr>
        <p:spPr>
          <a:xfrm>
            <a:off x="6539896" y="2377000"/>
            <a:ext cx="3571782" cy="2387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5400"/>
              <a:buFont typeface="Arial Black"/>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49"/>
          <p:cNvSpPr txBox="1"/>
          <p:nvPr>
            <p:ph idx="1" type="subTitle"/>
          </p:nvPr>
        </p:nvSpPr>
        <p:spPr>
          <a:xfrm>
            <a:off x="6905624" y="5057775"/>
            <a:ext cx="3206053" cy="247650"/>
          </a:xfrm>
          <a:prstGeom prst="rect">
            <a:avLst/>
          </a:prstGeom>
          <a:noFill/>
          <a:ln>
            <a:noFill/>
          </a:ln>
        </p:spPr>
        <p:txBody>
          <a:bodyPr anchorCtr="0" anchor="t" bIns="0" lIns="0" spcFirstLastPara="1" rIns="0" wrap="square" tIns="0">
            <a:noAutofit/>
          </a:bodyPr>
          <a:lstStyle>
            <a:lvl1pPr lvl="0" algn="l">
              <a:lnSpc>
                <a:spcPct val="100000"/>
              </a:lnSpc>
              <a:spcBef>
                <a:spcPts val="1000"/>
              </a:spcBef>
              <a:spcAft>
                <a:spcPts val="0"/>
              </a:spcAft>
              <a:buSzPts val="1400"/>
              <a:buNone/>
              <a:defRPr sz="1400">
                <a:solidFill>
                  <a:schemeClr val="lt1"/>
                </a:solidFill>
              </a:defRPr>
            </a:lvl1pPr>
            <a:lvl2pPr lvl="1" algn="ctr">
              <a:lnSpc>
                <a:spcPct val="100000"/>
              </a:lnSpc>
              <a:spcBef>
                <a:spcPts val="500"/>
              </a:spcBef>
              <a:spcAft>
                <a:spcPts val="0"/>
              </a:spcAft>
              <a:buClr>
                <a:schemeClr val="dk2"/>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5" name="Google Shape;285;p49"/>
          <p:cNvSpPr txBox="1"/>
          <p:nvPr>
            <p:ph idx="3" type="body"/>
          </p:nvPr>
        </p:nvSpPr>
        <p:spPr>
          <a:xfrm>
            <a:off x="6905625" y="5400675"/>
            <a:ext cx="3206750" cy="24765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chemeClr val="lt1"/>
                </a:solidFill>
              </a:defRPr>
            </a:lvl1pPr>
            <a:lvl2pPr indent="-355600" lvl="1" marL="914400" algn="l">
              <a:lnSpc>
                <a:spcPct val="100000"/>
              </a:lnSpc>
              <a:spcBef>
                <a:spcPts val="500"/>
              </a:spcBef>
              <a:spcAft>
                <a:spcPts val="0"/>
              </a:spcAft>
              <a:buClr>
                <a:schemeClr val="dk2"/>
              </a:buClr>
              <a:buSzPts val="2000"/>
              <a:buChar char="•"/>
              <a:defRPr sz="2000"/>
            </a:lvl2pPr>
            <a:lvl3pPr indent="-342900" lvl="2" marL="1371600" algn="l">
              <a:lnSpc>
                <a:spcPct val="100000"/>
              </a:lnSpc>
              <a:spcBef>
                <a:spcPts val="500"/>
              </a:spcBef>
              <a:spcAft>
                <a:spcPts val="0"/>
              </a:spcAft>
              <a:buClr>
                <a:schemeClr val="dk2"/>
              </a:buClr>
              <a:buSzPts val="1800"/>
              <a:buChar char="•"/>
              <a:defRPr sz="1800"/>
            </a:lvl3pPr>
            <a:lvl4pPr indent="-330200" lvl="3" marL="1828800" algn="l">
              <a:lnSpc>
                <a:spcPct val="100000"/>
              </a:lnSpc>
              <a:spcBef>
                <a:spcPts val="500"/>
              </a:spcBef>
              <a:spcAft>
                <a:spcPts val="0"/>
              </a:spcAft>
              <a:buClr>
                <a:schemeClr val="dk2"/>
              </a:buClr>
              <a:buSzPts val="1600"/>
              <a:buChar char="•"/>
              <a:defRPr sz="1600"/>
            </a:lvl4pPr>
            <a:lvl5pPr indent="-330200" lvl="4" marL="2286000" algn="l">
              <a:lnSpc>
                <a:spcPct val="100000"/>
              </a:lnSpc>
              <a:spcBef>
                <a:spcPts val="500"/>
              </a:spcBef>
              <a:spcAft>
                <a:spcPts val="0"/>
              </a:spcAft>
              <a:buClr>
                <a:schemeClr val="dk2"/>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49"/>
          <p:cNvSpPr txBox="1"/>
          <p:nvPr>
            <p:ph idx="4" type="body"/>
          </p:nvPr>
        </p:nvSpPr>
        <p:spPr>
          <a:xfrm>
            <a:off x="6905625" y="5751513"/>
            <a:ext cx="3206750" cy="24765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400"/>
              <a:buNone/>
              <a:defRPr sz="1400">
                <a:solidFill>
                  <a:schemeClr val="lt1"/>
                </a:solidFill>
              </a:defRPr>
            </a:lvl1pPr>
            <a:lvl2pPr indent="-355600" lvl="1" marL="914400" algn="l">
              <a:lnSpc>
                <a:spcPct val="100000"/>
              </a:lnSpc>
              <a:spcBef>
                <a:spcPts val="500"/>
              </a:spcBef>
              <a:spcAft>
                <a:spcPts val="0"/>
              </a:spcAft>
              <a:buClr>
                <a:schemeClr val="dk2"/>
              </a:buClr>
              <a:buSzPts val="2000"/>
              <a:buChar char="•"/>
              <a:defRPr sz="2000"/>
            </a:lvl2pPr>
            <a:lvl3pPr indent="-342900" lvl="2" marL="1371600" algn="l">
              <a:lnSpc>
                <a:spcPct val="100000"/>
              </a:lnSpc>
              <a:spcBef>
                <a:spcPts val="500"/>
              </a:spcBef>
              <a:spcAft>
                <a:spcPts val="0"/>
              </a:spcAft>
              <a:buClr>
                <a:schemeClr val="dk2"/>
              </a:buClr>
              <a:buSzPts val="1800"/>
              <a:buChar char="•"/>
              <a:defRPr sz="1800"/>
            </a:lvl3pPr>
            <a:lvl4pPr indent="-330200" lvl="3" marL="1828800" algn="l">
              <a:lnSpc>
                <a:spcPct val="100000"/>
              </a:lnSpc>
              <a:spcBef>
                <a:spcPts val="500"/>
              </a:spcBef>
              <a:spcAft>
                <a:spcPts val="0"/>
              </a:spcAft>
              <a:buClr>
                <a:schemeClr val="dk2"/>
              </a:buClr>
              <a:buSzPts val="1600"/>
              <a:buChar char="•"/>
              <a:defRPr sz="1600"/>
            </a:lvl4pPr>
            <a:lvl5pPr indent="-330200" lvl="4" marL="2286000" algn="l">
              <a:lnSpc>
                <a:spcPct val="100000"/>
              </a:lnSpc>
              <a:spcBef>
                <a:spcPts val="500"/>
              </a:spcBef>
              <a:spcAft>
                <a:spcPts val="0"/>
              </a:spcAft>
              <a:buClr>
                <a:schemeClr val="dk2"/>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bile App Previews">
  <p:cSld name="Mobile App Previews">
    <p:spTree>
      <p:nvGrpSpPr>
        <p:cNvPr id="287" name="Shape 287"/>
        <p:cNvGrpSpPr/>
        <p:nvPr/>
      </p:nvGrpSpPr>
      <p:grpSpPr>
        <a:xfrm>
          <a:off x="0" y="0"/>
          <a:ext cx="0" cy="0"/>
          <a:chOff x="0" y="0"/>
          <a:chExt cx="0" cy="0"/>
        </a:xfrm>
      </p:grpSpPr>
      <p:pic>
        <p:nvPicPr>
          <p:cNvPr descr="Screen of a cell phone&#10;&#10;Description generated with high confidence" id="288" name="Google Shape;288;p50"/>
          <p:cNvPicPr preferRelativeResize="0"/>
          <p:nvPr/>
        </p:nvPicPr>
        <p:blipFill rotWithShape="1">
          <a:blip r:embed="rId2">
            <a:alphaModFix/>
          </a:blip>
          <a:srcRect b="0" l="0" r="0" t="0"/>
          <a:stretch/>
        </p:blipFill>
        <p:spPr>
          <a:xfrm>
            <a:off x="233307" y="915497"/>
            <a:ext cx="4666142" cy="4684105"/>
          </a:xfrm>
          <a:prstGeom prst="rect">
            <a:avLst/>
          </a:prstGeom>
          <a:noFill/>
          <a:ln>
            <a:noFill/>
          </a:ln>
        </p:spPr>
      </p:pic>
      <p:pic>
        <p:nvPicPr>
          <p:cNvPr descr="Screen of a cell phone&#10;&#10;Description generated with high confidence" id="289" name="Google Shape;289;p50"/>
          <p:cNvPicPr preferRelativeResize="0"/>
          <p:nvPr/>
        </p:nvPicPr>
        <p:blipFill rotWithShape="1">
          <a:blip r:embed="rId2">
            <a:alphaModFix/>
          </a:blip>
          <a:srcRect b="0" l="0" r="0" t="0"/>
          <a:stretch/>
        </p:blipFill>
        <p:spPr>
          <a:xfrm>
            <a:off x="3762929" y="915497"/>
            <a:ext cx="4666142" cy="4684105"/>
          </a:xfrm>
          <a:prstGeom prst="rect">
            <a:avLst/>
          </a:prstGeom>
          <a:noFill/>
          <a:ln>
            <a:noFill/>
          </a:ln>
        </p:spPr>
      </p:pic>
      <p:pic>
        <p:nvPicPr>
          <p:cNvPr descr="Screen of a cell phone&#10;&#10;Description generated with high confidence" id="290" name="Google Shape;290;p50"/>
          <p:cNvPicPr preferRelativeResize="0"/>
          <p:nvPr/>
        </p:nvPicPr>
        <p:blipFill rotWithShape="1">
          <a:blip r:embed="rId2">
            <a:alphaModFix/>
          </a:blip>
          <a:srcRect b="0" l="0" r="0" t="0"/>
          <a:stretch/>
        </p:blipFill>
        <p:spPr>
          <a:xfrm>
            <a:off x="7292551" y="915497"/>
            <a:ext cx="4666142" cy="4684105"/>
          </a:xfrm>
          <a:prstGeom prst="rect">
            <a:avLst/>
          </a:prstGeom>
          <a:noFill/>
          <a:ln>
            <a:noFill/>
          </a:ln>
        </p:spPr>
      </p:pic>
      <p:sp>
        <p:nvSpPr>
          <p:cNvPr id="291" name="Google Shape;291;p50"/>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50"/>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p50"/>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94" name="Google Shape;294;p50"/>
          <p:cNvSpPr txBox="1"/>
          <p:nvPr>
            <p:ph idx="1" type="body"/>
          </p:nvPr>
        </p:nvSpPr>
        <p:spPr>
          <a:xfrm>
            <a:off x="1615505" y="5752808"/>
            <a:ext cx="1980000" cy="54894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50"/>
          <p:cNvSpPr txBox="1"/>
          <p:nvPr>
            <p:ph idx="2" type="body"/>
          </p:nvPr>
        </p:nvSpPr>
        <p:spPr>
          <a:xfrm>
            <a:off x="1615505" y="5291099"/>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50"/>
          <p:cNvSpPr txBox="1"/>
          <p:nvPr>
            <p:ph idx="3" type="body"/>
          </p:nvPr>
        </p:nvSpPr>
        <p:spPr>
          <a:xfrm>
            <a:off x="5177148" y="5752808"/>
            <a:ext cx="1980000" cy="54894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50"/>
          <p:cNvSpPr txBox="1"/>
          <p:nvPr>
            <p:ph idx="4" type="body"/>
          </p:nvPr>
        </p:nvSpPr>
        <p:spPr>
          <a:xfrm>
            <a:off x="5177148" y="5291099"/>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 name="Google Shape;298;p50"/>
          <p:cNvSpPr txBox="1"/>
          <p:nvPr>
            <p:ph idx="5" type="body"/>
          </p:nvPr>
        </p:nvSpPr>
        <p:spPr>
          <a:xfrm>
            <a:off x="8699878" y="5752808"/>
            <a:ext cx="1980000" cy="548945"/>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400"/>
              <a:buFont typeface="Arial"/>
              <a:buNone/>
              <a:defRPr sz="14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 name="Google Shape;299;p50"/>
          <p:cNvSpPr txBox="1"/>
          <p:nvPr>
            <p:ph idx="6" type="body"/>
          </p:nvPr>
        </p:nvSpPr>
        <p:spPr>
          <a:xfrm>
            <a:off x="8699878" y="5291099"/>
            <a:ext cx="1980000" cy="360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1000"/>
              </a:spcBef>
              <a:spcAft>
                <a:spcPts val="0"/>
              </a:spcAft>
              <a:buSzPts val="1800"/>
              <a:buFont typeface="Arial"/>
              <a:buNone/>
              <a:defRPr>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50"/>
          <p:cNvSpPr/>
          <p:nvPr>
            <p:ph idx="7" type="pic"/>
          </p:nvPr>
        </p:nvSpPr>
        <p:spPr>
          <a:xfrm>
            <a:off x="1751679" y="1450182"/>
            <a:ext cx="1772571" cy="3183732"/>
          </a:xfrm>
          <a:prstGeom prst="rect">
            <a:avLst/>
          </a:prstGeom>
          <a:solidFill>
            <a:srgbClr val="F2F2F2">
              <a:alpha val="69803"/>
            </a:srgbClr>
          </a:solidFill>
          <a:ln>
            <a:noFill/>
          </a:ln>
        </p:spPr>
      </p:sp>
      <p:sp>
        <p:nvSpPr>
          <p:cNvPr id="301" name="Google Shape;301;p50"/>
          <p:cNvSpPr/>
          <p:nvPr>
            <p:ph idx="8" type="pic"/>
          </p:nvPr>
        </p:nvSpPr>
        <p:spPr>
          <a:xfrm>
            <a:off x="5281301" y="1450182"/>
            <a:ext cx="1772571" cy="3183732"/>
          </a:xfrm>
          <a:prstGeom prst="rect">
            <a:avLst/>
          </a:prstGeom>
          <a:solidFill>
            <a:srgbClr val="F2F2F2">
              <a:alpha val="69803"/>
            </a:srgbClr>
          </a:solidFill>
          <a:ln>
            <a:noFill/>
          </a:ln>
        </p:spPr>
      </p:sp>
      <p:sp>
        <p:nvSpPr>
          <p:cNvPr id="302" name="Google Shape;302;p50"/>
          <p:cNvSpPr/>
          <p:nvPr>
            <p:ph idx="9" type="pic"/>
          </p:nvPr>
        </p:nvSpPr>
        <p:spPr>
          <a:xfrm>
            <a:off x="8810923" y="1450182"/>
            <a:ext cx="1772571" cy="3183732"/>
          </a:xfrm>
          <a:prstGeom prst="rect">
            <a:avLst/>
          </a:prstGeom>
          <a:solidFill>
            <a:srgbClr val="F2F2F2">
              <a:alpha val="69803"/>
            </a:srgbClr>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
  <p:cSld name="Testimonial">
    <p:spTree>
      <p:nvGrpSpPr>
        <p:cNvPr id="303" name="Shape 303"/>
        <p:cNvGrpSpPr/>
        <p:nvPr/>
      </p:nvGrpSpPr>
      <p:grpSpPr>
        <a:xfrm>
          <a:off x="0" y="0"/>
          <a:ext cx="0" cy="0"/>
          <a:chOff x="0" y="0"/>
          <a:chExt cx="0" cy="0"/>
        </a:xfrm>
      </p:grpSpPr>
      <p:sp>
        <p:nvSpPr>
          <p:cNvPr id="304" name="Google Shape;304;p51"/>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51"/>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51"/>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07" name="Google Shape;307;p51"/>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800"/>
              <a:buNone/>
              <a:defRPr/>
            </a:lvl1pPr>
            <a:lvl2pPr indent="-228600" lvl="1" marL="914400" algn="l">
              <a:lnSpc>
                <a:spcPct val="100000"/>
              </a:lnSpc>
              <a:spcBef>
                <a:spcPts val="500"/>
              </a:spcBef>
              <a:spcAft>
                <a:spcPts val="0"/>
              </a:spcAft>
              <a:buClr>
                <a:schemeClr val="dk2"/>
              </a:buClr>
              <a:buSzPts val="1600"/>
              <a:buNone/>
              <a:defRPr/>
            </a:lvl2pPr>
            <a:lvl3pPr indent="-228600" lvl="2" marL="1371600" algn="l">
              <a:lnSpc>
                <a:spcPct val="100000"/>
              </a:lnSpc>
              <a:spcBef>
                <a:spcPts val="500"/>
              </a:spcBef>
              <a:spcAft>
                <a:spcPts val="0"/>
              </a:spcAft>
              <a:buClr>
                <a:schemeClr val="dk2"/>
              </a:buClr>
              <a:buSzPts val="1600"/>
              <a:buNone/>
              <a:defRPr/>
            </a:lvl3pPr>
            <a:lvl4pPr indent="-228600" lvl="3" marL="1828800" algn="l">
              <a:lnSpc>
                <a:spcPct val="100000"/>
              </a:lnSpc>
              <a:spcBef>
                <a:spcPts val="500"/>
              </a:spcBef>
              <a:spcAft>
                <a:spcPts val="0"/>
              </a:spcAft>
              <a:buClr>
                <a:schemeClr val="dk2"/>
              </a:buClr>
              <a:buSzPts val="1400"/>
              <a:buNone/>
              <a:defRPr/>
            </a:lvl4pPr>
            <a:lvl5pPr indent="-228600" lvl="4" marL="2286000" algn="l">
              <a:lnSpc>
                <a:spcPct val="10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51"/>
          <p:cNvSpPr txBox="1"/>
          <p:nvPr>
            <p:ph idx="2" type="body"/>
          </p:nvPr>
        </p:nvSpPr>
        <p:spPr>
          <a:xfrm>
            <a:off x="431800" y="1836744"/>
            <a:ext cx="3541655" cy="2224950"/>
          </a:xfrm>
          <a:prstGeom prst="rect">
            <a:avLst/>
          </a:prstGeom>
          <a:solidFill>
            <a:srgbClr val="F2F2F2"/>
          </a:solidFill>
          <a:ln>
            <a:noFill/>
          </a:ln>
        </p:spPr>
        <p:txBody>
          <a:bodyPr anchorCtr="0" anchor="ctr" bIns="180000" lIns="180000" spcFirstLastPara="1" rIns="180000" wrap="square" tIns="180000">
            <a:noAutofit/>
          </a:bodyPr>
          <a:lstStyle>
            <a:lvl1pPr indent="-228600" lvl="0" marL="457200" algn="ctr">
              <a:lnSpc>
                <a:spcPct val="100000"/>
              </a:lnSpc>
              <a:spcBef>
                <a:spcPts val="1000"/>
              </a:spcBef>
              <a:spcAft>
                <a:spcPts val="0"/>
              </a:spcAft>
              <a:buSzPts val="1800"/>
              <a:buNone/>
              <a:defRPr i="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 name="Google Shape;309;p51"/>
          <p:cNvSpPr txBox="1"/>
          <p:nvPr>
            <p:ph idx="3" type="body"/>
          </p:nvPr>
        </p:nvSpPr>
        <p:spPr>
          <a:xfrm>
            <a:off x="582556" y="3693626"/>
            <a:ext cx="3251132" cy="231102"/>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1000"/>
              </a:spcBef>
              <a:spcAft>
                <a:spcPts val="0"/>
              </a:spcAft>
              <a:buSzPts val="1200"/>
              <a:buFont typeface="Arial"/>
              <a:buNone/>
              <a:defRPr sz="12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 name="Google Shape;310;p51"/>
          <p:cNvSpPr txBox="1"/>
          <p:nvPr>
            <p:ph idx="4" type="body"/>
          </p:nvPr>
        </p:nvSpPr>
        <p:spPr>
          <a:xfrm>
            <a:off x="4325172" y="3591659"/>
            <a:ext cx="3541655" cy="2224950"/>
          </a:xfrm>
          <a:prstGeom prst="rect">
            <a:avLst/>
          </a:prstGeom>
          <a:solidFill>
            <a:srgbClr val="F2F2F2"/>
          </a:solidFill>
          <a:ln>
            <a:noFill/>
          </a:ln>
        </p:spPr>
        <p:txBody>
          <a:bodyPr anchorCtr="0" anchor="ctr" bIns="180000" lIns="180000" spcFirstLastPara="1" rIns="180000" wrap="square" tIns="180000">
            <a:noAutofit/>
          </a:bodyPr>
          <a:lstStyle>
            <a:lvl1pPr indent="-228600" lvl="0" marL="457200" algn="ctr">
              <a:lnSpc>
                <a:spcPct val="100000"/>
              </a:lnSpc>
              <a:spcBef>
                <a:spcPts val="1000"/>
              </a:spcBef>
              <a:spcAft>
                <a:spcPts val="0"/>
              </a:spcAft>
              <a:buSzPts val="1800"/>
              <a:buNone/>
              <a:defRPr i="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 name="Google Shape;311;p51"/>
          <p:cNvSpPr txBox="1"/>
          <p:nvPr>
            <p:ph idx="5" type="body"/>
          </p:nvPr>
        </p:nvSpPr>
        <p:spPr>
          <a:xfrm>
            <a:off x="4468052" y="5448541"/>
            <a:ext cx="3251132" cy="231102"/>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1000"/>
              </a:spcBef>
              <a:spcAft>
                <a:spcPts val="0"/>
              </a:spcAft>
              <a:buSzPts val="1200"/>
              <a:buFont typeface="Arial"/>
              <a:buNone/>
              <a:defRPr sz="12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 name="Google Shape;312;p51"/>
          <p:cNvSpPr txBox="1"/>
          <p:nvPr>
            <p:ph idx="6" type="body"/>
          </p:nvPr>
        </p:nvSpPr>
        <p:spPr>
          <a:xfrm>
            <a:off x="8218545" y="1836744"/>
            <a:ext cx="3541655" cy="2224950"/>
          </a:xfrm>
          <a:prstGeom prst="rect">
            <a:avLst/>
          </a:prstGeom>
          <a:solidFill>
            <a:srgbClr val="F2F2F2"/>
          </a:solidFill>
          <a:ln>
            <a:noFill/>
          </a:ln>
        </p:spPr>
        <p:txBody>
          <a:bodyPr anchorCtr="0" anchor="ctr" bIns="180000" lIns="180000" spcFirstLastPara="1" rIns="180000" wrap="square" tIns="180000">
            <a:noAutofit/>
          </a:bodyPr>
          <a:lstStyle>
            <a:lvl1pPr indent="-228600" lvl="0" marL="457200" algn="ctr">
              <a:lnSpc>
                <a:spcPct val="100000"/>
              </a:lnSpc>
              <a:spcBef>
                <a:spcPts val="1000"/>
              </a:spcBef>
              <a:spcAft>
                <a:spcPts val="0"/>
              </a:spcAft>
              <a:buSzPts val="1800"/>
              <a:buNone/>
              <a:defRPr i="0"/>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51"/>
          <p:cNvSpPr txBox="1"/>
          <p:nvPr>
            <p:ph idx="7" type="body"/>
          </p:nvPr>
        </p:nvSpPr>
        <p:spPr>
          <a:xfrm>
            <a:off x="8369301" y="3693626"/>
            <a:ext cx="3251132" cy="231102"/>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1000"/>
              </a:spcBef>
              <a:spcAft>
                <a:spcPts val="0"/>
              </a:spcAft>
              <a:buSzPts val="1200"/>
              <a:buFont typeface="Arial"/>
              <a:buNone/>
              <a:defRPr sz="1200">
                <a:solidFill>
                  <a:srgbClr val="3F3F3F"/>
                </a:solidFill>
              </a:defRPr>
            </a:lvl1pPr>
            <a:lvl2pPr indent="-342900" lvl="1" marL="914400" algn="l">
              <a:lnSpc>
                <a:spcPct val="100000"/>
              </a:lnSpc>
              <a:spcBef>
                <a:spcPts val="500"/>
              </a:spcBef>
              <a:spcAft>
                <a:spcPts val="0"/>
              </a:spcAft>
              <a:buClr>
                <a:schemeClr val="dk2"/>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rgbClr val="F2F2F2"/>
        </a:solidFill>
      </p:bgPr>
    </p:bg>
    <p:spTree>
      <p:nvGrpSpPr>
        <p:cNvPr id="314" name="Shape 314"/>
        <p:cNvGrpSpPr/>
        <p:nvPr/>
      </p:nvGrpSpPr>
      <p:grpSpPr>
        <a:xfrm>
          <a:off x="0" y="0"/>
          <a:ext cx="0" cy="0"/>
          <a:chOff x="0" y="0"/>
          <a:chExt cx="0" cy="0"/>
        </a:xfrm>
      </p:grpSpPr>
      <p:sp>
        <p:nvSpPr>
          <p:cNvPr id="315" name="Google Shape;315;p52"/>
          <p:cNvSpPr/>
          <p:nvPr/>
        </p:nvSpPr>
        <p:spPr>
          <a:xfrm>
            <a:off x="0" y="0"/>
            <a:ext cx="12192000" cy="6365362"/>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16" name="Google Shape;316;p52"/>
          <p:cNvSpPr/>
          <p:nvPr/>
        </p:nvSpPr>
        <p:spPr>
          <a:xfrm>
            <a:off x="432000" y="1"/>
            <a:ext cx="11760000" cy="6365362"/>
          </a:xfrm>
          <a:prstGeom prst="rect">
            <a:avLst/>
          </a:prstGeom>
          <a:gradFill>
            <a:gsLst>
              <a:gs pos="0">
                <a:srgbClr val="000000">
                  <a:alpha val="60000"/>
                </a:srgbClr>
              </a:gs>
              <a:gs pos="36000">
                <a:srgbClr val="000000">
                  <a:alpha val="60000"/>
                </a:srgbClr>
              </a:gs>
              <a:gs pos="100000">
                <a:schemeClr val="dk1"/>
              </a:gs>
            </a:gsLst>
            <a:lin ang="3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17" name="Google Shape;317;p52"/>
          <p:cNvSpPr txBox="1"/>
          <p:nvPr>
            <p:ph type="ctrTitle"/>
          </p:nvPr>
        </p:nvSpPr>
        <p:spPr>
          <a:xfrm>
            <a:off x="680728" y="2377000"/>
            <a:ext cx="6299682" cy="2387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200"/>
              <a:buFont typeface="Arial Black"/>
              <a:buNone/>
              <a:defRPr sz="4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52"/>
          <p:cNvSpPr txBox="1"/>
          <p:nvPr>
            <p:ph idx="1" type="subTitle"/>
          </p:nvPr>
        </p:nvSpPr>
        <p:spPr>
          <a:xfrm>
            <a:off x="680728" y="4962525"/>
            <a:ext cx="6299682" cy="1219200"/>
          </a:xfrm>
          <a:prstGeom prst="rect">
            <a:avLst/>
          </a:prstGeom>
          <a:noFill/>
          <a:ln>
            <a:noFill/>
          </a:ln>
        </p:spPr>
        <p:txBody>
          <a:bodyPr anchorCtr="0" anchor="t" bIns="0" lIns="0" spcFirstLastPara="1" rIns="0" wrap="square" tIns="0">
            <a:noAutofit/>
          </a:bodyPr>
          <a:lstStyle>
            <a:lvl1pPr lvl="0" algn="l">
              <a:lnSpc>
                <a:spcPct val="100000"/>
              </a:lnSpc>
              <a:spcBef>
                <a:spcPts val="1000"/>
              </a:spcBef>
              <a:spcAft>
                <a:spcPts val="0"/>
              </a:spcAft>
              <a:buSzPts val="2400"/>
              <a:buNone/>
              <a:defRPr sz="2400">
                <a:solidFill>
                  <a:schemeClr val="lt1"/>
                </a:solidFill>
              </a:defRPr>
            </a:lvl1pPr>
            <a:lvl2pPr lvl="1" algn="ctr">
              <a:lnSpc>
                <a:spcPct val="100000"/>
              </a:lnSpc>
              <a:spcBef>
                <a:spcPts val="500"/>
              </a:spcBef>
              <a:spcAft>
                <a:spcPts val="0"/>
              </a:spcAft>
              <a:buClr>
                <a:schemeClr val="dk2"/>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9" name="Google Shape;319;p52"/>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20" name="Google Shape;320;p52"/>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21" name="Google Shape;321;p52"/>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22" name="Google Shape;322;p52"/>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solidFill>
          <a:schemeClr val="lt1"/>
        </a:solidFill>
      </p:bgPr>
    </p:bg>
    <p:spTree>
      <p:nvGrpSpPr>
        <p:cNvPr id="323" name="Shape 323"/>
        <p:cNvGrpSpPr/>
        <p:nvPr/>
      </p:nvGrpSpPr>
      <p:grpSpPr>
        <a:xfrm>
          <a:off x="0" y="0"/>
          <a:ext cx="0" cy="0"/>
          <a:chOff x="0" y="0"/>
          <a:chExt cx="0" cy="0"/>
        </a:xfrm>
      </p:grpSpPr>
      <p:sp>
        <p:nvSpPr>
          <p:cNvPr id="324" name="Google Shape;324;p53"/>
          <p:cNvSpPr/>
          <p:nvPr/>
        </p:nvSpPr>
        <p:spPr>
          <a:xfrm>
            <a:off x="5353050" y="1"/>
            <a:ext cx="6406950" cy="6857998"/>
          </a:xfrm>
          <a:prstGeom prst="rect">
            <a:avLst/>
          </a:prstGeom>
          <a:gradFill>
            <a:gsLst>
              <a:gs pos="0">
                <a:srgbClr val="3F3F3F"/>
              </a:gs>
              <a:gs pos="100000">
                <a:schemeClr val="dk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25" name="Google Shape;325;p53"/>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26" name="Google Shape;326;p53"/>
          <p:cNvSpPr txBox="1"/>
          <p:nvPr>
            <p:ph idx="11" type="ftr"/>
          </p:nvPr>
        </p:nvSpPr>
        <p:spPr>
          <a:xfrm>
            <a:off x="432000" y="6365363"/>
            <a:ext cx="4416225"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7" name="Google Shape;327;p53"/>
          <p:cNvSpPr txBox="1"/>
          <p:nvPr>
            <p:ph type="title"/>
          </p:nvPr>
        </p:nvSpPr>
        <p:spPr>
          <a:xfrm>
            <a:off x="839788" y="457200"/>
            <a:ext cx="3932237"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rgbClr val="3F3F3F"/>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53"/>
          <p:cNvSpPr txBox="1"/>
          <p:nvPr>
            <p:ph idx="1" type="body"/>
          </p:nvPr>
        </p:nvSpPr>
        <p:spPr>
          <a:xfrm>
            <a:off x="839788" y="2057400"/>
            <a:ext cx="3932237" cy="38115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600"/>
              <a:buNone/>
              <a:defRPr sz="1600"/>
            </a:lvl1pPr>
            <a:lvl2pPr indent="-228600" lvl="1" marL="914400" algn="l">
              <a:lnSpc>
                <a:spcPct val="100000"/>
              </a:lnSpc>
              <a:spcBef>
                <a:spcPts val="500"/>
              </a:spcBef>
              <a:spcAft>
                <a:spcPts val="0"/>
              </a:spcAft>
              <a:buClr>
                <a:schemeClr val="dk2"/>
              </a:buClr>
              <a:buSzPts val="1400"/>
              <a:buNone/>
              <a:defRPr sz="1400"/>
            </a:lvl2pPr>
            <a:lvl3pPr indent="-228600" lvl="2" marL="1371600" algn="l">
              <a:lnSpc>
                <a:spcPct val="100000"/>
              </a:lnSpc>
              <a:spcBef>
                <a:spcPts val="500"/>
              </a:spcBef>
              <a:spcAft>
                <a:spcPts val="0"/>
              </a:spcAft>
              <a:buClr>
                <a:schemeClr val="dk2"/>
              </a:buClr>
              <a:buSzPts val="1200"/>
              <a:buNone/>
              <a:defRPr sz="1200"/>
            </a:lvl3pPr>
            <a:lvl4pPr indent="-228600" lvl="3" marL="1828800" algn="l">
              <a:lnSpc>
                <a:spcPct val="100000"/>
              </a:lnSpc>
              <a:spcBef>
                <a:spcPts val="500"/>
              </a:spcBef>
              <a:spcAft>
                <a:spcPts val="0"/>
              </a:spcAft>
              <a:buClr>
                <a:schemeClr val="dk2"/>
              </a:buClr>
              <a:buSzPts val="1000"/>
              <a:buNone/>
              <a:defRPr sz="1000"/>
            </a:lvl4pPr>
            <a:lvl5pPr indent="-228600" lvl="4" marL="2286000" algn="l">
              <a:lnSpc>
                <a:spcPct val="10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29" name="Google Shape;329;p53"/>
          <p:cNvSpPr txBox="1"/>
          <p:nvPr>
            <p:ph idx="2" type="body"/>
          </p:nvPr>
        </p:nvSpPr>
        <p:spPr>
          <a:xfrm>
            <a:off x="5805962" y="457200"/>
            <a:ext cx="5501126" cy="5411787"/>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1000"/>
              </a:spcBef>
              <a:spcAft>
                <a:spcPts val="0"/>
              </a:spcAft>
              <a:buClr>
                <a:schemeClr val="lt1"/>
              </a:buClr>
              <a:buSzPts val="2400"/>
              <a:buChar char="○"/>
              <a:defRPr sz="2400">
                <a:solidFill>
                  <a:schemeClr val="lt1"/>
                </a:solidFill>
              </a:defRPr>
            </a:lvl1pPr>
            <a:lvl2pPr indent="-355600" lvl="1" marL="914400" algn="l">
              <a:lnSpc>
                <a:spcPct val="100000"/>
              </a:lnSpc>
              <a:spcBef>
                <a:spcPts val="500"/>
              </a:spcBef>
              <a:spcAft>
                <a:spcPts val="0"/>
              </a:spcAft>
              <a:buClr>
                <a:schemeClr val="lt1"/>
              </a:buClr>
              <a:buSzPts val="2000"/>
              <a:buChar char="•"/>
              <a:defRPr sz="2000">
                <a:solidFill>
                  <a:schemeClr val="lt1"/>
                </a:solidFill>
              </a:defRPr>
            </a:lvl2pPr>
            <a:lvl3pPr indent="-342900" lvl="2" marL="1371600" algn="l">
              <a:lnSpc>
                <a:spcPct val="100000"/>
              </a:lnSpc>
              <a:spcBef>
                <a:spcPts val="500"/>
              </a:spcBef>
              <a:spcAft>
                <a:spcPts val="0"/>
              </a:spcAft>
              <a:buClr>
                <a:schemeClr val="lt1"/>
              </a:buClr>
              <a:buSzPts val="1800"/>
              <a:buChar char="•"/>
              <a:defRPr sz="1800">
                <a:solidFill>
                  <a:schemeClr val="lt1"/>
                </a:solidFill>
              </a:defRPr>
            </a:lvl3pPr>
            <a:lvl4pPr indent="-330200" lvl="3" marL="1828800" algn="l">
              <a:lnSpc>
                <a:spcPct val="100000"/>
              </a:lnSpc>
              <a:spcBef>
                <a:spcPts val="500"/>
              </a:spcBef>
              <a:spcAft>
                <a:spcPts val="0"/>
              </a:spcAft>
              <a:buClr>
                <a:schemeClr val="lt1"/>
              </a:buClr>
              <a:buSzPts val="1600"/>
              <a:buChar char="•"/>
              <a:defRPr sz="1600">
                <a:solidFill>
                  <a:schemeClr val="lt1"/>
                </a:solidFill>
              </a:defRPr>
            </a:lvl4pPr>
            <a:lvl5pPr indent="-330200" lvl="4" marL="2286000" algn="l">
              <a:lnSpc>
                <a:spcPct val="100000"/>
              </a:lnSpc>
              <a:spcBef>
                <a:spcPts val="500"/>
              </a:spcBef>
              <a:spcAft>
                <a:spcPts val="0"/>
              </a:spcAft>
              <a:buClr>
                <a:schemeClr val="lt1"/>
              </a:buClr>
              <a:buSzPts val="1600"/>
              <a:buChar char="•"/>
              <a:defRPr sz="1600">
                <a:solidFill>
                  <a:schemeClr val="lt1"/>
                </a:solidFil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bg>
      <p:bgPr>
        <a:solidFill>
          <a:schemeClr val="lt1"/>
        </a:solidFill>
      </p:bgPr>
    </p:bg>
    <p:spTree>
      <p:nvGrpSpPr>
        <p:cNvPr id="330" name="Shape 330"/>
        <p:cNvGrpSpPr/>
        <p:nvPr/>
      </p:nvGrpSpPr>
      <p:grpSpPr>
        <a:xfrm>
          <a:off x="0" y="0"/>
          <a:ext cx="0" cy="0"/>
          <a:chOff x="0" y="0"/>
          <a:chExt cx="0" cy="0"/>
        </a:xfrm>
      </p:grpSpPr>
      <p:sp>
        <p:nvSpPr>
          <p:cNvPr id="331" name="Google Shape;331;p54"/>
          <p:cNvSpPr/>
          <p:nvPr/>
        </p:nvSpPr>
        <p:spPr>
          <a:xfrm>
            <a:off x="5353050" y="1"/>
            <a:ext cx="6406950" cy="6857998"/>
          </a:xfrm>
          <a:prstGeom prst="rect">
            <a:avLst/>
          </a:prstGeom>
          <a:gradFill>
            <a:gsLst>
              <a:gs pos="0">
                <a:srgbClr val="3F3F3F"/>
              </a:gs>
              <a:gs pos="100000">
                <a:schemeClr val="dk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32" name="Google Shape;332;p54"/>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33" name="Google Shape;333;p54"/>
          <p:cNvSpPr txBox="1"/>
          <p:nvPr>
            <p:ph idx="11" type="ftr"/>
          </p:nvPr>
        </p:nvSpPr>
        <p:spPr>
          <a:xfrm>
            <a:off x="432000" y="6365363"/>
            <a:ext cx="4416225" cy="412431"/>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4" name="Google Shape;334;p54"/>
          <p:cNvSpPr txBox="1"/>
          <p:nvPr>
            <p:ph type="title"/>
          </p:nvPr>
        </p:nvSpPr>
        <p:spPr>
          <a:xfrm>
            <a:off x="839788" y="457200"/>
            <a:ext cx="3932237"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rgbClr val="3F3F3F"/>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5" name="Google Shape;335;p54"/>
          <p:cNvSpPr txBox="1"/>
          <p:nvPr>
            <p:ph idx="1" type="body"/>
          </p:nvPr>
        </p:nvSpPr>
        <p:spPr>
          <a:xfrm>
            <a:off x="839788" y="2057400"/>
            <a:ext cx="3932237" cy="38115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SzPts val="1600"/>
              <a:buNone/>
              <a:defRPr sz="1600"/>
            </a:lvl1pPr>
            <a:lvl2pPr indent="-228600" lvl="1" marL="914400" algn="l">
              <a:lnSpc>
                <a:spcPct val="100000"/>
              </a:lnSpc>
              <a:spcBef>
                <a:spcPts val="500"/>
              </a:spcBef>
              <a:spcAft>
                <a:spcPts val="0"/>
              </a:spcAft>
              <a:buClr>
                <a:schemeClr val="dk2"/>
              </a:buClr>
              <a:buSzPts val="1400"/>
              <a:buNone/>
              <a:defRPr sz="1400"/>
            </a:lvl2pPr>
            <a:lvl3pPr indent="-228600" lvl="2" marL="1371600" algn="l">
              <a:lnSpc>
                <a:spcPct val="100000"/>
              </a:lnSpc>
              <a:spcBef>
                <a:spcPts val="500"/>
              </a:spcBef>
              <a:spcAft>
                <a:spcPts val="0"/>
              </a:spcAft>
              <a:buClr>
                <a:schemeClr val="dk2"/>
              </a:buClr>
              <a:buSzPts val="1200"/>
              <a:buNone/>
              <a:defRPr sz="1200"/>
            </a:lvl3pPr>
            <a:lvl4pPr indent="-228600" lvl="3" marL="1828800" algn="l">
              <a:lnSpc>
                <a:spcPct val="100000"/>
              </a:lnSpc>
              <a:spcBef>
                <a:spcPts val="500"/>
              </a:spcBef>
              <a:spcAft>
                <a:spcPts val="0"/>
              </a:spcAft>
              <a:buClr>
                <a:schemeClr val="dk2"/>
              </a:buClr>
              <a:buSzPts val="1000"/>
              <a:buNone/>
              <a:defRPr sz="1000"/>
            </a:lvl4pPr>
            <a:lvl5pPr indent="-228600" lvl="4" marL="2286000" algn="l">
              <a:lnSpc>
                <a:spcPct val="10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36" name="Google Shape;336;p54"/>
          <p:cNvSpPr/>
          <p:nvPr>
            <p:ph idx="2" type="pic"/>
          </p:nvPr>
        </p:nvSpPr>
        <p:spPr>
          <a:xfrm>
            <a:off x="5804181" y="457201"/>
            <a:ext cx="5504688" cy="540385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p:nvPr/>
        </p:nvSpPr>
        <p:spPr>
          <a:xfrm>
            <a:off x="0" y="6365364"/>
            <a:ext cx="12192000" cy="421200"/>
          </a:xfrm>
          <a:prstGeom prst="rect">
            <a:avLst/>
          </a:prstGeom>
          <a:gradFill>
            <a:gsLst>
              <a:gs pos="0">
                <a:srgbClr val="F2F2F2"/>
              </a:gs>
              <a:gs pos="52999">
                <a:srgbClr val="F2F2F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ahoma"/>
              <a:ea typeface="Tahoma"/>
              <a:cs typeface="Tahoma"/>
              <a:sym typeface="Tahoma"/>
            </a:endParaRPr>
          </a:p>
        </p:txBody>
      </p:sp>
      <p:sp>
        <p:nvSpPr>
          <p:cNvPr id="11" name="Google Shape;11;p24"/>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rgbClr val="3F3F3F"/>
              </a:buClr>
              <a:buSzPts val="3200"/>
              <a:buFont typeface="Arial Black"/>
              <a:buNone/>
              <a:defRPr b="0" i="0" sz="3200" u="none" cap="none" strike="noStrike">
                <a:solidFill>
                  <a:srgbClr val="3F3F3F"/>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4"/>
          <p:cNvSpPr txBox="1"/>
          <p:nvPr>
            <p:ph idx="1" type="body"/>
          </p:nvPr>
        </p:nvSpPr>
        <p:spPr>
          <a:xfrm>
            <a:off x="432000" y="1728000"/>
            <a:ext cx="11340000" cy="4351338"/>
          </a:xfrm>
          <a:prstGeom prst="rect">
            <a:avLst/>
          </a:prstGeom>
          <a:noFill/>
          <a:ln>
            <a:noFill/>
          </a:ln>
        </p:spPr>
        <p:txBody>
          <a:bodyPr anchorCtr="0" anchor="t" bIns="0" lIns="0" spcFirstLastPara="1" rIns="0" wrap="square" tIns="0">
            <a:noAutofit/>
          </a:bodyPr>
          <a:lstStyle>
            <a:lvl1pPr indent="-342900" lvl="0" marL="457200" marR="0" rtl="0" algn="l">
              <a:lnSpc>
                <a:spcPct val="100000"/>
              </a:lnSpc>
              <a:spcBef>
                <a:spcPts val="1000"/>
              </a:spcBef>
              <a:spcAft>
                <a:spcPts val="0"/>
              </a:spcAft>
              <a:buClr>
                <a:schemeClr val="accent1"/>
              </a:buClr>
              <a:buSzPts val="1800"/>
              <a:buFont typeface="Arial"/>
              <a:buChar char="○"/>
              <a:defRPr b="0" i="0" sz="1800" u="none" cap="none" strike="noStrike">
                <a:solidFill>
                  <a:schemeClr val="dk2"/>
                </a:solidFill>
                <a:latin typeface="Tahoma"/>
                <a:ea typeface="Tahoma"/>
                <a:cs typeface="Tahoma"/>
                <a:sym typeface="Tahoma"/>
              </a:defRPr>
            </a:lvl1pPr>
            <a:lvl2pPr indent="-330200" lvl="1" marL="914400" marR="0" rtl="0" algn="l">
              <a:lnSpc>
                <a:spcPct val="100000"/>
              </a:lnSpc>
              <a:spcBef>
                <a:spcPts val="500"/>
              </a:spcBef>
              <a:spcAft>
                <a:spcPts val="0"/>
              </a:spcAft>
              <a:buClr>
                <a:schemeClr val="dk2"/>
              </a:buClr>
              <a:buSzPts val="1600"/>
              <a:buFont typeface="Arial"/>
              <a:buChar char="•"/>
              <a:defRPr b="0" i="0" sz="1600" u="none" cap="none" strike="noStrike">
                <a:solidFill>
                  <a:schemeClr val="dk2"/>
                </a:solidFill>
                <a:latin typeface="Tahoma"/>
                <a:ea typeface="Tahoma"/>
                <a:cs typeface="Tahoma"/>
                <a:sym typeface="Tahoma"/>
              </a:defRPr>
            </a:lvl2pPr>
            <a:lvl3pPr indent="-330200" lvl="2" marL="1371600" marR="0" rtl="0" algn="l">
              <a:lnSpc>
                <a:spcPct val="100000"/>
              </a:lnSpc>
              <a:spcBef>
                <a:spcPts val="500"/>
              </a:spcBef>
              <a:spcAft>
                <a:spcPts val="0"/>
              </a:spcAft>
              <a:buClr>
                <a:schemeClr val="dk2"/>
              </a:buClr>
              <a:buSzPts val="1600"/>
              <a:buFont typeface="Arial"/>
              <a:buChar char="•"/>
              <a:defRPr b="0" i="0" sz="1600" u="none" cap="none" strike="noStrike">
                <a:solidFill>
                  <a:schemeClr val="dk2"/>
                </a:solidFill>
                <a:latin typeface="Tahoma"/>
                <a:ea typeface="Tahoma"/>
                <a:cs typeface="Tahoma"/>
                <a:sym typeface="Tahoma"/>
              </a:defRPr>
            </a:lvl3pPr>
            <a:lvl4pPr indent="-317500" lvl="3" marL="1828800" marR="0" rtl="0" algn="l">
              <a:lnSpc>
                <a:spcPct val="100000"/>
              </a:lnSpc>
              <a:spcBef>
                <a:spcPts val="500"/>
              </a:spcBef>
              <a:spcAft>
                <a:spcPts val="0"/>
              </a:spcAft>
              <a:buClr>
                <a:schemeClr val="dk2"/>
              </a:buClr>
              <a:buSzPts val="1400"/>
              <a:buFont typeface="Arial"/>
              <a:buChar char="•"/>
              <a:defRPr b="0" i="0" sz="1400" u="none" cap="none" strike="noStrike">
                <a:solidFill>
                  <a:schemeClr val="dk2"/>
                </a:solidFill>
                <a:latin typeface="Tahoma"/>
                <a:ea typeface="Tahoma"/>
                <a:cs typeface="Tahoma"/>
                <a:sym typeface="Tahoma"/>
              </a:defRPr>
            </a:lvl4pPr>
            <a:lvl5pPr indent="-304800" lvl="4" marL="2286000" marR="0" rtl="0" algn="l">
              <a:lnSpc>
                <a:spcPct val="100000"/>
              </a:lnSpc>
              <a:spcBef>
                <a:spcPts val="500"/>
              </a:spcBef>
              <a:spcAft>
                <a:spcPts val="0"/>
              </a:spcAft>
              <a:buClr>
                <a:schemeClr val="dk2"/>
              </a:buClr>
              <a:buSzPts val="1200"/>
              <a:buFont typeface="Arial"/>
              <a:buChar char="•"/>
              <a:defRPr b="0" i="0" sz="1200" u="none" cap="none" strike="noStrike">
                <a:solidFill>
                  <a:schemeClr val="dk2"/>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3" name="Google Shape;13;p24"/>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lvl1pPr indent="0" lvl="0" marL="0" marR="0" rtl="0" algn="ctr">
              <a:spcBef>
                <a:spcPts val="0"/>
              </a:spcBef>
              <a:buNone/>
              <a:defRPr b="0" i="0" sz="1200" u="none" cap="none" strike="noStrike">
                <a:solidFill>
                  <a:srgbClr val="595959"/>
                </a:solidFill>
                <a:latin typeface="Tahoma"/>
                <a:ea typeface="Tahoma"/>
                <a:cs typeface="Tahoma"/>
                <a:sym typeface="Tahoma"/>
              </a:defRPr>
            </a:lvl1pPr>
            <a:lvl2pPr indent="0" lvl="1" marL="0" marR="0" rtl="0" algn="ctr">
              <a:spcBef>
                <a:spcPts val="0"/>
              </a:spcBef>
              <a:buNone/>
              <a:defRPr b="0" i="0" sz="1200" u="none" cap="none" strike="noStrike">
                <a:solidFill>
                  <a:srgbClr val="595959"/>
                </a:solidFill>
                <a:latin typeface="Tahoma"/>
                <a:ea typeface="Tahoma"/>
                <a:cs typeface="Tahoma"/>
                <a:sym typeface="Tahoma"/>
              </a:defRPr>
            </a:lvl2pPr>
            <a:lvl3pPr indent="0" lvl="2" marL="0" marR="0" rtl="0" algn="ctr">
              <a:spcBef>
                <a:spcPts val="0"/>
              </a:spcBef>
              <a:buNone/>
              <a:defRPr b="0" i="0" sz="1200" u="none" cap="none" strike="noStrike">
                <a:solidFill>
                  <a:srgbClr val="595959"/>
                </a:solidFill>
                <a:latin typeface="Tahoma"/>
                <a:ea typeface="Tahoma"/>
                <a:cs typeface="Tahoma"/>
                <a:sym typeface="Tahoma"/>
              </a:defRPr>
            </a:lvl3pPr>
            <a:lvl4pPr indent="0" lvl="3" marL="0" marR="0" rtl="0" algn="ctr">
              <a:spcBef>
                <a:spcPts val="0"/>
              </a:spcBef>
              <a:buNone/>
              <a:defRPr b="0" i="0" sz="1200" u="none" cap="none" strike="noStrike">
                <a:solidFill>
                  <a:srgbClr val="595959"/>
                </a:solidFill>
                <a:latin typeface="Tahoma"/>
                <a:ea typeface="Tahoma"/>
                <a:cs typeface="Tahoma"/>
                <a:sym typeface="Tahoma"/>
              </a:defRPr>
            </a:lvl4pPr>
            <a:lvl5pPr indent="0" lvl="4" marL="0" marR="0" rtl="0" algn="ctr">
              <a:spcBef>
                <a:spcPts val="0"/>
              </a:spcBef>
              <a:buNone/>
              <a:defRPr b="0" i="0" sz="1200" u="none" cap="none" strike="noStrike">
                <a:solidFill>
                  <a:srgbClr val="595959"/>
                </a:solidFill>
                <a:latin typeface="Tahoma"/>
                <a:ea typeface="Tahoma"/>
                <a:cs typeface="Tahoma"/>
                <a:sym typeface="Tahoma"/>
              </a:defRPr>
            </a:lvl5pPr>
            <a:lvl6pPr indent="0" lvl="5" marL="0" marR="0" rtl="0" algn="ctr">
              <a:spcBef>
                <a:spcPts val="0"/>
              </a:spcBef>
              <a:buNone/>
              <a:defRPr b="0" i="0" sz="1200" u="none" cap="none" strike="noStrike">
                <a:solidFill>
                  <a:srgbClr val="595959"/>
                </a:solidFill>
                <a:latin typeface="Tahoma"/>
                <a:ea typeface="Tahoma"/>
                <a:cs typeface="Tahoma"/>
                <a:sym typeface="Tahoma"/>
              </a:defRPr>
            </a:lvl6pPr>
            <a:lvl7pPr indent="0" lvl="6" marL="0" marR="0" rtl="0" algn="ctr">
              <a:spcBef>
                <a:spcPts val="0"/>
              </a:spcBef>
              <a:buNone/>
              <a:defRPr b="0" i="0" sz="1200" u="none" cap="none" strike="noStrike">
                <a:solidFill>
                  <a:srgbClr val="595959"/>
                </a:solidFill>
                <a:latin typeface="Tahoma"/>
                <a:ea typeface="Tahoma"/>
                <a:cs typeface="Tahoma"/>
                <a:sym typeface="Tahoma"/>
              </a:defRPr>
            </a:lvl7pPr>
            <a:lvl8pPr indent="0" lvl="7" marL="0" marR="0" rtl="0" algn="ctr">
              <a:spcBef>
                <a:spcPts val="0"/>
              </a:spcBef>
              <a:buNone/>
              <a:defRPr b="0" i="0" sz="1200" u="none" cap="none" strike="noStrike">
                <a:solidFill>
                  <a:srgbClr val="595959"/>
                </a:solidFill>
                <a:latin typeface="Tahoma"/>
                <a:ea typeface="Tahoma"/>
                <a:cs typeface="Tahoma"/>
                <a:sym typeface="Tahoma"/>
              </a:defRPr>
            </a:lvl8pPr>
            <a:lvl9pPr indent="0" lvl="8" marL="0" marR="0" rtl="0" algn="ctr">
              <a:spcBef>
                <a:spcPts val="0"/>
              </a:spcBef>
              <a:buNone/>
              <a:defRPr b="0" i="0" sz="1200" u="none" cap="none" strike="noStrike">
                <a:solidFill>
                  <a:srgbClr val="595959"/>
                </a:solidFill>
                <a:latin typeface="Tahoma"/>
                <a:ea typeface="Tahoma"/>
                <a:cs typeface="Tahoma"/>
                <a:sym typeface="Tahoma"/>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24"/>
          <p:cNvSpPr txBox="1"/>
          <p:nvPr>
            <p:ph idx="11" type="ftr"/>
          </p:nvPr>
        </p:nvSpPr>
        <p:spPr>
          <a:xfrm>
            <a:off x="432000" y="6365363"/>
            <a:ext cx="5472000" cy="412431"/>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200" u="none" cap="none" strike="noStrike">
                <a:solidFill>
                  <a:srgbClr val="3F3F3F"/>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5" name="Google Shape;15;p24"/>
          <p:cNvSpPr/>
          <p:nvPr/>
        </p:nvSpPr>
        <p:spPr>
          <a:xfrm>
            <a:off x="-1" y="6786563"/>
            <a:ext cx="11771999" cy="71437"/>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ahoma"/>
              <a:ea typeface="Tahoma"/>
              <a:cs typeface="Tahoma"/>
              <a:sym typeface="Tahoma"/>
            </a:endParaRPr>
          </a:p>
        </p:txBody>
      </p:sp>
      <p:sp>
        <p:nvSpPr>
          <p:cNvPr id="16" name="Google Shape;16;p24"/>
          <p:cNvSpPr/>
          <p:nvPr/>
        </p:nvSpPr>
        <p:spPr>
          <a:xfrm>
            <a:off x="11771999" y="6786563"/>
            <a:ext cx="420000" cy="7143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ahoma"/>
              <a:ea typeface="Tahoma"/>
              <a:cs typeface="Tahoma"/>
              <a:sym typeface="Tahoma"/>
            </a:endParaRPr>
          </a:p>
        </p:txBody>
      </p:sp>
      <p:sp>
        <p:nvSpPr>
          <p:cNvPr id="17" name="Google Shape;17;p24"/>
          <p:cNvSpPr txBox="1"/>
          <p:nvPr/>
        </p:nvSpPr>
        <p:spPr>
          <a:xfrm>
            <a:off x="9529311" y="6365363"/>
            <a:ext cx="2047875" cy="42996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US" sz="1200" u="none" cap="none" strike="noStrike">
                <a:solidFill>
                  <a:srgbClr val="A5A5A5"/>
                </a:solidFill>
                <a:latin typeface="Tahoma"/>
                <a:ea typeface="Tahoma"/>
                <a:cs typeface="Tahoma"/>
                <a:sym typeface="Tahoma"/>
              </a:rPr>
              <a:t>NAME OR LOGO</a:t>
            </a:r>
            <a:endParaRPr b="0" i="0" sz="1200" u="none" cap="none" strike="noStrike">
              <a:solidFill>
                <a:srgbClr val="A5A5A5"/>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
          <p:cNvSpPr/>
          <p:nvPr/>
        </p:nvSpPr>
        <p:spPr>
          <a:xfrm>
            <a:off x="7107404" y="3804186"/>
            <a:ext cx="4660377" cy="578802"/>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Tahoma"/>
              <a:ea typeface="Tahoma"/>
              <a:cs typeface="Tahoma"/>
              <a:sym typeface="Tahoma"/>
            </a:endParaRPr>
          </a:p>
        </p:txBody>
      </p:sp>
      <p:sp>
        <p:nvSpPr>
          <p:cNvPr id="346" name="Google Shape;346;p1"/>
          <p:cNvSpPr txBox="1"/>
          <p:nvPr/>
        </p:nvSpPr>
        <p:spPr>
          <a:xfrm>
            <a:off x="6344285" y="4670425"/>
            <a:ext cx="5848350" cy="194246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2475">
                <a:solidFill>
                  <a:srgbClr val="BDEAFA"/>
                </a:solidFill>
                <a:latin typeface="Tahoma"/>
                <a:ea typeface="Tahoma"/>
                <a:cs typeface="Tahoma"/>
                <a:sym typeface="Tahoma"/>
              </a:rPr>
              <a:t>Arun Kumar</a:t>
            </a:r>
            <a:endParaRPr b="1" sz="2475">
              <a:solidFill>
                <a:srgbClr val="BDEAFA"/>
              </a:solidFill>
              <a:latin typeface="Tahoma"/>
              <a:ea typeface="Tahoma"/>
              <a:cs typeface="Tahoma"/>
              <a:sym typeface="Tahoma"/>
            </a:endParaRPr>
          </a:p>
          <a:p>
            <a:pPr indent="0" lvl="0" marL="0" marR="0" rtl="0" algn="ctr">
              <a:lnSpc>
                <a:spcPct val="100000"/>
              </a:lnSpc>
              <a:spcBef>
                <a:spcPts val="0"/>
              </a:spcBef>
              <a:spcAft>
                <a:spcPts val="0"/>
              </a:spcAft>
              <a:buNone/>
            </a:pPr>
            <a:r>
              <a:rPr b="1" lang="en-US" sz="2475">
                <a:solidFill>
                  <a:srgbClr val="BDEAFA"/>
                </a:solidFill>
                <a:latin typeface="Tahoma"/>
                <a:ea typeface="Tahoma"/>
                <a:cs typeface="Tahoma"/>
                <a:sym typeface="Tahoma"/>
              </a:rPr>
              <a:t>Senior Project Engineer</a:t>
            </a:r>
            <a:endParaRPr b="1" sz="2475">
              <a:solidFill>
                <a:srgbClr val="BDEAFA"/>
              </a:solidFill>
              <a:latin typeface="Tahoma"/>
              <a:ea typeface="Tahoma"/>
              <a:cs typeface="Tahoma"/>
              <a:sym typeface="Tahoma"/>
            </a:endParaRPr>
          </a:p>
          <a:p>
            <a:pPr indent="0" lvl="0" marL="0" marR="0" rtl="0" algn="ctr">
              <a:lnSpc>
                <a:spcPct val="100000"/>
              </a:lnSpc>
              <a:spcBef>
                <a:spcPts val="0"/>
              </a:spcBef>
              <a:spcAft>
                <a:spcPts val="0"/>
              </a:spcAft>
              <a:buNone/>
            </a:pPr>
            <a:r>
              <a:rPr b="1" lang="en-US" sz="2475">
                <a:solidFill>
                  <a:srgbClr val="BDEAFA"/>
                </a:solidFill>
                <a:latin typeface="Tahoma"/>
                <a:ea typeface="Tahoma"/>
                <a:cs typeface="Tahoma"/>
                <a:sym typeface="Tahoma"/>
              </a:rPr>
              <a:t>Software Technology &amp; Cyber Security Group</a:t>
            </a:r>
            <a:endParaRPr b="1" sz="2475">
              <a:solidFill>
                <a:srgbClr val="BDEAFA"/>
              </a:solidFill>
              <a:latin typeface="Tahoma"/>
              <a:ea typeface="Tahoma"/>
              <a:cs typeface="Tahoma"/>
              <a:sym typeface="Tahoma"/>
            </a:endParaRPr>
          </a:p>
        </p:txBody>
      </p:sp>
      <p:sp>
        <p:nvSpPr>
          <p:cNvPr id="347" name="Google Shape;347;p1"/>
          <p:cNvSpPr txBox="1"/>
          <p:nvPr>
            <p:ph idx="1" type="subTitle"/>
          </p:nvPr>
        </p:nvSpPr>
        <p:spPr>
          <a:xfrm>
            <a:off x="8210550" y="3980180"/>
            <a:ext cx="2142490" cy="402590"/>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SzPts val="2400"/>
              <a:buNone/>
            </a:pPr>
            <a:r>
              <a:rPr lang="en-US">
                <a:latin typeface="Arial Black"/>
                <a:ea typeface="Arial Black"/>
                <a:cs typeface="Arial Black"/>
                <a:sym typeface="Arial Black"/>
              </a:rPr>
              <a:t>Presenter</a:t>
            </a:r>
            <a:endParaRPr>
              <a:latin typeface="Arial Black"/>
              <a:ea typeface="Arial Black"/>
              <a:cs typeface="Arial Black"/>
              <a:sym typeface="Arial Black"/>
            </a:endParaRPr>
          </a:p>
        </p:txBody>
      </p:sp>
      <p:sp>
        <p:nvSpPr>
          <p:cNvPr id="348" name="Google Shape;348;p1"/>
          <p:cNvSpPr txBox="1"/>
          <p:nvPr>
            <p:ph type="ctrTitle"/>
          </p:nvPr>
        </p:nvSpPr>
        <p:spPr>
          <a:xfrm>
            <a:off x="431800" y="723900"/>
            <a:ext cx="5471795" cy="1570355"/>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4800"/>
              <a:buFont typeface="Arial Black"/>
              <a:buNone/>
            </a:pPr>
            <a:r>
              <a:rPr lang="en-US" sz="4800"/>
              <a:t>Linux and Operating System</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
          <p:cNvSpPr txBox="1"/>
          <p:nvPr>
            <p:ph type="title"/>
          </p:nvPr>
        </p:nvSpPr>
        <p:spPr>
          <a:xfrm>
            <a:off x="877111" y="1273862"/>
            <a:ext cx="10437779" cy="1081088"/>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4800"/>
              <a:buFont typeface="Arial Black"/>
              <a:buNone/>
            </a:pPr>
            <a:r>
              <a:rPr lang="en-US" sz="4800">
                <a:latin typeface="Arial Black"/>
                <a:ea typeface="Arial Black"/>
                <a:cs typeface="Arial Black"/>
                <a:sym typeface="Arial Black"/>
              </a:rPr>
              <a:t>Course Outline</a:t>
            </a:r>
            <a:endParaRPr sz="4800">
              <a:latin typeface="Arial Black"/>
              <a:ea typeface="Arial Black"/>
              <a:cs typeface="Arial Black"/>
              <a:sym typeface="Arial Black"/>
            </a:endParaRPr>
          </a:p>
        </p:txBody>
      </p:sp>
      <p:sp>
        <p:nvSpPr>
          <p:cNvPr id="358" name="Google Shape;358;p2"/>
          <p:cNvSpPr txBox="1"/>
          <p:nvPr/>
        </p:nvSpPr>
        <p:spPr>
          <a:xfrm>
            <a:off x="2524994" y="3861329"/>
            <a:ext cx="1110112" cy="42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1"/>
                </a:solidFill>
                <a:latin typeface="Tahoma"/>
                <a:ea typeface="Tahoma"/>
                <a:cs typeface="Tahoma"/>
                <a:sym typeface="Tahoma"/>
              </a:rPr>
              <a:t>01</a:t>
            </a:r>
            <a:endParaRPr b="1" sz="2200">
              <a:solidFill>
                <a:schemeClr val="accent1"/>
              </a:solidFill>
              <a:latin typeface="Tahoma"/>
              <a:ea typeface="Tahoma"/>
              <a:cs typeface="Tahoma"/>
              <a:sym typeface="Tahoma"/>
            </a:endParaRPr>
          </a:p>
        </p:txBody>
      </p:sp>
      <p:sp>
        <p:nvSpPr>
          <p:cNvPr id="359" name="Google Shape;359;p2"/>
          <p:cNvSpPr txBox="1"/>
          <p:nvPr/>
        </p:nvSpPr>
        <p:spPr>
          <a:xfrm>
            <a:off x="2524994" y="4356987"/>
            <a:ext cx="1110112" cy="81523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Introduction of Linux</a:t>
            </a:r>
            <a:endParaRPr sz="1065">
              <a:solidFill>
                <a:srgbClr val="3F3F3F"/>
              </a:solidFill>
              <a:latin typeface="Arial Black"/>
              <a:ea typeface="Arial Black"/>
              <a:cs typeface="Arial Black"/>
              <a:sym typeface="Arial Black"/>
            </a:endParaRPr>
          </a:p>
        </p:txBody>
      </p:sp>
      <p:cxnSp>
        <p:nvCxnSpPr>
          <p:cNvPr id="360" name="Google Shape;360;p2"/>
          <p:cNvCxnSpPr/>
          <p:nvPr/>
        </p:nvCxnSpPr>
        <p:spPr>
          <a:xfrm>
            <a:off x="3683240" y="4022648"/>
            <a:ext cx="0" cy="815239"/>
          </a:xfrm>
          <a:prstGeom prst="straightConnector1">
            <a:avLst/>
          </a:prstGeom>
          <a:noFill/>
          <a:ln cap="flat" cmpd="sng" w="12700">
            <a:solidFill>
              <a:schemeClr val="accent2"/>
            </a:solidFill>
            <a:prstDash val="solid"/>
            <a:miter lim="800000"/>
            <a:headEnd len="sm" w="sm" type="none"/>
            <a:tailEnd len="sm" w="sm" type="none"/>
          </a:ln>
        </p:spPr>
      </p:cxnSp>
      <p:cxnSp>
        <p:nvCxnSpPr>
          <p:cNvPr id="361" name="Google Shape;361;p2"/>
          <p:cNvCxnSpPr/>
          <p:nvPr/>
        </p:nvCxnSpPr>
        <p:spPr>
          <a:xfrm>
            <a:off x="4889620" y="4022648"/>
            <a:ext cx="0" cy="815239"/>
          </a:xfrm>
          <a:prstGeom prst="straightConnector1">
            <a:avLst/>
          </a:prstGeom>
          <a:noFill/>
          <a:ln cap="flat" cmpd="sng" w="12700">
            <a:solidFill>
              <a:schemeClr val="accent3"/>
            </a:solidFill>
            <a:prstDash val="solid"/>
            <a:miter lim="800000"/>
            <a:headEnd len="sm" w="sm" type="none"/>
            <a:tailEnd len="sm" w="sm" type="none"/>
          </a:ln>
        </p:spPr>
      </p:cxnSp>
      <p:cxnSp>
        <p:nvCxnSpPr>
          <p:cNvPr id="362" name="Google Shape;362;p2"/>
          <p:cNvCxnSpPr/>
          <p:nvPr/>
        </p:nvCxnSpPr>
        <p:spPr>
          <a:xfrm>
            <a:off x="6096000" y="4022648"/>
            <a:ext cx="0" cy="815239"/>
          </a:xfrm>
          <a:prstGeom prst="straightConnector1">
            <a:avLst/>
          </a:prstGeom>
          <a:noFill/>
          <a:ln cap="flat" cmpd="sng" w="12700">
            <a:solidFill>
              <a:schemeClr val="accent4"/>
            </a:solidFill>
            <a:prstDash val="solid"/>
            <a:miter lim="800000"/>
            <a:headEnd len="sm" w="sm" type="none"/>
            <a:tailEnd len="sm" w="sm" type="none"/>
          </a:ln>
        </p:spPr>
      </p:cxnSp>
      <p:sp>
        <p:nvSpPr>
          <p:cNvPr id="363" name="Google Shape;363;p2"/>
          <p:cNvSpPr txBox="1"/>
          <p:nvPr/>
        </p:nvSpPr>
        <p:spPr>
          <a:xfrm>
            <a:off x="4937754" y="3861329"/>
            <a:ext cx="1110112" cy="42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3"/>
                </a:solidFill>
                <a:latin typeface="Tahoma"/>
                <a:ea typeface="Tahoma"/>
                <a:cs typeface="Tahoma"/>
                <a:sym typeface="Tahoma"/>
              </a:rPr>
              <a:t>03</a:t>
            </a:r>
            <a:endParaRPr b="1" sz="2200">
              <a:solidFill>
                <a:schemeClr val="accent3"/>
              </a:solidFill>
              <a:latin typeface="Tahoma"/>
              <a:ea typeface="Tahoma"/>
              <a:cs typeface="Tahoma"/>
              <a:sym typeface="Tahoma"/>
            </a:endParaRPr>
          </a:p>
        </p:txBody>
      </p:sp>
      <p:sp>
        <p:nvSpPr>
          <p:cNvPr id="364" name="Google Shape;364;p2"/>
          <p:cNvSpPr txBox="1"/>
          <p:nvPr/>
        </p:nvSpPr>
        <p:spPr>
          <a:xfrm>
            <a:off x="4937754" y="4356987"/>
            <a:ext cx="1110112" cy="81523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Processes &amp; Scheduling </a:t>
            </a:r>
            <a:endParaRPr sz="1065">
              <a:solidFill>
                <a:srgbClr val="3F3F3F"/>
              </a:solidFill>
              <a:latin typeface="Arial Black"/>
              <a:ea typeface="Arial Black"/>
              <a:cs typeface="Arial Black"/>
              <a:sym typeface="Arial Black"/>
            </a:endParaRPr>
          </a:p>
        </p:txBody>
      </p:sp>
      <p:sp>
        <p:nvSpPr>
          <p:cNvPr id="365" name="Google Shape;365;p2"/>
          <p:cNvSpPr txBox="1"/>
          <p:nvPr/>
        </p:nvSpPr>
        <p:spPr>
          <a:xfrm>
            <a:off x="6144134" y="3861329"/>
            <a:ext cx="1110112" cy="42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4"/>
                </a:solidFill>
                <a:latin typeface="Tahoma"/>
                <a:ea typeface="Tahoma"/>
                <a:cs typeface="Tahoma"/>
                <a:sym typeface="Tahoma"/>
              </a:rPr>
              <a:t>04</a:t>
            </a:r>
            <a:endParaRPr b="1" sz="2200">
              <a:solidFill>
                <a:schemeClr val="accent4"/>
              </a:solidFill>
              <a:latin typeface="Tahoma"/>
              <a:ea typeface="Tahoma"/>
              <a:cs typeface="Tahoma"/>
              <a:sym typeface="Tahoma"/>
            </a:endParaRPr>
          </a:p>
        </p:txBody>
      </p:sp>
      <p:sp>
        <p:nvSpPr>
          <p:cNvPr id="366" name="Google Shape;366;p2"/>
          <p:cNvSpPr txBox="1"/>
          <p:nvPr/>
        </p:nvSpPr>
        <p:spPr>
          <a:xfrm>
            <a:off x="6144134" y="4356987"/>
            <a:ext cx="1110112" cy="81523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Memory Management</a:t>
            </a:r>
            <a:endParaRPr sz="1065">
              <a:solidFill>
                <a:srgbClr val="3F3F3F"/>
              </a:solidFill>
              <a:latin typeface="Arial Black"/>
              <a:ea typeface="Arial Black"/>
              <a:cs typeface="Arial Black"/>
              <a:sym typeface="Arial Black"/>
            </a:endParaRPr>
          </a:p>
        </p:txBody>
      </p:sp>
      <p:sp>
        <p:nvSpPr>
          <p:cNvPr id="367" name="Google Shape;367;p2"/>
          <p:cNvSpPr txBox="1"/>
          <p:nvPr/>
        </p:nvSpPr>
        <p:spPr>
          <a:xfrm>
            <a:off x="7350514" y="3861329"/>
            <a:ext cx="1110112" cy="42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5"/>
                </a:solidFill>
                <a:latin typeface="Tahoma"/>
                <a:ea typeface="Tahoma"/>
                <a:cs typeface="Tahoma"/>
                <a:sym typeface="Tahoma"/>
              </a:rPr>
              <a:t>05</a:t>
            </a:r>
            <a:endParaRPr b="1" sz="2200">
              <a:solidFill>
                <a:schemeClr val="accent5"/>
              </a:solidFill>
              <a:latin typeface="Tahoma"/>
              <a:ea typeface="Tahoma"/>
              <a:cs typeface="Tahoma"/>
              <a:sym typeface="Tahoma"/>
            </a:endParaRPr>
          </a:p>
        </p:txBody>
      </p:sp>
      <p:sp>
        <p:nvSpPr>
          <p:cNvPr id="368" name="Google Shape;368;p2"/>
          <p:cNvSpPr txBox="1"/>
          <p:nvPr/>
        </p:nvSpPr>
        <p:spPr>
          <a:xfrm>
            <a:off x="7350514" y="4356987"/>
            <a:ext cx="1110112" cy="81523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File Systems</a:t>
            </a:r>
            <a:endParaRPr sz="1065">
              <a:solidFill>
                <a:srgbClr val="3F3F3F"/>
              </a:solidFill>
              <a:latin typeface="Arial Black"/>
              <a:ea typeface="Arial Black"/>
              <a:cs typeface="Arial Black"/>
              <a:sym typeface="Arial Black"/>
            </a:endParaRPr>
          </a:p>
        </p:txBody>
      </p:sp>
      <p:cxnSp>
        <p:nvCxnSpPr>
          <p:cNvPr id="369" name="Google Shape;369;p2"/>
          <p:cNvCxnSpPr/>
          <p:nvPr/>
        </p:nvCxnSpPr>
        <p:spPr>
          <a:xfrm>
            <a:off x="7302380" y="4022648"/>
            <a:ext cx="0" cy="815239"/>
          </a:xfrm>
          <a:prstGeom prst="straightConnector1">
            <a:avLst/>
          </a:prstGeom>
          <a:noFill/>
          <a:ln cap="flat" cmpd="sng" w="12700">
            <a:solidFill>
              <a:schemeClr val="accent5"/>
            </a:solidFill>
            <a:prstDash val="solid"/>
            <a:miter lim="800000"/>
            <a:headEnd len="sm" w="sm" type="none"/>
            <a:tailEnd len="sm" w="sm" type="none"/>
          </a:ln>
        </p:spPr>
      </p:cxnSp>
      <p:sp>
        <p:nvSpPr>
          <p:cNvPr id="370" name="Google Shape;370;p2"/>
          <p:cNvSpPr txBox="1"/>
          <p:nvPr/>
        </p:nvSpPr>
        <p:spPr>
          <a:xfrm>
            <a:off x="8556895" y="3861329"/>
            <a:ext cx="1110112" cy="42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6"/>
                </a:solidFill>
                <a:latin typeface="Tahoma"/>
                <a:ea typeface="Tahoma"/>
                <a:cs typeface="Tahoma"/>
                <a:sym typeface="Tahoma"/>
              </a:rPr>
              <a:t>06</a:t>
            </a:r>
            <a:endParaRPr b="1" sz="2200">
              <a:solidFill>
                <a:schemeClr val="accent6"/>
              </a:solidFill>
              <a:latin typeface="Tahoma"/>
              <a:ea typeface="Tahoma"/>
              <a:cs typeface="Tahoma"/>
              <a:sym typeface="Tahoma"/>
            </a:endParaRPr>
          </a:p>
        </p:txBody>
      </p:sp>
      <p:sp>
        <p:nvSpPr>
          <p:cNvPr id="371" name="Google Shape;371;p2"/>
          <p:cNvSpPr txBox="1"/>
          <p:nvPr/>
        </p:nvSpPr>
        <p:spPr>
          <a:xfrm>
            <a:off x="8556895" y="4356987"/>
            <a:ext cx="1110112" cy="81523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Package Managers</a:t>
            </a:r>
            <a:endParaRPr sz="1065">
              <a:solidFill>
                <a:srgbClr val="3F3F3F"/>
              </a:solidFill>
              <a:latin typeface="Arial Black"/>
              <a:ea typeface="Arial Black"/>
              <a:cs typeface="Arial Black"/>
              <a:sym typeface="Arial Black"/>
            </a:endParaRPr>
          </a:p>
        </p:txBody>
      </p:sp>
      <p:cxnSp>
        <p:nvCxnSpPr>
          <p:cNvPr id="372" name="Google Shape;372;p2"/>
          <p:cNvCxnSpPr/>
          <p:nvPr/>
        </p:nvCxnSpPr>
        <p:spPr>
          <a:xfrm>
            <a:off x="8508760" y="4022648"/>
            <a:ext cx="0" cy="815239"/>
          </a:xfrm>
          <a:prstGeom prst="straightConnector1">
            <a:avLst/>
          </a:prstGeom>
          <a:noFill/>
          <a:ln cap="flat" cmpd="sng" w="12700">
            <a:solidFill>
              <a:schemeClr val="accent6"/>
            </a:solidFill>
            <a:prstDash val="solid"/>
            <a:miter lim="800000"/>
            <a:headEnd len="sm" w="sm" type="none"/>
            <a:tailEnd len="sm" w="sm" type="none"/>
          </a:ln>
        </p:spPr>
      </p:cxnSp>
      <p:sp>
        <p:nvSpPr>
          <p:cNvPr id="373" name="Google Shape;373;p2"/>
          <p:cNvSpPr txBox="1"/>
          <p:nvPr/>
        </p:nvSpPr>
        <p:spPr>
          <a:xfrm>
            <a:off x="3731374" y="3861329"/>
            <a:ext cx="1110112" cy="423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2"/>
                </a:solidFill>
                <a:latin typeface="Tahoma"/>
                <a:ea typeface="Tahoma"/>
                <a:cs typeface="Tahoma"/>
                <a:sym typeface="Tahoma"/>
              </a:rPr>
              <a:t>02</a:t>
            </a:r>
            <a:endParaRPr b="1" sz="2200">
              <a:solidFill>
                <a:schemeClr val="accent2"/>
              </a:solidFill>
              <a:latin typeface="Tahoma"/>
              <a:ea typeface="Tahoma"/>
              <a:cs typeface="Tahoma"/>
              <a:sym typeface="Tahoma"/>
            </a:endParaRPr>
          </a:p>
        </p:txBody>
      </p:sp>
      <p:sp>
        <p:nvSpPr>
          <p:cNvPr id="374" name="Google Shape;374;p2"/>
          <p:cNvSpPr txBox="1"/>
          <p:nvPr/>
        </p:nvSpPr>
        <p:spPr>
          <a:xfrm>
            <a:off x="3731374" y="4356987"/>
            <a:ext cx="1110112" cy="815239"/>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Shell Scripting</a:t>
            </a:r>
            <a:endParaRPr sz="1065">
              <a:solidFill>
                <a:srgbClr val="3F3F3F"/>
              </a:solidFill>
              <a:latin typeface="Arial Black"/>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
          <p:cNvSpPr txBox="1"/>
          <p:nvPr>
            <p:ph type="title"/>
          </p:nvPr>
        </p:nvSpPr>
        <p:spPr>
          <a:xfrm>
            <a:off x="877111" y="1273862"/>
            <a:ext cx="10437779" cy="1081088"/>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4800"/>
              <a:buFont typeface="Arial Black"/>
              <a:buNone/>
            </a:pPr>
            <a:r>
              <a:rPr lang="en-US" sz="4800">
                <a:latin typeface="Arial Black"/>
                <a:ea typeface="Arial Black"/>
                <a:cs typeface="Arial Black"/>
                <a:sym typeface="Arial Black"/>
              </a:rPr>
              <a:t>PACKAGE MANAGERS</a:t>
            </a:r>
            <a:endParaRPr sz="4800">
              <a:latin typeface="Arial Black"/>
              <a:ea typeface="Arial Black"/>
              <a:cs typeface="Arial Black"/>
              <a:sym typeface="Arial Black"/>
            </a:endParaRPr>
          </a:p>
        </p:txBody>
      </p:sp>
      <p:sp>
        <p:nvSpPr>
          <p:cNvPr id="384" name="Google Shape;384;p3"/>
          <p:cNvSpPr txBox="1"/>
          <p:nvPr/>
        </p:nvSpPr>
        <p:spPr>
          <a:xfrm>
            <a:off x="2835049" y="3822455"/>
            <a:ext cx="1250400" cy="448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1"/>
                </a:solidFill>
                <a:latin typeface="Tahoma"/>
                <a:ea typeface="Tahoma"/>
                <a:cs typeface="Tahoma"/>
                <a:sym typeface="Tahoma"/>
              </a:rPr>
              <a:t>01</a:t>
            </a:r>
            <a:endParaRPr b="1" sz="2200">
              <a:solidFill>
                <a:schemeClr val="accent1"/>
              </a:solidFill>
              <a:latin typeface="Tahoma"/>
              <a:ea typeface="Tahoma"/>
              <a:cs typeface="Tahoma"/>
              <a:sym typeface="Tahoma"/>
            </a:endParaRPr>
          </a:p>
        </p:txBody>
      </p:sp>
      <p:sp>
        <p:nvSpPr>
          <p:cNvPr id="385" name="Google Shape;385;p3"/>
          <p:cNvSpPr txBox="1"/>
          <p:nvPr/>
        </p:nvSpPr>
        <p:spPr>
          <a:xfrm>
            <a:off x="2835049" y="4355063"/>
            <a:ext cx="1251391" cy="866774"/>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Types of Package Managers</a:t>
            </a:r>
            <a:endParaRPr sz="1200">
              <a:solidFill>
                <a:srgbClr val="3F3F3F"/>
              </a:solidFill>
              <a:latin typeface="Arial Black"/>
              <a:ea typeface="Arial Black"/>
              <a:cs typeface="Arial Black"/>
              <a:sym typeface="Arial Black"/>
            </a:endParaRPr>
          </a:p>
        </p:txBody>
      </p:sp>
      <p:cxnSp>
        <p:nvCxnSpPr>
          <p:cNvPr id="386" name="Google Shape;386;p3"/>
          <p:cNvCxnSpPr/>
          <p:nvPr/>
        </p:nvCxnSpPr>
        <p:spPr>
          <a:xfrm>
            <a:off x="4339163" y="3993972"/>
            <a:ext cx="0" cy="866774"/>
          </a:xfrm>
          <a:prstGeom prst="straightConnector1">
            <a:avLst/>
          </a:prstGeom>
          <a:noFill/>
          <a:ln cap="flat" cmpd="sng" w="12700">
            <a:solidFill>
              <a:schemeClr val="accent2"/>
            </a:solidFill>
            <a:prstDash val="solid"/>
            <a:miter lim="800000"/>
            <a:headEnd len="sm" w="sm" type="none"/>
            <a:tailEnd len="sm" w="sm" type="none"/>
          </a:ln>
        </p:spPr>
      </p:cxnSp>
      <p:cxnSp>
        <p:nvCxnSpPr>
          <p:cNvPr id="387" name="Google Shape;387;p3"/>
          <p:cNvCxnSpPr/>
          <p:nvPr/>
        </p:nvCxnSpPr>
        <p:spPr>
          <a:xfrm>
            <a:off x="6096000" y="3993972"/>
            <a:ext cx="0" cy="866774"/>
          </a:xfrm>
          <a:prstGeom prst="straightConnector1">
            <a:avLst/>
          </a:prstGeom>
          <a:noFill/>
          <a:ln cap="flat" cmpd="sng" w="12700">
            <a:solidFill>
              <a:schemeClr val="accent3"/>
            </a:solidFill>
            <a:prstDash val="solid"/>
            <a:miter lim="800000"/>
            <a:headEnd len="sm" w="sm" type="none"/>
            <a:tailEnd len="sm" w="sm" type="none"/>
          </a:ln>
        </p:spPr>
      </p:cxnSp>
      <p:cxnSp>
        <p:nvCxnSpPr>
          <p:cNvPr id="388" name="Google Shape;388;p3"/>
          <p:cNvCxnSpPr/>
          <p:nvPr/>
        </p:nvCxnSpPr>
        <p:spPr>
          <a:xfrm>
            <a:off x="7852837" y="3993972"/>
            <a:ext cx="0" cy="866774"/>
          </a:xfrm>
          <a:prstGeom prst="straightConnector1">
            <a:avLst/>
          </a:prstGeom>
          <a:noFill/>
          <a:ln cap="flat" cmpd="sng" w="12700">
            <a:solidFill>
              <a:schemeClr val="accent4"/>
            </a:solidFill>
            <a:prstDash val="solid"/>
            <a:miter lim="800000"/>
            <a:headEnd len="sm" w="sm" type="none"/>
            <a:tailEnd len="sm" w="sm" type="none"/>
          </a:ln>
        </p:spPr>
      </p:cxnSp>
      <p:sp>
        <p:nvSpPr>
          <p:cNvPr id="389" name="Google Shape;389;p3"/>
          <p:cNvSpPr txBox="1"/>
          <p:nvPr/>
        </p:nvSpPr>
        <p:spPr>
          <a:xfrm>
            <a:off x="4591886" y="3822455"/>
            <a:ext cx="1250400" cy="448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2"/>
                </a:solidFill>
                <a:latin typeface="Tahoma"/>
                <a:ea typeface="Tahoma"/>
                <a:cs typeface="Tahoma"/>
                <a:sym typeface="Tahoma"/>
              </a:rPr>
              <a:t>02</a:t>
            </a:r>
            <a:endParaRPr b="1" sz="2200">
              <a:solidFill>
                <a:schemeClr val="accent2"/>
              </a:solidFill>
              <a:latin typeface="Tahoma"/>
              <a:ea typeface="Tahoma"/>
              <a:cs typeface="Tahoma"/>
              <a:sym typeface="Tahoma"/>
            </a:endParaRPr>
          </a:p>
        </p:txBody>
      </p:sp>
      <p:sp>
        <p:nvSpPr>
          <p:cNvPr id="390" name="Google Shape;390;p3"/>
          <p:cNvSpPr txBox="1"/>
          <p:nvPr/>
        </p:nvSpPr>
        <p:spPr>
          <a:xfrm>
            <a:off x="4591886" y="4355063"/>
            <a:ext cx="1251391" cy="866774"/>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RPM (Red Hat-based systems)</a:t>
            </a:r>
            <a:endParaRPr sz="1200">
              <a:solidFill>
                <a:srgbClr val="3F3F3F"/>
              </a:solidFill>
              <a:latin typeface="Arial Black"/>
              <a:ea typeface="Arial Black"/>
              <a:cs typeface="Arial Black"/>
              <a:sym typeface="Arial Black"/>
            </a:endParaRPr>
          </a:p>
        </p:txBody>
      </p:sp>
      <p:sp>
        <p:nvSpPr>
          <p:cNvPr id="391" name="Google Shape;391;p3"/>
          <p:cNvSpPr txBox="1"/>
          <p:nvPr/>
        </p:nvSpPr>
        <p:spPr>
          <a:xfrm>
            <a:off x="6359738" y="3823675"/>
            <a:ext cx="1250400" cy="448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3"/>
                </a:solidFill>
                <a:latin typeface="Tahoma"/>
                <a:ea typeface="Tahoma"/>
                <a:cs typeface="Tahoma"/>
                <a:sym typeface="Tahoma"/>
              </a:rPr>
              <a:t>03</a:t>
            </a:r>
            <a:endParaRPr b="1" sz="2200">
              <a:solidFill>
                <a:schemeClr val="accent3"/>
              </a:solidFill>
              <a:latin typeface="Tahoma"/>
              <a:ea typeface="Tahoma"/>
              <a:cs typeface="Tahoma"/>
              <a:sym typeface="Tahoma"/>
            </a:endParaRPr>
          </a:p>
        </p:txBody>
      </p:sp>
      <p:sp>
        <p:nvSpPr>
          <p:cNvPr id="392" name="Google Shape;392;p3"/>
          <p:cNvSpPr txBox="1"/>
          <p:nvPr/>
        </p:nvSpPr>
        <p:spPr>
          <a:xfrm>
            <a:off x="6348723" y="4355063"/>
            <a:ext cx="1251391" cy="866774"/>
          </a:xfrm>
          <a:prstGeom prst="rect">
            <a:avLst/>
          </a:prstGeom>
          <a:noFill/>
          <a:ln>
            <a:noFill/>
          </a:ln>
        </p:spPr>
        <p:txBody>
          <a:bodyPr anchorCtr="0" anchor="t" bIns="0" lIns="0" spcFirstLastPara="1" rIns="0" wrap="square" tIns="0">
            <a:norm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APT(Debian-based systems)</a:t>
            </a:r>
            <a:endParaRPr sz="1200">
              <a:solidFill>
                <a:srgbClr val="3F3F3F"/>
              </a:solidFill>
              <a:latin typeface="Arial Black"/>
              <a:ea typeface="Arial Black"/>
              <a:cs typeface="Arial Black"/>
              <a:sym typeface="Arial Black"/>
            </a:endParaRPr>
          </a:p>
        </p:txBody>
      </p:sp>
      <p:sp>
        <p:nvSpPr>
          <p:cNvPr id="393" name="Google Shape;393;p3"/>
          <p:cNvSpPr txBox="1"/>
          <p:nvPr/>
        </p:nvSpPr>
        <p:spPr>
          <a:xfrm>
            <a:off x="8105561" y="3822455"/>
            <a:ext cx="1250400" cy="448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b="1" lang="en-US" sz="2200">
                <a:solidFill>
                  <a:schemeClr val="accent4"/>
                </a:solidFill>
                <a:latin typeface="Tahoma"/>
                <a:ea typeface="Tahoma"/>
                <a:cs typeface="Tahoma"/>
                <a:sym typeface="Tahoma"/>
              </a:rPr>
              <a:t>04</a:t>
            </a:r>
            <a:endParaRPr b="1" sz="2200">
              <a:solidFill>
                <a:schemeClr val="accent4"/>
              </a:solidFill>
              <a:latin typeface="Tahoma"/>
              <a:ea typeface="Tahoma"/>
              <a:cs typeface="Tahoma"/>
              <a:sym typeface="Tahoma"/>
            </a:endParaRPr>
          </a:p>
        </p:txBody>
      </p:sp>
      <p:sp>
        <p:nvSpPr>
          <p:cNvPr id="394" name="Google Shape;394;p3"/>
          <p:cNvSpPr txBox="1"/>
          <p:nvPr/>
        </p:nvSpPr>
        <p:spPr>
          <a:xfrm>
            <a:off x="8105775" y="4354830"/>
            <a:ext cx="1251585" cy="11811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Differences between RPM</a:t>
            </a:r>
            <a:endParaRPr sz="1200">
              <a:solidFill>
                <a:srgbClr val="3F3F3F"/>
              </a:solidFill>
              <a:latin typeface="Arial Black"/>
              <a:ea typeface="Arial Black"/>
              <a:cs typeface="Arial Black"/>
              <a:sym typeface="Arial Black"/>
            </a:endParaRPr>
          </a:p>
          <a:p>
            <a:pPr indent="0" lvl="0" marL="0" marR="0" rtl="0" algn="ctr">
              <a:lnSpc>
                <a:spcPct val="150000"/>
              </a:lnSpc>
              <a:spcBef>
                <a:spcPts val="0"/>
              </a:spcBef>
              <a:spcAft>
                <a:spcPts val="0"/>
              </a:spcAft>
              <a:buNone/>
            </a:pPr>
            <a:r>
              <a:rPr lang="en-US" sz="1200">
                <a:solidFill>
                  <a:srgbClr val="3F3F3F"/>
                </a:solidFill>
                <a:latin typeface="Arial Black"/>
                <a:ea typeface="Arial Black"/>
                <a:cs typeface="Arial Black"/>
                <a:sym typeface="Arial Black"/>
              </a:rPr>
              <a:t>and APT, YUM, DNF basics</a:t>
            </a:r>
            <a:endParaRPr sz="1200">
              <a:solidFill>
                <a:srgbClr val="3F3F3F"/>
              </a:solidFill>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9" name="Shape 399"/>
        <p:cNvGrpSpPr/>
        <p:nvPr/>
      </p:nvGrpSpPr>
      <p:grpSpPr>
        <a:xfrm>
          <a:off x="0" y="0"/>
          <a:ext cx="0" cy="0"/>
          <a:chOff x="0" y="0"/>
          <a:chExt cx="0" cy="0"/>
        </a:xfrm>
      </p:grpSpPr>
      <p:pic>
        <p:nvPicPr>
          <p:cNvPr id="400" name="Google Shape;400;p4"/>
          <p:cNvPicPr preferRelativeResize="0"/>
          <p:nvPr>
            <p:ph idx="2" type="pic"/>
          </p:nvPr>
        </p:nvPicPr>
        <p:blipFill rotWithShape="1">
          <a:blip r:embed="rId4">
            <a:alphaModFix/>
          </a:blip>
          <a:srcRect b="0" l="0" r="0" t="0"/>
          <a:stretch/>
        </p:blipFill>
        <p:spPr>
          <a:xfrm>
            <a:off x="0" y="0"/>
            <a:ext cx="12192000" cy="6786563"/>
          </a:xfrm>
          <a:prstGeom prst="rect">
            <a:avLst/>
          </a:prstGeom>
          <a:solidFill>
            <a:srgbClr val="3F3F3F"/>
          </a:solidFill>
          <a:ln>
            <a:noFill/>
          </a:ln>
        </p:spPr>
      </p:pic>
      <p:sp>
        <p:nvSpPr>
          <p:cNvPr id="401" name="Google Shape;401;p4"/>
          <p:cNvSpPr/>
          <p:nvPr/>
        </p:nvSpPr>
        <p:spPr>
          <a:xfrm>
            <a:off x="6336000" y="0"/>
            <a:ext cx="3979575" cy="6858000"/>
          </a:xfrm>
          <a:prstGeom prst="rect">
            <a:avLst/>
          </a:prstGeom>
          <a:solidFill>
            <a:schemeClr val="dk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402" name="Google Shape;402;p4"/>
          <p:cNvSpPr txBox="1"/>
          <p:nvPr>
            <p:ph type="ctrTitle"/>
          </p:nvPr>
        </p:nvSpPr>
        <p:spPr>
          <a:xfrm>
            <a:off x="6539896" y="2377000"/>
            <a:ext cx="3571782" cy="23876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lt1"/>
              </a:buClr>
              <a:buSzPts val="3600"/>
              <a:buFont typeface="Arial Black"/>
              <a:buNone/>
            </a:pPr>
            <a:r>
              <a:rPr lang="en-US"/>
              <a:t>Package Managers in Linux </a:t>
            </a:r>
            <a:endParaRPr/>
          </a:p>
        </p:txBody>
      </p:sp>
      <p:cxnSp>
        <p:nvCxnSpPr>
          <p:cNvPr id="403" name="Google Shape;403;p4"/>
          <p:cNvCxnSpPr/>
          <p:nvPr/>
        </p:nvCxnSpPr>
        <p:spPr>
          <a:xfrm>
            <a:off x="6539896" y="4876800"/>
            <a:ext cx="3571782"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
          <p:cNvSpPr txBox="1"/>
          <p:nvPr>
            <p:ph idx="1" type="body"/>
          </p:nvPr>
        </p:nvSpPr>
        <p:spPr>
          <a:xfrm>
            <a:off x="324422" y="823766"/>
            <a:ext cx="4416225" cy="5176703"/>
          </a:xfrm>
          <a:prstGeom prst="rect">
            <a:avLst/>
          </a:prstGeom>
          <a:noFill/>
          <a:ln>
            <a:noFill/>
          </a:ln>
        </p:spPr>
        <p:txBody>
          <a:bodyPr anchorCtr="0" anchor="t" bIns="0" lIns="0" spcFirstLastPara="1" rIns="0" wrap="square" tIns="0">
            <a:noAutofit/>
          </a:bodyPr>
          <a:lstStyle/>
          <a:p>
            <a:pPr indent="-266700" lvl="0" marL="266700" rtl="0" algn="l">
              <a:lnSpc>
                <a:spcPct val="100000"/>
              </a:lnSpc>
              <a:spcBef>
                <a:spcPts val="0"/>
              </a:spcBef>
              <a:spcAft>
                <a:spcPts val="0"/>
              </a:spcAft>
              <a:buSzPts val="2000"/>
              <a:buFont typeface="Arial"/>
              <a:buChar char="•"/>
            </a:pPr>
            <a:r>
              <a:rPr lang="en-US" sz="2000"/>
              <a:t>Understand </a:t>
            </a:r>
            <a:r>
              <a:rPr b="1" lang="en-US" sz="2000"/>
              <a:t>what package managers are</a:t>
            </a:r>
            <a:r>
              <a:rPr lang="en-US" sz="2000"/>
              <a:t> and how they function.</a:t>
            </a:r>
            <a:endParaRPr sz="2000"/>
          </a:p>
          <a:p>
            <a:pPr indent="-266700" lvl="0" marL="266700" rtl="0" algn="l">
              <a:lnSpc>
                <a:spcPct val="100000"/>
              </a:lnSpc>
              <a:spcBef>
                <a:spcPts val="1500"/>
              </a:spcBef>
              <a:spcAft>
                <a:spcPts val="0"/>
              </a:spcAft>
              <a:buSzPts val="2000"/>
              <a:buFont typeface="Arial"/>
              <a:buChar char="•"/>
            </a:pPr>
            <a:r>
              <a:rPr lang="en-US" sz="2000"/>
              <a:t>Learn the </a:t>
            </a:r>
            <a:r>
              <a:rPr b="1" lang="en-US" sz="2000"/>
              <a:t>differences between APT, RPM, YUM, and DNF</a:t>
            </a:r>
            <a:r>
              <a:rPr lang="en-US" sz="2000"/>
              <a:t>.</a:t>
            </a:r>
            <a:endParaRPr sz="2000"/>
          </a:p>
          <a:p>
            <a:pPr indent="-266700" lvl="0" marL="266700" rtl="0" algn="l">
              <a:lnSpc>
                <a:spcPct val="100000"/>
              </a:lnSpc>
              <a:spcBef>
                <a:spcPts val="1500"/>
              </a:spcBef>
              <a:spcAft>
                <a:spcPts val="0"/>
              </a:spcAft>
              <a:buSzPts val="2000"/>
              <a:buFont typeface="Arial"/>
              <a:buChar char="•"/>
            </a:pPr>
            <a:r>
              <a:rPr lang="en-US" sz="2000"/>
              <a:t>Perform </a:t>
            </a:r>
            <a:r>
              <a:rPr b="1" lang="en-US" sz="2000"/>
              <a:t>hands-on tasks</a:t>
            </a:r>
            <a:r>
              <a:rPr lang="en-US" sz="2000"/>
              <a:t> including installing and removing software via CLI.</a:t>
            </a:r>
            <a:endParaRPr sz="2000"/>
          </a:p>
          <a:p>
            <a:pPr indent="-266700" lvl="0" marL="266700" rtl="0" algn="l">
              <a:lnSpc>
                <a:spcPct val="100000"/>
              </a:lnSpc>
              <a:spcBef>
                <a:spcPts val="1500"/>
              </a:spcBef>
              <a:spcAft>
                <a:spcPts val="0"/>
              </a:spcAft>
              <a:buSzPts val="2000"/>
              <a:buFont typeface="Arial"/>
              <a:buChar char="•"/>
            </a:pPr>
            <a:r>
              <a:rPr lang="en-US" sz="2000"/>
              <a:t>Write a </a:t>
            </a:r>
            <a:r>
              <a:rPr b="1" lang="en-US" sz="2000"/>
              <a:t>basic automation script</a:t>
            </a:r>
            <a:r>
              <a:rPr lang="en-US" sz="2000"/>
              <a:t> for package installation.</a:t>
            </a:r>
            <a:endParaRPr sz="2000"/>
          </a:p>
          <a:p>
            <a:pPr indent="-266700" lvl="0" marL="266700" rtl="0" algn="l">
              <a:lnSpc>
                <a:spcPct val="100000"/>
              </a:lnSpc>
              <a:spcBef>
                <a:spcPts val="1500"/>
              </a:spcBef>
              <a:spcAft>
                <a:spcPts val="0"/>
              </a:spcAft>
              <a:buSzPts val="2000"/>
              <a:buFont typeface="Arial"/>
              <a:buChar char="•"/>
            </a:pPr>
            <a:r>
              <a:rPr lang="en-US" sz="2000"/>
              <a:t>Get comfortable with managing packages on </a:t>
            </a:r>
            <a:r>
              <a:rPr b="1" lang="en-US" sz="2000"/>
              <a:t>Debian- and Red Hat-based systems</a:t>
            </a:r>
            <a:r>
              <a:rPr lang="en-US" sz="2000"/>
              <a:t>.</a:t>
            </a:r>
            <a:endParaRPr sz="2000"/>
          </a:p>
          <a:p>
            <a:pPr indent="0" lvl="0" marL="0" rtl="0" algn="l">
              <a:lnSpc>
                <a:spcPct val="100000"/>
              </a:lnSpc>
              <a:spcBef>
                <a:spcPts val="1500"/>
              </a:spcBef>
              <a:spcAft>
                <a:spcPts val="0"/>
              </a:spcAft>
              <a:buSzPts val="1100"/>
              <a:buNone/>
            </a:pPr>
            <a:r>
              <a:t/>
            </a:r>
            <a:endParaRPr sz="1100">
              <a:solidFill>
                <a:srgbClr val="3F3F3F"/>
              </a:solidFill>
            </a:endParaRPr>
          </a:p>
        </p:txBody>
      </p:sp>
      <p:sp>
        <p:nvSpPr>
          <p:cNvPr id="410" name="Google Shape;410;p5"/>
          <p:cNvSpPr txBox="1"/>
          <p:nvPr>
            <p:ph type="title"/>
          </p:nvPr>
        </p:nvSpPr>
        <p:spPr>
          <a:xfrm>
            <a:off x="5682252" y="4657443"/>
            <a:ext cx="5749483" cy="1343026"/>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lt1"/>
              </a:buClr>
              <a:buSzPts val="3600"/>
              <a:buFont typeface="Arial Black"/>
              <a:buNone/>
            </a:pPr>
            <a:r>
              <a:rPr lang="en-US"/>
              <a:t>Objective of This Session</a:t>
            </a:r>
            <a:endParaRPr/>
          </a:p>
        </p:txBody>
      </p:sp>
      <p:cxnSp>
        <p:nvCxnSpPr>
          <p:cNvPr id="411" name="Google Shape;411;p5"/>
          <p:cNvCxnSpPr/>
          <p:nvPr/>
        </p:nvCxnSpPr>
        <p:spPr>
          <a:xfrm>
            <a:off x="5681314" y="6257364"/>
            <a:ext cx="5750421" cy="0"/>
          </a:xfrm>
          <a:prstGeom prst="straightConnector1">
            <a:avLst/>
          </a:prstGeom>
          <a:noFill/>
          <a:ln cap="flat" cmpd="sng" w="9525">
            <a:solidFill>
              <a:schemeClr val="accent1"/>
            </a:solidFill>
            <a:prstDash val="solid"/>
            <a:miter lim="800000"/>
            <a:headEnd len="sm" w="sm" type="none"/>
            <a:tailEnd len="sm" w="sm" type="none"/>
          </a:ln>
        </p:spPr>
      </p:cxnSp>
      <p:sp>
        <p:nvSpPr>
          <p:cNvPr id="412" name="Google Shape;412;p5"/>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id="413" name="Google Shape;413;p5"/>
          <p:cNvPicPr preferRelativeResize="0"/>
          <p:nvPr/>
        </p:nvPicPr>
        <p:blipFill rotWithShape="1">
          <a:blip r:embed="rId3">
            <a:alphaModFix/>
          </a:blip>
          <a:srcRect b="0" l="0" r="0" t="0"/>
          <a:stretch/>
        </p:blipFill>
        <p:spPr>
          <a:xfrm>
            <a:off x="5965420" y="703552"/>
            <a:ext cx="1173347" cy="943431"/>
          </a:xfrm>
          <a:prstGeom prst="rect">
            <a:avLst/>
          </a:prstGeom>
          <a:noFill/>
          <a:ln>
            <a:noFill/>
          </a:ln>
        </p:spPr>
      </p:pic>
      <p:pic>
        <p:nvPicPr>
          <p:cNvPr id="414" name="Google Shape;414;p5"/>
          <p:cNvPicPr preferRelativeResize="0"/>
          <p:nvPr/>
        </p:nvPicPr>
        <p:blipFill rotWithShape="1">
          <a:blip r:embed="rId4">
            <a:alphaModFix/>
          </a:blip>
          <a:srcRect b="0" l="0" r="0" t="0"/>
          <a:stretch/>
        </p:blipFill>
        <p:spPr>
          <a:xfrm>
            <a:off x="10113652" y="705566"/>
            <a:ext cx="1134342" cy="854728"/>
          </a:xfrm>
          <a:prstGeom prst="rect">
            <a:avLst/>
          </a:prstGeom>
          <a:noFill/>
          <a:ln>
            <a:noFill/>
          </a:ln>
        </p:spPr>
      </p:pic>
      <p:pic>
        <p:nvPicPr>
          <p:cNvPr id="415" name="Google Shape;415;p5"/>
          <p:cNvPicPr preferRelativeResize="0"/>
          <p:nvPr/>
        </p:nvPicPr>
        <p:blipFill rotWithShape="1">
          <a:blip r:embed="rId5">
            <a:alphaModFix/>
          </a:blip>
          <a:srcRect b="0" l="0" r="0" t="0"/>
          <a:stretch/>
        </p:blipFill>
        <p:spPr>
          <a:xfrm>
            <a:off x="7782136" y="1741352"/>
            <a:ext cx="1649142" cy="940574"/>
          </a:xfrm>
          <a:prstGeom prst="rect">
            <a:avLst/>
          </a:prstGeom>
          <a:noFill/>
          <a:ln>
            <a:noFill/>
          </a:ln>
        </p:spPr>
      </p:pic>
      <p:pic>
        <p:nvPicPr>
          <p:cNvPr id="416" name="Google Shape;416;p5"/>
          <p:cNvPicPr preferRelativeResize="0"/>
          <p:nvPr/>
        </p:nvPicPr>
        <p:blipFill rotWithShape="1">
          <a:blip r:embed="rId6">
            <a:alphaModFix/>
          </a:blip>
          <a:srcRect b="4921" l="3813" r="5987" t="7626"/>
          <a:stretch/>
        </p:blipFill>
        <p:spPr>
          <a:xfrm>
            <a:off x="5880910" y="2459331"/>
            <a:ext cx="1000156" cy="969669"/>
          </a:xfrm>
          <a:prstGeom prst="rect">
            <a:avLst/>
          </a:prstGeom>
          <a:noFill/>
          <a:ln>
            <a:noFill/>
          </a:ln>
        </p:spPr>
      </p:pic>
      <p:pic>
        <p:nvPicPr>
          <p:cNvPr id="417" name="Google Shape;417;p5"/>
          <p:cNvPicPr preferRelativeResize="0"/>
          <p:nvPr/>
        </p:nvPicPr>
        <p:blipFill rotWithShape="1">
          <a:blip r:embed="rId7">
            <a:alphaModFix/>
          </a:blip>
          <a:srcRect b="0" l="0" r="0" t="0"/>
          <a:stretch/>
        </p:blipFill>
        <p:spPr>
          <a:xfrm>
            <a:off x="10332348" y="2411882"/>
            <a:ext cx="915646" cy="940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
          <p:cNvSpPr txBox="1"/>
          <p:nvPr>
            <p:ph type="title"/>
          </p:nvPr>
        </p:nvSpPr>
        <p:spPr>
          <a:xfrm>
            <a:off x="432000" y="432000"/>
            <a:ext cx="11340000" cy="61448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4000"/>
              <a:buFont typeface="Arial Black"/>
              <a:buNone/>
            </a:pPr>
            <a:r>
              <a:rPr lang="en-US" sz="4000"/>
              <a:t>What is a Package:</a:t>
            </a:r>
            <a:endParaRPr sz="4000"/>
          </a:p>
        </p:txBody>
      </p:sp>
      <p:sp>
        <p:nvSpPr>
          <p:cNvPr id="424" name="Google Shape;424;p6"/>
          <p:cNvSpPr txBox="1"/>
          <p:nvPr/>
        </p:nvSpPr>
        <p:spPr>
          <a:xfrm>
            <a:off x="432000" y="1503680"/>
            <a:ext cx="6232960" cy="378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 </a:t>
            </a:r>
            <a:r>
              <a:rPr b="1" lang="en-US" sz="2000">
                <a:solidFill>
                  <a:schemeClr val="dk1"/>
                </a:solidFill>
                <a:latin typeface="Tahoma"/>
                <a:ea typeface="Tahoma"/>
                <a:cs typeface="Tahoma"/>
                <a:sym typeface="Tahoma"/>
              </a:rPr>
              <a:t>package</a:t>
            </a:r>
            <a:r>
              <a:rPr lang="en-US" sz="2000">
                <a:solidFill>
                  <a:schemeClr val="dk1"/>
                </a:solidFill>
                <a:latin typeface="Tahoma"/>
                <a:ea typeface="Tahoma"/>
                <a:cs typeface="Tahoma"/>
                <a:sym typeface="Tahoma"/>
              </a:rPr>
              <a:t> is a compressed file that includes:</a:t>
            </a:r>
            <a:endParaRPr sz="2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2000"/>
              <a:buFont typeface="Tahoma"/>
              <a:buNone/>
            </a:pPr>
            <a:r>
              <a:t/>
            </a:r>
            <a:endParaRPr sz="2000">
              <a:solidFill>
                <a:schemeClr val="dk1"/>
              </a:solidFill>
              <a:latin typeface="Tahoma"/>
              <a:ea typeface="Tahoma"/>
              <a:cs typeface="Tahoma"/>
              <a:sym typeface="Tahoma"/>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Tahoma"/>
                <a:ea typeface="Tahoma"/>
                <a:cs typeface="Tahoma"/>
                <a:sym typeface="Tahoma"/>
              </a:rPr>
              <a:t>Executable binaries</a:t>
            </a:r>
            <a:r>
              <a:rPr lang="en-US" sz="2000">
                <a:solidFill>
                  <a:schemeClr val="dk1"/>
                </a:solidFill>
                <a:latin typeface="Tahoma"/>
                <a:ea typeface="Tahoma"/>
                <a:cs typeface="Tahoma"/>
                <a:sym typeface="Tahoma"/>
              </a:rPr>
              <a:t> (the program itself)</a:t>
            </a:r>
            <a:endParaRPr sz="2000">
              <a:solidFill>
                <a:schemeClr val="dk1"/>
              </a:solidFill>
              <a:latin typeface="Tahoma"/>
              <a:ea typeface="Tahoma"/>
              <a:cs typeface="Tahoma"/>
              <a:sym typeface="Tahoma"/>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Tahoma"/>
                <a:ea typeface="Tahoma"/>
                <a:cs typeface="Tahoma"/>
                <a:sym typeface="Tahoma"/>
              </a:rPr>
              <a:t>Configuration files</a:t>
            </a:r>
            <a:endParaRPr b="1" sz="2000">
              <a:solidFill>
                <a:schemeClr val="dk1"/>
              </a:solidFill>
              <a:latin typeface="Tahoma"/>
              <a:ea typeface="Tahoma"/>
              <a:cs typeface="Tahoma"/>
              <a:sym typeface="Tahoma"/>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Tahoma"/>
                <a:ea typeface="Tahoma"/>
                <a:cs typeface="Tahoma"/>
                <a:sym typeface="Tahoma"/>
              </a:rPr>
              <a:t>Metadata</a:t>
            </a:r>
            <a:r>
              <a:rPr lang="en-US" sz="2000">
                <a:solidFill>
                  <a:schemeClr val="dk1"/>
                </a:solidFill>
                <a:latin typeface="Tahoma"/>
                <a:ea typeface="Tahoma"/>
                <a:cs typeface="Tahoma"/>
                <a:sym typeface="Tahoma"/>
              </a:rPr>
              <a:t> (such as version, author, license)</a:t>
            </a:r>
            <a:endParaRPr sz="2000">
              <a:solidFill>
                <a:schemeClr val="dk1"/>
              </a:solidFill>
              <a:latin typeface="Tahoma"/>
              <a:ea typeface="Tahoma"/>
              <a:cs typeface="Tahoma"/>
              <a:sym typeface="Tahoma"/>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Tahoma"/>
                <a:ea typeface="Tahoma"/>
                <a:cs typeface="Tahoma"/>
                <a:sym typeface="Tahoma"/>
              </a:rPr>
              <a:t>Dependency information</a:t>
            </a:r>
            <a:r>
              <a:rPr lang="en-US" sz="2000">
                <a:solidFill>
                  <a:schemeClr val="dk1"/>
                </a:solidFill>
                <a:latin typeface="Tahoma"/>
                <a:ea typeface="Tahoma"/>
                <a:cs typeface="Tahoma"/>
                <a:sym typeface="Tahoma"/>
              </a:rPr>
              <a:t> (what other software is needed to run it)</a:t>
            </a:r>
            <a:endParaRPr sz="2000">
              <a:solidFill>
                <a:schemeClr val="dk1"/>
              </a:solidFill>
              <a:latin typeface="Tahoma"/>
              <a:ea typeface="Tahoma"/>
              <a:cs typeface="Tahoma"/>
              <a:sym typeface="Tahoma"/>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Tahoma"/>
                <a:ea typeface="Tahoma"/>
                <a:cs typeface="Tahoma"/>
                <a:sym typeface="Tahoma"/>
              </a:rPr>
              <a:t>Scripts</a:t>
            </a:r>
            <a:r>
              <a:rPr lang="en-US" sz="2000">
                <a:solidFill>
                  <a:schemeClr val="dk1"/>
                </a:solidFill>
                <a:latin typeface="Tahoma"/>
                <a:ea typeface="Tahoma"/>
                <a:cs typeface="Tahoma"/>
                <a:sym typeface="Tahoma"/>
              </a:rPr>
              <a:t> (to install or uninstall properly)</a:t>
            </a:r>
            <a:endParaRPr sz="2000">
              <a:solidFill>
                <a:schemeClr val="dk1"/>
              </a:solidFill>
              <a:latin typeface="Tahoma"/>
              <a:ea typeface="Tahoma"/>
              <a:cs typeface="Tahoma"/>
              <a:sym typeface="Tahoma"/>
            </a:endParaRPr>
          </a:p>
        </p:txBody>
      </p:sp>
      <p:pic>
        <p:nvPicPr>
          <p:cNvPr id="425" name="Google Shape;425;p6"/>
          <p:cNvPicPr preferRelativeResize="0"/>
          <p:nvPr/>
        </p:nvPicPr>
        <p:blipFill rotWithShape="1">
          <a:blip r:embed="rId3">
            <a:alphaModFix/>
          </a:blip>
          <a:srcRect b="0" l="0" r="0" t="0"/>
          <a:stretch/>
        </p:blipFill>
        <p:spPr>
          <a:xfrm>
            <a:off x="8159904" y="2187964"/>
            <a:ext cx="2528415" cy="27864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
          <p:cNvSpPr txBox="1"/>
          <p:nvPr>
            <p:ph type="title"/>
          </p:nvPr>
        </p:nvSpPr>
        <p:spPr>
          <a:xfrm>
            <a:off x="432635" y="474545"/>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4000"/>
              <a:buFont typeface="Arial Black"/>
              <a:buNone/>
            </a:pPr>
            <a:r>
              <a:rPr lang="en-US" sz="4000"/>
              <a:t>What are the Repositories:</a:t>
            </a:r>
            <a:endParaRPr sz="4000"/>
          </a:p>
        </p:txBody>
      </p:sp>
      <p:sp>
        <p:nvSpPr>
          <p:cNvPr id="431" name="Google Shape;431;p7"/>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32" name="Google Shape;432;p7"/>
          <p:cNvSpPr txBox="1"/>
          <p:nvPr/>
        </p:nvSpPr>
        <p:spPr>
          <a:xfrm>
            <a:off x="431800" y="1196340"/>
            <a:ext cx="5664200" cy="444754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2000">
                <a:solidFill>
                  <a:srgbClr val="273239"/>
                </a:solidFill>
                <a:latin typeface="Tahoma"/>
                <a:ea typeface="Tahoma"/>
                <a:cs typeface="Tahoma"/>
                <a:sym typeface="Tahoma"/>
              </a:rPr>
              <a:t>While a user can obtain package files through any method of file transfer, it is typical to use software repositories (also called repos) to obtain packages. Repositories are simply the location where the packages are stored, commonly accessible via the internet. A repository can contain a single package or thousands of packages. Most Linux distributions have their own unique repositories, sometimes separating out their core's packages into one while additional features are in others.</a:t>
            </a:r>
            <a:endParaRPr sz="2000">
              <a:solidFill>
                <a:srgbClr val="273239"/>
              </a:solidFill>
              <a:latin typeface="Tahoma"/>
              <a:ea typeface="Tahoma"/>
              <a:cs typeface="Tahoma"/>
              <a:sym typeface="Tahoma"/>
            </a:endParaRPr>
          </a:p>
        </p:txBody>
      </p:sp>
      <p:pic>
        <p:nvPicPr>
          <p:cNvPr id="433" name="Google Shape;433;p7"/>
          <p:cNvPicPr preferRelativeResize="0"/>
          <p:nvPr/>
        </p:nvPicPr>
        <p:blipFill rotWithShape="1">
          <a:blip r:embed="rId3">
            <a:alphaModFix/>
          </a:blip>
          <a:srcRect b="0" l="0" r="0" t="0"/>
          <a:stretch/>
        </p:blipFill>
        <p:spPr>
          <a:xfrm>
            <a:off x="6864662" y="1526285"/>
            <a:ext cx="4335878" cy="2978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8"/>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4000"/>
              <a:buFont typeface="Arial Black"/>
              <a:buNone/>
            </a:pPr>
            <a:r>
              <a:rPr lang="en-US" sz="4000"/>
              <a:t>What is a Package Manager</a:t>
            </a:r>
            <a:endParaRPr sz="4000"/>
          </a:p>
        </p:txBody>
      </p:sp>
      <p:sp>
        <p:nvSpPr>
          <p:cNvPr id="439" name="Google Shape;439;p8"/>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40" name="Google Shape;440;p8"/>
          <p:cNvSpPr txBox="1"/>
          <p:nvPr/>
        </p:nvSpPr>
        <p:spPr>
          <a:xfrm>
            <a:off x="432000" y="1391920"/>
            <a:ext cx="10144560"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rgbClr val="273239"/>
                </a:solidFill>
                <a:latin typeface="Tahoma"/>
                <a:ea typeface="Tahoma"/>
                <a:cs typeface="Tahoma"/>
                <a:sym typeface="Tahoma"/>
              </a:rPr>
              <a:t>A package manager is a command-line or graphical tool used to automate the process of:</a:t>
            </a:r>
            <a:endParaRPr b="0" i="0" sz="2400">
              <a:solidFill>
                <a:srgbClr val="273239"/>
              </a:solidFill>
              <a:latin typeface="Tahoma"/>
              <a:ea typeface="Tahoma"/>
              <a:cs typeface="Tahoma"/>
              <a:sym typeface="Tahoma"/>
            </a:endParaRPr>
          </a:p>
          <a:p>
            <a:pPr indent="0" lvl="0" marL="0" marR="0" rtl="0" algn="l">
              <a:spcBef>
                <a:spcPts val="0"/>
              </a:spcBef>
              <a:spcAft>
                <a:spcPts val="0"/>
              </a:spcAft>
              <a:buNone/>
            </a:pPr>
            <a:r>
              <a:t/>
            </a:r>
            <a:endParaRPr b="0" i="0" sz="2400">
              <a:solidFill>
                <a:srgbClr val="273239"/>
              </a:solidFill>
              <a:latin typeface="Tahoma"/>
              <a:ea typeface="Tahoma"/>
              <a:cs typeface="Tahoma"/>
              <a:sym typeface="Tahoma"/>
            </a:endParaRPr>
          </a:p>
          <a:p>
            <a:pPr indent="-342900" lvl="0" marL="342900" marR="0" rtl="0" algn="l">
              <a:spcBef>
                <a:spcPts val="0"/>
              </a:spcBef>
              <a:spcAft>
                <a:spcPts val="0"/>
              </a:spcAft>
              <a:buClr>
                <a:srgbClr val="273239"/>
              </a:buClr>
              <a:buSzPts val="2400"/>
              <a:buFont typeface="Arial"/>
              <a:buChar char="•"/>
            </a:pPr>
            <a:r>
              <a:rPr b="0" i="0" lang="en-US" sz="2400">
                <a:solidFill>
                  <a:srgbClr val="273239"/>
                </a:solidFill>
                <a:latin typeface="Tahoma"/>
                <a:ea typeface="Tahoma"/>
                <a:cs typeface="Tahoma"/>
                <a:sym typeface="Tahoma"/>
              </a:rPr>
              <a:t>Installing,</a:t>
            </a:r>
            <a:endParaRPr b="0" i="0" sz="2400">
              <a:solidFill>
                <a:srgbClr val="273239"/>
              </a:solidFill>
              <a:latin typeface="Tahoma"/>
              <a:ea typeface="Tahoma"/>
              <a:cs typeface="Tahoma"/>
              <a:sym typeface="Tahoma"/>
            </a:endParaRPr>
          </a:p>
          <a:p>
            <a:pPr indent="-190500" lvl="0" marL="342900" marR="0" rtl="0" algn="l">
              <a:spcBef>
                <a:spcPts val="0"/>
              </a:spcBef>
              <a:spcAft>
                <a:spcPts val="0"/>
              </a:spcAft>
              <a:buClr>
                <a:schemeClr val="dk1"/>
              </a:buClr>
              <a:buSzPts val="2400"/>
              <a:buFont typeface="Arial"/>
              <a:buNone/>
            </a:pPr>
            <a:r>
              <a:t/>
            </a:r>
            <a:endParaRPr b="0" i="0" sz="2400">
              <a:solidFill>
                <a:srgbClr val="273239"/>
              </a:solidFill>
              <a:latin typeface="Tahoma"/>
              <a:ea typeface="Tahoma"/>
              <a:cs typeface="Tahoma"/>
              <a:sym typeface="Tahoma"/>
            </a:endParaRPr>
          </a:p>
          <a:p>
            <a:pPr indent="-342900" lvl="0" marL="342900" marR="0" rtl="0" algn="l">
              <a:spcBef>
                <a:spcPts val="0"/>
              </a:spcBef>
              <a:spcAft>
                <a:spcPts val="0"/>
              </a:spcAft>
              <a:buClr>
                <a:srgbClr val="273239"/>
              </a:buClr>
              <a:buSzPts val="2400"/>
              <a:buFont typeface="Arial"/>
              <a:buChar char="•"/>
            </a:pPr>
            <a:r>
              <a:rPr b="0" i="0" lang="en-US" sz="2400">
                <a:solidFill>
                  <a:srgbClr val="273239"/>
                </a:solidFill>
                <a:latin typeface="Tahoma"/>
                <a:ea typeface="Tahoma"/>
                <a:cs typeface="Tahoma"/>
                <a:sym typeface="Tahoma"/>
              </a:rPr>
              <a:t>Updating and,</a:t>
            </a:r>
            <a:endParaRPr b="0" i="0" sz="2400">
              <a:solidFill>
                <a:srgbClr val="273239"/>
              </a:solidFill>
              <a:latin typeface="Tahoma"/>
              <a:ea typeface="Tahoma"/>
              <a:cs typeface="Tahoma"/>
              <a:sym typeface="Tahoma"/>
            </a:endParaRPr>
          </a:p>
          <a:p>
            <a:pPr indent="-190500" lvl="0" marL="342900" marR="0" rtl="0" algn="l">
              <a:spcBef>
                <a:spcPts val="0"/>
              </a:spcBef>
              <a:spcAft>
                <a:spcPts val="0"/>
              </a:spcAft>
              <a:buClr>
                <a:schemeClr val="dk1"/>
              </a:buClr>
              <a:buSzPts val="2400"/>
              <a:buFont typeface="Arial"/>
              <a:buNone/>
            </a:pPr>
            <a:r>
              <a:t/>
            </a:r>
            <a:endParaRPr b="0" i="0" sz="2400">
              <a:solidFill>
                <a:srgbClr val="273239"/>
              </a:solidFill>
              <a:latin typeface="Tahoma"/>
              <a:ea typeface="Tahoma"/>
              <a:cs typeface="Tahoma"/>
              <a:sym typeface="Tahoma"/>
            </a:endParaRPr>
          </a:p>
          <a:p>
            <a:pPr indent="-342900" lvl="0" marL="342900" marR="0" rtl="0" algn="l">
              <a:spcBef>
                <a:spcPts val="0"/>
              </a:spcBef>
              <a:spcAft>
                <a:spcPts val="0"/>
              </a:spcAft>
              <a:buClr>
                <a:srgbClr val="273239"/>
              </a:buClr>
              <a:buSzPts val="2400"/>
              <a:buFont typeface="Arial"/>
              <a:buChar char="•"/>
            </a:pPr>
            <a:r>
              <a:rPr lang="en-US" sz="2400">
                <a:solidFill>
                  <a:srgbClr val="273239"/>
                </a:solidFill>
                <a:latin typeface="Tahoma"/>
                <a:ea typeface="Tahoma"/>
                <a:cs typeface="Tahoma"/>
                <a:sym typeface="Tahoma"/>
              </a:rPr>
              <a:t>R</a:t>
            </a:r>
            <a:r>
              <a:rPr b="0" i="0" lang="en-US" sz="2400">
                <a:solidFill>
                  <a:srgbClr val="273239"/>
                </a:solidFill>
                <a:latin typeface="Tahoma"/>
                <a:ea typeface="Tahoma"/>
                <a:cs typeface="Tahoma"/>
                <a:sym typeface="Tahoma"/>
              </a:rPr>
              <a:t>emoving software packages on a Linux system.</a:t>
            </a:r>
            <a:endParaRPr b="0" i="0" sz="2400">
              <a:solidFill>
                <a:srgbClr val="273239"/>
              </a:solidFill>
              <a:latin typeface="Tahoma"/>
              <a:ea typeface="Tahoma"/>
              <a:cs typeface="Tahoma"/>
              <a:sym typeface="Tahoma"/>
            </a:endParaRPr>
          </a:p>
          <a:p>
            <a:pPr indent="-190500" lvl="0" marL="342900" marR="0" rtl="0" algn="l">
              <a:spcBef>
                <a:spcPts val="0"/>
              </a:spcBef>
              <a:spcAft>
                <a:spcPts val="0"/>
              </a:spcAft>
              <a:buClr>
                <a:schemeClr val="dk1"/>
              </a:buClr>
              <a:buSzPts val="2400"/>
              <a:buFont typeface="Arial"/>
              <a:buNone/>
            </a:pPr>
            <a:r>
              <a:t/>
            </a:r>
            <a:endParaRPr sz="2400">
              <a:solidFill>
                <a:srgbClr val="273239"/>
              </a:solidFill>
              <a:latin typeface="Tahoma"/>
              <a:ea typeface="Tahoma"/>
              <a:cs typeface="Tahoma"/>
              <a:sym typeface="Tahoma"/>
            </a:endParaRPr>
          </a:p>
          <a:p>
            <a:pPr indent="0" lvl="0" marL="0" marR="0" rtl="0" algn="l">
              <a:spcBef>
                <a:spcPts val="0"/>
              </a:spcBef>
              <a:spcAft>
                <a:spcPts val="0"/>
              </a:spcAft>
              <a:buNone/>
            </a:pPr>
            <a:r>
              <a:rPr b="0" i="0" lang="en-US" sz="2400">
                <a:solidFill>
                  <a:srgbClr val="273239"/>
                </a:solidFill>
                <a:latin typeface="Tahoma"/>
                <a:ea typeface="Tahoma"/>
                <a:cs typeface="Tahoma"/>
                <a:sym typeface="Tahoma"/>
              </a:rPr>
              <a:t>Package managers keep track of the packages, making it easier to manage software on a Linux system. In Linux, package managers install packages from repositories.</a:t>
            </a:r>
            <a:endParaRPr b="0" i="0" sz="2400">
              <a:solidFill>
                <a:srgbClr val="273239"/>
              </a:solidFill>
              <a:latin typeface="Tahoma"/>
              <a:ea typeface="Tahoma"/>
              <a:cs typeface="Tahoma"/>
              <a:sym typeface="Tahoma"/>
            </a:endParaRPr>
          </a:p>
          <a:p>
            <a:pPr indent="0" lvl="0" marL="0" marR="0" rtl="0" algn="l">
              <a:spcBef>
                <a:spcPts val="0"/>
              </a:spcBef>
              <a:spcAft>
                <a:spcPts val="0"/>
              </a:spcAft>
              <a:buNone/>
            </a:pPr>
            <a:r>
              <a:rPr b="0" i="0" lang="en-US" sz="2400">
                <a:solidFill>
                  <a:srgbClr val="273239"/>
                </a:solidFill>
                <a:latin typeface="Tahoma"/>
                <a:ea typeface="Tahoma"/>
                <a:cs typeface="Tahoma"/>
                <a:sym typeface="Tahoma"/>
              </a:rPr>
              <a:t> </a:t>
            </a:r>
            <a:endParaRPr b="0" i="0" sz="2400">
              <a:solidFill>
                <a:srgbClr val="273239"/>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9"/>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4000"/>
              <a:buFont typeface="Arial Black"/>
              <a:buNone/>
            </a:pPr>
            <a:r>
              <a:rPr lang="en-US" sz="4000"/>
              <a:t>What is a Package Manager</a:t>
            </a:r>
            <a:endParaRPr sz="4000"/>
          </a:p>
        </p:txBody>
      </p:sp>
      <p:sp>
        <p:nvSpPr>
          <p:cNvPr id="446" name="Google Shape;446;p9"/>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47" name="Google Shape;447;p9"/>
          <p:cNvSpPr txBox="1"/>
          <p:nvPr/>
        </p:nvSpPr>
        <p:spPr>
          <a:xfrm>
            <a:off x="432000" y="1391920"/>
            <a:ext cx="9841553" cy="1928733"/>
          </a:xfrm>
          <a:prstGeom prst="rect">
            <a:avLst/>
          </a:prstGeom>
          <a:noFill/>
          <a:ln>
            <a:noFill/>
          </a:ln>
        </p:spPr>
        <p:txBody>
          <a:bodyPr anchorCtr="0" anchor="t" bIns="45700" lIns="91425" spcFirstLastPara="1" rIns="91425" wrap="square" tIns="45700">
            <a:spAutoFit/>
          </a:bodyPr>
          <a:lstStyle/>
          <a:p>
            <a:pPr indent="0" lvl="0" marL="0" marR="0" rtl="0" algn="just">
              <a:lnSpc>
                <a:spcPct val="120277"/>
              </a:lnSpc>
              <a:spcBef>
                <a:spcPts val="0"/>
              </a:spcBef>
              <a:spcAft>
                <a:spcPts val="0"/>
              </a:spcAft>
              <a:buNone/>
            </a:pPr>
            <a:r>
              <a:rPr lang="en-US" sz="1800">
                <a:solidFill>
                  <a:srgbClr val="273239"/>
                </a:solidFill>
                <a:latin typeface="Tahoma"/>
                <a:ea typeface="Tahoma"/>
                <a:cs typeface="Tahoma"/>
                <a:sym typeface="Tahoma"/>
              </a:rPr>
              <a:t>The package manager is not exclusive to Linux; it is almost available in all operating systems. Developers construct and develop software applications and packages on the foundation of the Linux operating system.</a:t>
            </a:r>
            <a:endParaRPr sz="1800">
              <a:solidFill>
                <a:srgbClr val="273239"/>
              </a:solidFill>
              <a:latin typeface="Tahoma"/>
              <a:ea typeface="Tahoma"/>
              <a:cs typeface="Tahoma"/>
              <a:sym typeface="Tahoma"/>
            </a:endParaRPr>
          </a:p>
          <a:p>
            <a:pPr indent="0" lvl="0" marL="0" marR="0" rtl="0" algn="just">
              <a:lnSpc>
                <a:spcPct val="120277"/>
              </a:lnSpc>
              <a:spcBef>
                <a:spcPts val="1275"/>
              </a:spcBef>
              <a:spcAft>
                <a:spcPts val="0"/>
              </a:spcAft>
              <a:buNone/>
            </a:pPr>
            <a:r>
              <a:rPr lang="en-US" sz="1800">
                <a:solidFill>
                  <a:srgbClr val="273239"/>
                </a:solidFill>
                <a:latin typeface="Tahoma"/>
                <a:ea typeface="Tahoma"/>
                <a:cs typeface="Tahoma"/>
                <a:sym typeface="Tahoma"/>
              </a:rPr>
              <a:t>The package manager requests a list of software packages that can be installed on the system by connecting to the repositories. It evaluates every package metadata to ensure that its dependencies are satisfied.</a:t>
            </a:r>
            <a:endParaRPr b="0" i="0" sz="2000">
              <a:solidFill>
                <a:srgbClr val="273239"/>
              </a:solidFill>
              <a:latin typeface="Tahoma"/>
              <a:ea typeface="Tahoma"/>
              <a:cs typeface="Tahoma"/>
              <a:sym typeface="Tahoma"/>
            </a:endParaRPr>
          </a:p>
        </p:txBody>
      </p:sp>
      <p:pic>
        <p:nvPicPr>
          <p:cNvPr id="448" name="Google Shape;448;p9"/>
          <p:cNvPicPr preferRelativeResize="0"/>
          <p:nvPr/>
        </p:nvPicPr>
        <p:blipFill rotWithShape="1">
          <a:blip r:embed="rId3">
            <a:alphaModFix/>
          </a:blip>
          <a:srcRect b="0" l="0" r="0" t="0"/>
          <a:stretch/>
        </p:blipFill>
        <p:spPr>
          <a:xfrm>
            <a:off x="2356457" y="3429000"/>
            <a:ext cx="6779840" cy="25557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73239"/>
              </a:buClr>
              <a:buSzPts val="4000"/>
              <a:buFont typeface="Arial Black"/>
              <a:buNone/>
            </a:pPr>
            <a:r>
              <a:rPr b="1" i="0" lang="en-US" sz="4000">
                <a:solidFill>
                  <a:srgbClr val="273239"/>
                </a:solidFill>
              </a:rPr>
              <a:t>Functionalities</a:t>
            </a:r>
            <a:r>
              <a:rPr b="1" i="0" lang="en-US" sz="4000">
                <a:solidFill>
                  <a:srgbClr val="273239"/>
                </a:solidFill>
                <a:latin typeface="Tahoma"/>
                <a:ea typeface="Tahoma"/>
                <a:cs typeface="Tahoma"/>
                <a:sym typeface="Tahoma"/>
              </a:rPr>
              <a:t> of Package Manager in Linux</a:t>
            </a:r>
            <a:br>
              <a:rPr b="1" i="0" lang="en-US" sz="4000">
                <a:solidFill>
                  <a:srgbClr val="273239"/>
                </a:solidFill>
                <a:latin typeface="Tahoma"/>
                <a:ea typeface="Tahoma"/>
                <a:cs typeface="Tahoma"/>
                <a:sym typeface="Tahoma"/>
              </a:rPr>
            </a:br>
            <a:endParaRPr sz="4000">
              <a:latin typeface="Tahoma"/>
              <a:ea typeface="Tahoma"/>
              <a:cs typeface="Tahoma"/>
              <a:sym typeface="Tahoma"/>
            </a:endParaRPr>
          </a:p>
        </p:txBody>
      </p:sp>
      <p:sp>
        <p:nvSpPr>
          <p:cNvPr id="454" name="Google Shape;454;p10"/>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55" name="Google Shape;455;p10"/>
          <p:cNvSpPr txBox="1"/>
          <p:nvPr/>
        </p:nvSpPr>
        <p:spPr>
          <a:xfrm>
            <a:off x="432000" y="1513840"/>
            <a:ext cx="9631680" cy="42678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73239"/>
              </a:buClr>
              <a:buSzPts val="2000"/>
              <a:buFont typeface="Tahoma"/>
              <a:buNone/>
            </a:pPr>
            <a:r>
              <a:rPr b="1" i="0" lang="en-US" sz="2000">
                <a:solidFill>
                  <a:srgbClr val="273239"/>
                </a:solidFill>
                <a:latin typeface="Tahoma"/>
                <a:ea typeface="Tahoma"/>
                <a:cs typeface="Tahoma"/>
                <a:sym typeface="Tahoma"/>
              </a:rPr>
              <a:t>Installation:</a:t>
            </a:r>
            <a:r>
              <a:rPr b="0" i="0" lang="en-US" sz="2000">
                <a:solidFill>
                  <a:srgbClr val="273239"/>
                </a:solidFill>
                <a:latin typeface="Tahoma"/>
                <a:ea typeface="Tahoma"/>
                <a:cs typeface="Tahoma"/>
                <a:sym typeface="Tahoma"/>
              </a:rPr>
              <a:t> Package managers facilitate the installation of software packages from repositories or local files. They automatically handle dependencies, ensuring that all required components are installed.</a:t>
            </a:r>
            <a:endParaRPr b="0" i="0" sz="2000">
              <a:solidFill>
                <a:srgbClr val="273239"/>
              </a:solidFill>
              <a:latin typeface="Tahoma"/>
              <a:ea typeface="Tahoma"/>
              <a:cs typeface="Tahoma"/>
              <a:sym typeface="Tahoma"/>
            </a:endParaRPr>
          </a:p>
          <a:p>
            <a:pPr indent="0" lvl="0" marL="0" marR="0" rtl="0" algn="l">
              <a:spcBef>
                <a:spcPts val="750"/>
              </a:spcBef>
              <a:spcAft>
                <a:spcPts val="0"/>
              </a:spcAft>
              <a:buClr>
                <a:srgbClr val="273239"/>
              </a:buClr>
              <a:buSzPts val="2000"/>
              <a:buFont typeface="Tahoma"/>
              <a:buNone/>
            </a:pPr>
            <a:r>
              <a:rPr b="1" i="0" lang="en-US" sz="2000">
                <a:solidFill>
                  <a:srgbClr val="273239"/>
                </a:solidFill>
                <a:latin typeface="Tahoma"/>
                <a:ea typeface="Tahoma"/>
                <a:cs typeface="Tahoma"/>
                <a:sym typeface="Tahoma"/>
              </a:rPr>
              <a:t>Dependency Resolution:</a:t>
            </a:r>
            <a:r>
              <a:rPr b="0" i="0" lang="en-US" sz="2000">
                <a:solidFill>
                  <a:srgbClr val="273239"/>
                </a:solidFill>
                <a:latin typeface="Tahoma"/>
                <a:ea typeface="Tahoma"/>
                <a:cs typeface="Tahoma"/>
                <a:sym typeface="Tahoma"/>
              </a:rPr>
              <a:t> Linux software often relies on other packages. Package managers detect these dependencies and fetch and install them automatically.</a:t>
            </a:r>
            <a:endParaRPr b="0" i="0" sz="2000">
              <a:solidFill>
                <a:srgbClr val="273239"/>
              </a:solidFill>
              <a:latin typeface="Tahoma"/>
              <a:ea typeface="Tahoma"/>
              <a:cs typeface="Tahoma"/>
              <a:sym typeface="Tahoma"/>
            </a:endParaRPr>
          </a:p>
          <a:p>
            <a:pPr indent="0" lvl="0" marL="0" marR="0" rtl="0" algn="l">
              <a:spcBef>
                <a:spcPts val="750"/>
              </a:spcBef>
              <a:spcAft>
                <a:spcPts val="0"/>
              </a:spcAft>
              <a:buClr>
                <a:srgbClr val="273239"/>
              </a:buClr>
              <a:buSzPts val="2000"/>
              <a:buFont typeface="Tahoma"/>
              <a:buNone/>
            </a:pPr>
            <a:r>
              <a:rPr b="1" i="0" lang="en-US" sz="2000">
                <a:solidFill>
                  <a:srgbClr val="273239"/>
                </a:solidFill>
                <a:latin typeface="Tahoma"/>
                <a:ea typeface="Tahoma"/>
                <a:cs typeface="Tahoma"/>
                <a:sym typeface="Tahoma"/>
              </a:rPr>
              <a:t>Upgrading:</a:t>
            </a:r>
            <a:r>
              <a:rPr b="0" i="0" lang="en-US" sz="2000">
                <a:solidFill>
                  <a:srgbClr val="273239"/>
                </a:solidFill>
                <a:latin typeface="Tahoma"/>
                <a:ea typeface="Tahoma"/>
                <a:cs typeface="Tahoma"/>
                <a:sym typeface="Tahoma"/>
              </a:rPr>
              <a:t> Package managers allow users to update installed software to the latest versions. This helps in keeping the system secure and up-to-date.</a:t>
            </a:r>
            <a:endParaRPr b="0" i="0" sz="2000">
              <a:solidFill>
                <a:srgbClr val="273239"/>
              </a:solidFill>
              <a:latin typeface="Tahoma"/>
              <a:ea typeface="Tahoma"/>
              <a:cs typeface="Tahoma"/>
              <a:sym typeface="Tahoma"/>
            </a:endParaRPr>
          </a:p>
          <a:p>
            <a:pPr indent="0" lvl="0" marL="0" marR="0" rtl="0" algn="l">
              <a:spcBef>
                <a:spcPts val="750"/>
              </a:spcBef>
              <a:spcAft>
                <a:spcPts val="0"/>
              </a:spcAft>
              <a:buClr>
                <a:srgbClr val="273239"/>
              </a:buClr>
              <a:buSzPts val="2000"/>
              <a:buFont typeface="Tahoma"/>
              <a:buNone/>
            </a:pPr>
            <a:r>
              <a:rPr b="1" i="0" lang="en-US" sz="2000">
                <a:solidFill>
                  <a:srgbClr val="273239"/>
                </a:solidFill>
                <a:latin typeface="Tahoma"/>
                <a:ea typeface="Tahoma"/>
                <a:cs typeface="Tahoma"/>
                <a:sym typeface="Tahoma"/>
              </a:rPr>
              <a:t>Removal: </a:t>
            </a:r>
            <a:r>
              <a:rPr b="0" i="0" lang="en-US" sz="2000">
                <a:solidFill>
                  <a:srgbClr val="273239"/>
                </a:solidFill>
                <a:latin typeface="Tahoma"/>
                <a:ea typeface="Tahoma"/>
                <a:cs typeface="Tahoma"/>
                <a:sym typeface="Tahoma"/>
              </a:rPr>
              <a:t>Uninstalling software is straightforward with package managers. They ensure that all related files and dependencies are removed, preventing conflicts.</a:t>
            </a:r>
            <a:endParaRPr b="0" i="0" sz="2000">
              <a:solidFill>
                <a:srgbClr val="273239"/>
              </a:solidFill>
              <a:latin typeface="Tahoma"/>
              <a:ea typeface="Tahoma"/>
              <a:cs typeface="Tahoma"/>
              <a:sym typeface="Tahoma"/>
            </a:endParaRPr>
          </a:p>
          <a:p>
            <a:pPr indent="0" lvl="0" marL="0" marR="0" rtl="0" algn="l">
              <a:spcBef>
                <a:spcPts val="750"/>
              </a:spcBef>
              <a:spcAft>
                <a:spcPts val="0"/>
              </a:spcAft>
              <a:buNone/>
            </a:pPr>
            <a:r>
              <a:rPr b="1" i="0" lang="en-US" sz="2000">
                <a:solidFill>
                  <a:srgbClr val="273239"/>
                </a:solidFill>
                <a:latin typeface="Tahoma"/>
                <a:ea typeface="Tahoma"/>
                <a:cs typeface="Tahoma"/>
                <a:sym typeface="Tahoma"/>
              </a:rPr>
              <a:t>Querying:</a:t>
            </a:r>
            <a:r>
              <a:rPr b="0" i="0" lang="en-US" sz="2000">
                <a:solidFill>
                  <a:srgbClr val="273239"/>
                </a:solidFill>
                <a:latin typeface="Tahoma"/>
                <a:ea typeface="Tahoma"/>
                <a:cs typeface="Tahoma"/>
                <a:sym typeface="Tahoma"/>
              </a:rPr>
              <a:t> Users can query the package manager to get information about installed packages, available updates, and package details.</a:t>
            </a:r>
            <a:endParaRPr b="0" i="0" sz="2000">
              <a:solidFill>
                <a:srgbClr val="273239"/>
              </a:solidFill>
              <a:latin typeface="Tahoma"/>
              <a:ea typeface="Tahoma"/>
              <a:cs typeface="Tahoma"/>
              <a:sym typeface="Tahoma"/>
            </a:endParaRPr>
          </a:p>
          <a:p>
            <a:pPr indent="0" lvl="0" marL="0" marR="0" rtl="0" algn="l">
              <a:spcBef>
                <a:spcPts val="750"/>
              </a:spcBef>
              <a:spcAft>
                <a:spcPts val="0"/>
              </a:spcAft>
              <a:buNone/>
            </a:pPr>
            <a:r>
              <a:t/>
            </a:r>
            <a:endParaRPr sz="1800">
              <a:solidFill>
                <a:schemeClr val="dk1"/>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1"/>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4000"/>
              <a:buFont typeface="Arial Black"/>
              <a:buNone/>
            </a:pPr>
            <a:r>
              <a:rPr lang="en-US" sz="4000"/>
              <a:t>Types of Package Managers</a:t>
            </a:r>
            <a:endParaRPr sz="4000"/>
          </a:p>
        </p:txBody>
      </p:sp>
      <p:sp>
        <p:nvSpPr>
          <p:cNvPr id="461" name="Google Shape;461;p11"/>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62" name="Google Shape;462;p11"/>
          <p:cNvSpPr txBox="1"/>
          <p:nvPr/>
        </p:nvSpPr>
        <p:spPr>
          <a:xfrm>
            <a:off x="573740" y="1264024"/>
            <a:ext cx="104976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273239"/>
                </a:solidFill>
                <a:latin typeface="Tahoma"/>
                <a:ea typeface="Tahoma"/>
                <a:cs typeface="Tahoma"/>
                <a:sym typeface="Tahoma"/>
              </a:rPr>
              <a:t>Linux distributions use different package managers depending on the system architecture and philosophy. The main types are:</a:t>
            </a:r>
            <a:endParaRPr sz="2000">
              <a:solidFill>
                <a:srgbClr val="273239"/>
              </a:solidFill>
              <a:latin typeface="Tahoma"/>
              <a:ea typeface="Tahoma"/>
              <a:cs typeface="Tahoma"/>
              <a:sym typeface="Tahoma"/>
            </a:endParaRPr>
          </a:p>
        </p:txBody>
      </p:sp>
      <p:sp>
        <p:nvSpPr>
          <p:cNvPr id="463" name="Google Shape;463;p11"/>
          <p:cNvSpPr txBox="1"/>
          <p:nvPr/>
        </p:nvSpPr>
        <p:spPr>
          <a:xfrm>
            <a:off x="420001" y="2441806"/>
            <a:ext cx="4249272" cy="317009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Tahoma"/>
              <a:buAutoNum type="arabicPeriod"/>
            </a:pPr>
            <a:r>
              <a:rPr b="1" lang="en-US" sz="1800">
                <a:solidFill>
                  <a:schemeClr val="dk1"/>
                </a:solidFill>
                <a:latin typeface="Tahoma"/>
                <a:ea typeface="Tahoma"/>
                <a:cs typeface="Tahoma"/>
                <a:sym typeface="Tahoma"/>
              </a:rPr>
              <a:t>DEB-based (Debian Family)</a:t>
            </a:r>
            <a:endParaRPr b="1" sz="1800">
              <a:solidFill>
                <a:schemeClr val="dk1"/>
              </a:solidFill>
              <a:latin typeface="Tahoma"/>
              <a:ea typeface="Tahoma"/>
              <a:cs typeface="Tahoma"/>
              <a:sym typeface="Tahoma"/>
            </a:endParaRPr>
          </a:p>
          <a:p>
            <a:pPr indent="-228600" lvl="0" marL="342900" marR="0" rtl="0" algn="l">
              <a:spcBef>
                <a:spcPts val="0"/>
              </a:spcBef>
              <a:spcAft>
                <a:spcPts val="0"/>
              </a:spcAft>
              <a:buClr>
                <a:schemeClr val="dk1"/>
              </a:buClr>
              <a:buSzPts val="1800"/>
              <a:buFont typeface="Tahoma"/>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Package Format: </a:t>
            </a:r>
            <a:r>
              <a:rPr lang="en-US" sz="1800">
                <a:solidFill>
                  <a:schemeClr val="dk1"/>
                </a:solidFill>
                <a:highlight>
                  <a:srgbClr val="C0C0C0"/>
                </a:highlight>
                <a:latin typeface="Tahoma"/>
                <a:ea typeface="Tahoma"/>
                <a:cs typeface="Tahoma"/>
                <a:sym typeface="Tahoma"/>
              </a:rPr>
              <a:t>.deb</a:t>
            </a:r>
            <a:endParaRPr sz="1800">
              <a:solidFill>
                <a:schemeClr val="dk1"/>
              </a:solidFill>
              <a:highlight>
                <a:srgbClr val="C0C0C0"/>
              </a:highlight>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Popular Managers: </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sz="1800">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APT</a:t>
            </a:r>
            <a:r>
              <a:rPr b="0" i="0" lang="en-US" sz="1800" u="none" cap="none" strike="noStrike">
                <a:solidFill>
                  <a:schemeClr val="dk1"/>
                </a:solidFill>
                <a:latin typeface="Tahoma"/>
                <a:ea typeface="Tahoma"/>
                <a:cs typeface="Tahoma"/>
                <a:sym typeface="Tahoma"/>
              </a:rPr>
              <a:t> (Advanced Package Tool)</a:t>
            </a:r>
            <a:endParaRPr b="0" i="0" sz="18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dpkg</a:t>
            </a:r>
            <a:endParaRPr b="0" i="0" sz="1800" u="none" cap="none" strike="noStrike">
              <a:solidFill>
                <a:schemeClr val="dk1"/>
              </a:solidFill>
              <a:highlight>
                <a:srgbClr val="C0C0C0"/>
              </a:highlight>
              <a:latin typeface="Tahoma"/>
              <a:ea typeface="Tahoma"/>
              <a:cs typeface="Tahoma"/>
              <a:sym typeface="Tahoma"/>
            </a:endParaRPr>
          </a:p>
          <a:p>
            <a:pPr indent="0" lvl="0" marL="0" marR="0" rtl="0" algn="l">
              <a:spcBef>
                <a:spcPts val="0"/>
              </a:spcBef>
              <a:spcAft>
                <a:spcPts val="0"/>
              </a:spcAft>
              <a:buNone/>
            </a:pPr>
            <a:r>
              <a:t/>
            </a:r>
            <a:endParaRPr sz="2000">
              <a:solidFill>
                <a:srgbClr val="273239"/>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Used in: </a:t>
            </a:r>
            <a:r>
              <a:rPr lang="en-US" sz="1800">
                <a:solidFill>
                  <a:schemeClr val="dk1"/>
                </a:solidFill>
                <a:latin typeface="Tahoma"/>
                <a:ea typeface="Tahoma"/>
                <a:cs typeface="Tahoma"/>
                <a:sym typeface="Tahoma"/>
              </a:rPr>
              <a:t>Ubuntu, Debian, Linux Mint</a:t>
            </a:r>
            <a:endParaRPr sz="1800">
              <a:solidFill>
                <a:schemeClr val="dk1"/>
              </a:solidFill>
              <a:latin typeface="Tahoma"/>
              <a:ea typeface="Tahoma"/>
              <a:cs typeface="Tahoma"/>
              <a:sym typeface="Tahoma"/>
            </a:endParaRPr>
          </a:p>
        </p:txBody>
      </p:sp>
      <p:sp>
        <p:nvSpPr>
          <p:cNvPr id="464" name="Google Shape;464;p11"/>
          <p:cNvSpPr txBox="1"/>
          <p:nvPr/>
        </p:nvSpPr>
        <p:spPr>
          <a:xfrm>
            <a:off x="5491552" y="2441806"/>
            <a:ext cx="6490448" cy="3554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ahoma"/>
                <a:ea typeface="Tahoma"/>
                <a:cs typeface="Tahoma"/>
                <a:sym typeface="Tahoma"/>
              </a:rPr>
              <a:t>2. RPM-based (Red Hat Family)</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Package Format: </a:t>
            </a:r>
            <a:r>
              <a:rPr lang="en-US" sz="1800">
                <a:solidFill>
                  <a:schemeClr val="dk1"/>
                </a:solidFill>
                <a:highlight>
                  <a:srgbClr val="C0C0C0"/>
                </a:highlight>
                <a:latin typeface="Tahoma"/>
                <a:ea typeface="Tahoma"/>
                <a:cs typeface="Tahoma"/>
                <a:sym typeface="Tahoma"/>
              </a:rPr>
              <a:t>.rpm</a:t>
            </a:r>
            <a:endParaRPr sz="1800">
              <a:solidFill>
                <a:schemeClr val="dk1"/>
              </a:solidFill>
              <a:highlight>
                <a:srgbClr val="C0C0C0"/>
              </a:highlight>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Popular Managers:</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sz="1800">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YUM</a:t>
            </a:r>
            <a:r>
              <a:rPr b="0" i="0" lang="en-US" sz="1800" u="none" cap="none" strike="noStrike">
                <a:solidFill>
                  <a:schemeClr val="dk1"/>
                </a:solidFill>
                <a:latin typeface="Tahoma"/>
                <a:ea typeface="Tahoma"/>
                <a:cs typeface="Tahoma"/>
                <a:sym typeface="Tahoma"/>
              </a:rPr>
              <a:t> (Yellowdog Updater Modified) – older systems</a:t>
            </a:r>
            <a:endParaRPr b="0" i="0" sz="18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DNF</a:t>
            </a:r>
            <a:r>
              <a:rPr b="0" i="0" lang="en-US" sz="1800" u="none" cap="none" strike="noStrike">
                <a:solidFill>
                  <a:schemeClr val="dk1"/>
                </a:solidFill>
                <a:latin typeface="Tahoma"/>
                <a:ea typeface="Tahoma"/>
                <a:cs typeface="Tahoma"/>
                <a:sym typeface="Tahoma"/>
              </a:rPr>
              <a:t> (Dandified YUM) – newer Fedora, RHEL, CentOS</a:t>
            </a:r>
            <a:endParaRPr b="0" i="0" sz="18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RPM</a:t>
            </a:r>
            <a:r>
              <a:rPr b="0" i="0" lang="en-US" sz="1800" u="none" cap="none" strike="noStrike">
                <a:solidFill>
                  <a:schemeClr val="dk1"/>
                </a:solidFill>
                <a:latin typeface="Tahoma"/>
                <a:ea typeface="Tahoma"/>
                <a:cs typeface="Tahoma"/>
                <a:sym typeface="Tahoma"/>
              </a:rPr>
              <a:t> – low-level tool</a:t>
            </a:r>
            <a:endParaRPr b="0" i="0" sz="18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Used in: </a:t>
            </a:r>
            <a:r>
              <a:rPr lang="en-US" sz="1800">
                <a:solidFill>
                  <a:schemeClr val="dk1"/>
                </a:solidFill>
                <a:latin typeface="Tahoma"/>
                <a:ea typeface="Tahoma"/>
                <a:cs typeface="Tahoma"/>
                <a:sym typeface="Tahoma"/>
              </a:rPr>
              <a:t>Fedora, RHEL, CentOS, AlmaLinux, Rocky Linux</a:t>
            </a:r>
            <a:endParaRPr sz="1800">
              <a:solidFill>
                <a:schemeClr val="dk1"/>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2"/>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4000"/>
              <a:buFont typeface="Arial Black"/>
              <a:buNone/>
            </a:pPr>
            <a:r>
              <a:rPr lang="en-US" sz="4000"/>
              <a:t>Types of Package Managers</a:t>
            </a:r>
            <a:endParaRPr sz="4000"/>
          </a:p>
        </p:txBody>
      </p:sp>
      <p:sp>
        <p:nvSpPr>
          <p:cNvPr id="470" name="Google Shape;470;p12"/>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71" name="Google Shape;471;p12"/>
          <p:cNvSpPr txBox="1"/>
          <p:nvPr/>
        </p:nvSpPr>
        <p:spPr>
          <a:xfrm>
            <a:off x="573740" y="1264024"/>
            <a:ext cx="104976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273239"/>
                </a:solidFill>
                <a:latin typeface="Tahoma"/>
                <a:ea typeface="Tahoma"/>
                <a:cs typeface="Tahoma"/>
                <a:sym typeface="Tahoma"/>
              </a:rPr>
              <a:t>Linux distributions use different package managers depending on the system architecture and philosophy. The main types are:</a:t>
            </a:r>
            <a:endParaRPr sz="2000">
              <a:solidFill>
                <a:srgbClr val="273239"/>
              </a:solidFill>
              <a:latin typeface="Tahoma"/>
              <a:ea typeface="Tahoma"/>
              <a:cs typeface="Tahoma"/>
              <a:sym typeface="Tahoma"/>
            </a:endParaRPr>
          </a:p>
        </p:txBody>
      </p:sp>
      <p:sp>
        <p:nvSpPr>
          <p:cNvPr id="472" name="Google Shape;472;p12"/>
          <p:cNvSpPr txBox="1"/>
          <p:nvPr/>
        </p:nvSpPr>
        <p:spPr>
          <a:xfrm>
            <a:off x="432000" y="2456330"/>
            <a:ext cx="6139129"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ahoma"/>
              <a:buNone/>
            </a:pPr>
            <a:r>
              <a:rPr b="1" lang="en-US" sz="1800">
                <a:solidFill>
                  <a:schemeClr val="dk1"/>
                </a:solidFill>
                <a:latin typeface="Tahoma"/>
                <a:ea typeface="Tahoma"/>
                <a:cs typeface="Tahoma"/>
                <a:sym typeface="Tahoma"/>
              </a:rPr>
              <a:t>3.  Source-based</a:t>
            </a:r>
            <a:endParaRPr b="1" sz="18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800"/>
              <a:buFont typeface="Tahoma"/>
              <a:buNone/>
            </a:pPr>
            <a:r>
              <a:t/>
            </a:r>
            <a:endParaRPr b="1"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Package Format: </a:t>
            </a:r>
            <a:r>
              <a:rPr b="0" lang="en-US" sz="1800">
                <a:solidFill>
                  <a:schemeClr val="dk1"/>
                </a:solidFill>
                <a:latin typeface="Tahoma"/>
                <a:ea typeface="Tahoma"/>
                <a:cs typeface="Tahoma"/>
                <a:sym typeface="Tahoma"/>
              </a:rPr>
              <a:t>Source code (compiled locally)</a:t>
            </a:r>
            <a:endParaRPr b="0" sz="1800">
              <a:solidFill>
                <a:schemeClr val="dk1"/>
              </a:solidFill>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Popular Managers:</a:t>
            </a:r>
            <a:endParaRPr b="1" sz="1800">
              <a:solidFill>
                <a:schemeClr val="dk1"/>
              </a:solidFill>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Tahoma"/>
              <a:ea typeface="Tahoma"/>
              <a:cs typeface="Tahoma"/>
              <a:sym typeface="Tahoma"/>
            </a:endParaRPr>
          </a:p>
          <a:p>
            <a:pPr indent="-285750" lvl="1" marL="6858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Portage (Gentoo)</a:t>
            </a:r>
            <a:endParaRPr b="0" i="0" sz="1800" u="none" cap="none" strike="noStrike">
              <a:solidFill>
                <a:schemeClr val="dk1"/>
              </a:solidFill>
              <a:highlight>
                <a:srgbClr val="C0C0C0"/>
              </a:highlight>
              <a:latin typeface="Tahoma"/>
              <a:ea typeface="Tahoma"/>
              <a:cs typeface="Tahoma"/>
              <a:sym typeface="Tahoma"/>
            </a:endParaRPr>
          </a:p>
          <a:p>
            <a:pPr indent="-285750" lvl="1" marL="6858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pkgsrc (NetBSD, also used on other Unix-like OSes)</a:t>
            </a:r>
            <a:endParaRPr b="0" i="0" sz="1800" u="none" cap="none" strike="noStrike">
              <a:solidFill>
                <a:schemeClr val="dk1"/>
              </a:solidFill>
              <a:highlight>
                <a:srgbClr val="C0C0C0"/>
              </a:highlight>
              <a:latin typeface="Tahoma"/>
              <a:ea typeface="Tahoma"/>
              <a:cs typeface="Tahoma"/>
              <a:sym typeface="Tahoma"/>
            </a:endParaRPr>
          </a:p>
          <a:p>
            <a:pPr indent="0" lvl="0" marL="0" marR="0" rtl="0" algn="l">
              <a:spcBef>
                <a:spcPts val="0"/>
              </a:spcBef>
              <a:spcAft>
                <a:spcPts val="0"/>
              </a:spcAft>
              <a:buClr>
                <a:schemeClr val="dk1"/>
              </a:buClr>
              <a:buSzPts val="1800"/>
              <a:buFont typeface="Tahoma"/>
              <a:buNone/>
            </a:pPr>
            <a:r>
              <a:t/>
            </a:r>
            <a:endParaRPr b="0" sz="18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800"/>
              <a:buFont typeface="Tahoma"/>
              <a:buNone/>
            </a:pPr>
            <a:r>
              <a:t/>
            </a:r>
            <a:endParaRPr b="0" sz="18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800"/>
              <a:buFont typeface="Tahoma"/>
              <a:buNone/>
            </a:pPr>
            <a:r>
              <a:t/>
            </a:r>
            <a:endParaRPr b="1" sz="1800">
              <a:solidFill>
                <a:schemeClr val="dk1"/>
              </a:solidFill>
              <a:latin typeface="Tahoma"/>
              <a:ea typeface="Tahoma"/>
              <a:cs typeface="Tahoma"/>
              <a:sym typeface="Tahoma"/>
            </a:endParaRPr>
          </a:p>
        </p:txBody>
      </p:sp>
      <p:sp>
        <p:nvSpPr>
          <p:cNvPr id="473" name="Google Shape;473;p12"/>
          <p:cNvSpPr txBox="1"/>
          <p:nvPr/>
        </p:nvSpPr>
        <p:spPr>
          <a:xfrm>
            <a:off x="6648000" y="2456330"/>
            <a:ext cx="533400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ahoma"/>
                <a:ea typeface="Tahoma"/>
                <a:cs typeface="Tahoma"/>
                <a:sym typeface="Tahoma"/>
              </a:rPr>
              <a:t>4. Universal Package Managers</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Designed to work across multiple distros</a:t>
            </a:r>
            <a:endParaRPr b="1" sz="1800">
              <a:solidFill>
                <a:schemeClr val="dk1"/>
              </a:solidFill>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ahoma"/>
                <a:ea typeface="Tahoma"/>
                <a:cs typeface="Tahoma"/>
                <a:sym typeface="Tahoma"/>
              </a:rPr>
              <a:t>Examples:</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sz="1800">
              <a:solidFill>
                <a:schemeClr val="dk1"/>
              </a:solidFill>
              <a:latin typeface="Tahoma"/>
              <a:ea typeface="Tahoma"/>
              <a:cs typeface="Tahoma"/>
              <a:sym typeface="Tahoma"/>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Snap</a:t>
            </a:r>
            <a:r>
              <a:rPr b="0" i="0" lang="en-US" sz="1800" u="none" cap="none" strike="noStrike">
                <a:solidFill>
                  <a:schemeClr val="dk1"/>
                </a:solidFill>
                <a:latin typeface="Tahoma"/>
                <a:ea typeface="Tahoma"/>
                <a:cs typeface="Tahoma"/>
                <a:sym typeface="Tahoma"/>
              </a:rPr>
              <a:t> (by Canonical)</a:t>
            </a:r>
            <a:endParaRPr b="0" i="0" sz="1800" u="none" cap="none" strike="noStrike">
              <a:solidFill>
                <a:schemeClr val="dk1"/>
              </a:solidFill>
              <a:latin typeface="Tahoma"/>
              <a:ea typeface="Tahoma"/>
              <a:cs typeface="Tahoma"/>
              <a:sym typeface="Tahoma"/>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Tahoma"/>
              <a:ea typeface="Tahoma"/>
              <a:cs typeface="Tahoma"/>
              <a:sym typeface="Tahoma"/>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Flatpak</a:t>
            </a:r>
            <a:endParaRPr b="0" i="0" sz="1800" u="none" cap="none" strike="noStrike">
              <a:solidFill>
                <a:schemeClr val="dk1"/>
              </a:solidFill>
              <a:highlight>
                <a:srgbClr val="C0C0C0"/>
              </a:highlight>
              <a:latin typeface="Tahoma"/>
              <a:ea typeface="Tahoma"/>
              <a:cs typeface="Tahoma"/>
              <a:sym typeface="Tahoma"/>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highlight>
                <a:srgbClr val="C0C0C0"/>
              </a:highlight>
              <a:latin typeface="Tahoma"/>
              <a:ea typeface="Tahoma"/>
              <a:cs typeface="Tahoma"/>
              <a:sym typeface="Tahoma"/>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highlight>
                  <a:srgbClr val="C0C0C0"/>
                </a:highlight>
                <a:latin typeface="Tahoma"/>
                <a:ea typeface="Tahoma"/>
                <a:cs typeface="Tahoma"/>
                <a:sym typeface="Tahoma"/>
              </a:rPr>
              <a:t>AppImage</a:t>
            </a:r>
            <a:r>
              <a:rPr b="0" i="0" lang="en-US" sz="1800" u="none" cap="none" strike="noStrike">
                <a:solidFill>
                  <a:schemeClr val="dk1"/>
                </a:solidFill>
                <a:latin typeface="Tahoma"/>
                <a:ea typeface="Tahoma"/>
                <a:cs typeface="Tahoma"/>
                <a:sym typeface="Tahoma"/>
              </a:rPr>
              <a:t> (no package manager required -portable apps)</a:t>
            </a:r>
            <a:endParaRPr b="0" i="0" sz="18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sz="1800">
              <a:solidFill>
                <a:schemeClr val="dk1"/>
              </a:solidFill>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3"/>
          <p:cNvSpPr txBox="1"/>
          <p:nvPr>
            <p:ph type="title"/>
          </p:nvPr>
        </p:nvSpPr>
        <p:spPr>
          <a:xfrm>
            <a:off x="432000" y="432000"/>
            <a:ext cx="11340000" cy="101131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3200"/>
              <a:buFont typeface="Arial Black"/>
              <a:buNone/>
            </a:pPr>
            <a:r>
              <a:rPr lang="en-US"/>
              <a:t>Categorization of Linux Distributions Based on Package Manager</a:t>
            </a:r>
            <a:endParaRPr/>
          </a:p>
        </p:txBody>
      </p:sp>
      <p:sp>
        <p:nvSpPr>
          <p:cNvPr id="479" name="Google Shape;479;p13"/>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80" name="Google Shape;480;p13"/>
          <p:cNvSpPr txBox="1"/>
          <p:nvPr/>
        </p:nvSpPr>
        <p:spPr>
          <a:xfrm>
            <a:off x="432000" y="1775046"/>
            <a:ext cx="1106971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ahoma"/>
                <a:ea typeface="Tahoma"/>
                <a:cs typeface="Tahoma"/>
                <a:sym typeface="Tahoma"/>
              </a:rPr>
              <a:t>Distributions such as RHEL, Fedora, and CentOS are based on the RPM package format. Hence, they are known as </a:t>
            </a:r>
            <a:r>
              <a:rPr b="1" lang="en-US" sz="1800">
                <a:solidFill>
                  <a:schemeClr val="dk1"/>
                </a:solidFill>
                <a:latin typeface="Tahoma"/>
                <a:ea typeface="Tahoma"/>
                <a:cs typeface="Tahoma"/>
                <a:sym typeface="Tahoma"/>
              </a:rPr>
              <a:t>RPM-based distributions</a:t>
            </a:r>
            <a:r>
              <a:rPr lang="en-US" sz="1800">
                <a:solidFill>
                  <a:schemeClr val="dk1"/>
                </a:solidFill>
                <a:latin typeface="Tahoma"/>
                <a:ea typeface="Tahoma"/>
                <a:cs typeface="Tahoma"/>
                <a:sym typeface="Tahoma"/>
              </a:rPr>
              <a:t>. The Debian family, including Ubuntu, Debian, Linux Mint, and others, makes use of </a:t>
            </a:r>
            <a:r>
              <a:rPr b="1" lang="en-US" sz="1800">
                <a:solidFill>
                  <a:schemeClr val="dk1"/>
                </a:solidFill>
                <a:latin typeface="Tahoma"/>
                <a:ea typeface="Tahoma"/>
                <a:cs typeface="Tahoma"/>
                <a:sym typeface="Tahoma"/>
              </a:rPr>
              <a:t>Debian-based package managers</a:t>
            </a:r>
            <a:r>
              <a:rPr lang="en-US" sz="1800">
                <a:solidFill>
                  <a:schemeClr val="dk1"/>
                </a:solidFill>
                <a:latin typeface="Tahoma"/>
                <a:ea typeface="Tahoma"/>
                <a:cs typeface="Tahoma"/>
                <a:sym typeface="Tahoma"/>
              </a:rPr>
              <a:t> such as </a:t>
            </a:r>
            <a:r>
              <a:rPr b="1" lang="en-US" sz="1800">
                <a:solidFill>
                  <a:schemeClr val="dk1"/>
                </a:solidFill>
                <a:latin typeface="Tahoma"/>
                <a:ea typeface="Tahoma"/>
                <a:cs typeface="Tahoma"/>
                <a:sym typeface="Tahoma"/>
              </a:rPr>
              <a:t>APT (Advanced Package Tool)</a:t>
            </a:r>
            <a:r>
              <a:rPr lang="en-US" sz="1800">
                <a:solidFill>
                  <a:schemeClr val="dk1"/>
                </a:solidFill>
                <a:latin typeface="Tahoma"/>
                <a:ea typeface="Tahoma"/>
                <a:cs typeface="Tahoma"/>
                <a:sym typeface="Tahoma"/>
              </a:rPr>
              <a:t>.</a:t>
            </a:r>
            <a:endParaRPr sz="1800">
              <a:solidFill>
                <a:schemeClr val="dk1"/>
              </a:solidFill>
              <a:latin typeface="Tahoma"/>
              <a:ea typeface="Tahoma"/>
              <a:cs typeface="Tahoma"/>
              <a:sym typeface="Tahoma"/>
            </a:endParaRPr>
          </a:p>
        </p:txBody>
      </p:sp>
      <p:pic>
        <p:nvPicPr>
          <p:cNvPr id="481" name="Google Shape;481;p13"/>
          <p:cNvPicPr preferRelativeResize="0"/>
          <p:nvPr/>
        </p:nvPicPr>
        <p:blipFill rotWithShape="1">
          <a:blip r:embed="rId3">
            <a:alphaModFix/>
          </a:blip>
          <a:srcRect b="30374" l="0" r="0" t="16765"/>
          <a:stretch/>
        </p:blipFill>
        <p:spPr>
          <a:xfrm>
            <a:off x="2165781" y="3182472"/>
            <a:ext cx="7860437" cy="277009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4"/>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73239"/>
              </a:buClr>
              <a:buSzPts val="3200"/>
              <a:buFont typeface="Arial Black"/>
              <a:buNone/>
            </a:pPr>
            <a:r>
              <a:rPr b="1" i="0" lang="en-US">
                <a:solidFill>
                  <a:srgbClr val="273239"/>
                </a:solidFill>
              </a:rPr>
              <a:t>Most Widely used Package Manager in Linux</a:t>
            </a:r>
            <a:br>
              <a:rPr b="1" i="0" lang="en-US">
                <a:solidFill>
                  <a:srgbClr val="273239"/>
                </a:solidFill>
              </a:rPr>
            </a:br>
            <a:endParaRPr/>
          </a:p>
        </p:txBody>
      </p:sp>
      <p:sp>
        <p:nvSpPr>
          <p:cNvPr id="487" name="Google Shape;487;p14"/>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88" name="Google Shape;488;p14"/>
          <p:cNvSpPr txBox="1"/>
          <p:nvPr>
            <p:ph idx="1" type="body"/>
          </p:nvPr>
        </p:nvSpPr>
        <p:spPr>
          <a:xfrm>
            <a:off x="573741" y="1562368"/>
            <a:ext cx="5493671" cy="36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000"/>
              <a:buNone/>
            </a:pPr>
            <a:r>
              <a:rPr b="1" lang="en-US" sz="2000">
                <a:latin typeface="Arial Black"/>
                <a:ea typeface="Arial Black"/>
                <a:cs typeface="Arial Black"/>
                <a:sym typeface="Arial Black"/>
              </a:rPr>
              <a:t>1. </a:t>
            </a:r>
            <a:r>
              <a:rPr b="1" i="0" lang="en-US" sz="2000">
                <a:solidFill>
                  <a:srgbClr val="273239"/>
                </a:solidFill>
                <a:latin typeface="Arial Black"/>
                <a:ea typeface="Arial Black"/>
                <a:cs typeface="Arial Black"/>
                <a:sym typeface="Arial Black"/>
              </a:rPr>
              <a:t>APT (Advanced Package Tool):</a:t>
            </a:r>
            <a:endParaRPr b="1" i="0" sz="2000">
              <a:solidFill>
                <a:srgbClr val="273239"/>
              </a:solidFill>
              <a:latin typeface="Arial Black"/>
              <a:ea typeface="Arial Black"/>
              <a:cs typeface="Arial Black"/>
              <a:sym typeface="Arial Black"/>
            </a:endParaRPr>
          </a:p>
          <a:p>
            <a:pPr indent="0" lvl="0" marL="0" rtl="0" algn="l">
              <a:lnSpc>
                <a:spcPct val="100000"/>
              </a:lnSpc>
              <a:spcBef>
                <a:spcPts val="1500"/>
              </a:spcBef>
              <a:spcAft>
                <a:spcPts val="0"/>
              </a:spcAft>
              <a:buSzPts val="2000"/>
              <a:buNone/>
            </a:pPr>
            <a:r>
              <a:t/>
            </a:r>
            <a:endParaRPr sz="2000">
              <a:latin typeface="Arial Black"/>
              <a:ea typeface="Arial Black"/>
              <a:cs typeface="Arial Black"/>
              <a:sym typeface="Arial Black"/>
            </a:endParaRPr>
          </a:p>
        </p:txBody>
      </p:sp>
      <p:sp>
        <p:nvSpPr>
          <p:cNvPr id="489" name="Google Shape;489;p14"/>
          <p:cNvSpPr txBox="1"/>
          <p:nvPr/>
        </p:nvSpPr>
        <p:spPr>
          <a:xfrm>
            <a:off x="573741" y="2183520"/>
            <a:ext cx="5414683"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a:solidFill>
                  <a:srgbClr val="273239"/>
                </a:solidFill>
                <a:latin typeface="Tahoma"/>
                <a:ea typeface="Tahoma"/>
                <a:cs typeface="Tahoma"/>
                <a:sym typeface="Tahoma"/>
              </a:rPr>
              <a:t>APT (Advanced Package Tool) is a powerful and widely used package manager in the Linux world. It's the default package manager for </a:t>
            </a:r>
            <a:r>
              <a:rPr b="1" i="0" lang="en-US" sz="1800">
                <a:solidFill>
                  <a:srgbClr val="273239"/>
                </a:solidFill>
                <a:latin typeface="Tahoma"/>
                <a:ea typeface="Tahoma"/>
                <a:cs typeface="Tahoma"/>
                <a:sym typeface="Tahoma"/>
              </a:rPr>
              <a:t>Debian-based distributions</a:t>
            </a:r>
            <a:r>
              <a:rPr b="0" i="0" lang="en-US" sz="1800">
                <a:solidFill>
                  <a:srgbClr val="273239"/>
                </a:solidFill>
                <a:latin typeface="Tahoma"/>
                <a:ea typeface="Tahoma"/>
                <a:cs typeface="Tahoma"/>
                <a:sym typeface="Tahoma"/>
              </a:rPr>
              <a:t>, including Debian itself, Ubuntu, and Linux Mint. APT simplifies software management, ensuring that users can easily install, update, and remove packages while taking care of dependencies. Let's explore APT in more detail, including its commands and real-world examples.</a:t>
            </a:r>
            <a:endParaRPr sz="1800">
              <a:solidFill>
                <a:schemeClr val="dk1"/>
              </a:solidFill>
              <a:latin typeface="Tahoma"/>
              <a:ea typeface="Tahoma"/>
              <a:cs typeface="Tahoma"/>
              <a:sym typeface="Tahoma"/>
            </a:endParaRPr>
          </a:p>
        </p:txBody>
      </p:sp>
      <p:pic>
        <p:nvPicPr>
          <p:cNvPr id="490" name="Google Shape;490;p14"/>
          <p:cNvPicPr preferRelativeResize="0"/>
          <p:nvPr/>
        </p:nvPicPr>
        <p:blipFill rotWithShape="1">
          <a:blip r:embed="rId3">
            <a:alphaModFix/>
          </a:blip>
          <a:srcRect b="0" l="0" r="0" t="0"/>
          <a:stretch/>
        </p:blipFill>
        <p:spPr>
          <a:xfrm>
            <a:off x="6728012" y="1742368"/>
            <a:ext cx="3653117" cy="36531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15"/>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73239"/>
              </a:buClr>
              <a:buSzPts val="3200"/>
              <a:buFont typeface="Arial Black"/>
              <a:buNone/>
            </a:pPr>
            <a:r>
              <a:rPr b="1" i="0" lang="en-US">
                <a:solidFill>
                  <a:srgbClr val="273239"/>
                </a:solidFill>
              </a:rPr>
              <a:t>Key Features of APT:</a:t>
            </a:r>
            <a:endParaRPr/>
          </a:p>
        </p:txBody>
      </p:sp>
      <p:sp>
        <p:nvSpPr>
          <p:cNvPr id="496" name="Google Shape;496;p15"/>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497" name="Google Shape;497;p15"/>
          <p:cNvSpPr txBox="1"/>
          <p:nvPr/>
        </p:nvSpPr>
        <p:spPr>
          <a:xfrm>
            <a:off x="555812" y="1335741"/>
            <a:ext cx="11340000" cy="433965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73239"/>
              </a:buClr>
              <a:buSzPts val="1800"/>
              <a:buFont typeface="Noto Sans Symbols"/>
              <a:buChar char="❑"/>
            </a:pPr>
            <a:r>
              <a:rPr b="1" i="0" lang="en-US" sz="1800">
                <a:solidFill>
                  <a:srgbClr val="273239"/>
                </a:solidFill>
                <a:latin typeface="Tahoma"/>
                <a:ea typeface="Tahoma"/>
                <a:cs typeface="Tahoma"/>
                <a:sym typeface="Tahoma"/>
              </a:rPr>
              <a:t>Dependency Resolution:</a:t>
            </a:r>
            <a:r>
              <a:rPr b="0" i="0" lang="en-US" sz="1800">
                <a:solidFill>
                  <a:srgbClr val="273239"/>
                </a:solidFill>
                <a:latin typeface="Tahoma"/>
                <a:ea typeface="Tahoma"/>
                <a:cs typeface="Tahoma"/>
                <a:sym typeface="Tahoma"/>
              </a:rPr>
              <a:t> APT is known for its robust dependency resolution capabilities. It automatically detects and installs any necessary libraries or packages required by the software you want to install. This ensures that the software functions correctly without manual intervention.</a:t>
            </a:r>
            <a:endParaRPr b="0" i="0" sz="1800">
              <a:solidFill>
                <a:srgbClr val="273239"/>
              </a:solidFill>
              <a:latin typeface="Tahoma"/>
              <a:ea typeface="Tahoma"/>
              <a:cs typeface="Tahoma"/>
              <a:sym typeface="Tahoma"/>
            </a:endParaRPr>
          </a:p>
          <a:p>
            <a:pPr indent="-285750" lvl="0" marL="285750" marR="0" rtl="0" algn="l">
              <a:spcBef>
                <a:spcPts val="1800"/>
              </a:spcBef>
              <a:spcAft>
                <a:spcPts val="0"/>
              </a:spcAft>
              <a:buClr>
                <a:srgbClr val="273239"/>
              </a:buClr>
              <a:buSzPts val="1800"/>
              <a:buFont typeface="Noto Sans Symbols"/>
              <a:buChar char="❑"/>
            </a:pPr>
            <a:r>
              <a:rPr b="1" i="0" lang="en-US" sz="1800">
                <a:solidFill>
                  <a:srgbClr val="273239"/>
                </a:solidFill>
                <a:latin typeface="Tahoma"/>
                <a:ea typeface="Tahoma"/>
                <a:cs typeface="Tahoma"/>
                <a:sym typeface="Tahoma"/>
              </a:rPr>
              <a:t>Repository Management: </a:t>
            </a:r>
            <a:r>
              <a:rPr b="0" i="0" lang="en-US" sz="1800">
                <a:solidFill>
                  <a:srgbClr val="273239"/>
                </a:solidFill>
                <a:latin typeface="Tahoma"/>
                <a:ea typeface="Tahoma"/>
                <a:cs typeface="Tahoma"/>
                <a:sym typeface="Tahoma"/>
              </a:rPr>
              <a:t>APT connects to online repositories where software packages are hosted. Users can configure which repositories to use, allowing them to install software from official sources and trusted third-party repositories.</a:t>
            </a:r>
            <a:endParaRPr b="0" i="0" sz="1800">
              <a:solidFill>
                <a:srgbClr val="273239"/>
              </a:solidFill>
              <a:latin typeface="Tahoma"/>
              <a:ea typeface="Tahoma"/>
              <a:cs typeface="Tahoma"/>
              <a:sym typeface="Tahoma"/>
            </a:endParaRPr>
          </a:p>
          <a:p>
            <a:pPr indent="-285750" lvl="0" marL="285750" marR="0" rtl="0" algn="l">
              <a:spcBef>
                <a:spcPts val="1800"/>
              </a:spcBef>
              <a:spcAft>
                <a:spcPts val="0"/>
              </a:spcAft>
              <a:buClr>
                <a:srgbClr val="273239"/>
              </a:buClr>
              <a:buSzPts val="1800"/>
              <a:buFont typeface="Noto Sans Symbols"/>
              <a:buChar char="❑"/>
            </a:pPr>
            <a:r>
              <a:rPr b="1" i="0" lang="en-US" sz="1800">
                <a:solidFill>
                  <a:srgbClr val="273239"/>
                </a:solidFill>
                <a:latin typeface="Tahoma"/>
                <a:ea typeface="Tahoma"/>
                <a:cs typeface="Tahoma"/>
                <a:sym typeface="Tahoma"/>
              </a:rPr>
              <a:t>Package Management: </a:t>
            </a:r>
            <a:r>
              <a:rPr b="0" i="0" lang="en-US" sz="1800">
                <a:solidFill>
                  <a:srgbClr val="273239"/>
                </a:solidFill>
                <a:latin typeface="Tahoma"/>
                <a:ea typeface="Tahoma"/>
                <a:cs typeface="Tahoma"/>
                <a:sym typeface="Tahoma"/>
              </a:rPr>
              <a:t>It allows users to manage packages on the system, including installation, upgrading, downgrading, and removal. Additionally, APT can lock packages to specific versions, ensuring system stability.</a:t>
            </a:r>
            <a:endParaRPr b="0" i="0" sz="1800">
              <a:solidFill>
                <a:srgbClr val="273239"/>
              </a:solidFill>
              <a:latin typeface="Tahoma"/>
              <a:ea typeface="Tahoma"/>
              <a:cs typeface="Tahoma"/>
              <a:sym typeface="Tahoma"/>
            </a:endParaRPr>
          </a:p>
          <a:p>
            <a:pPr indent="-285750" lvl="0" marL="285750" marR="0" rtl="0" algn="l">
              <a:spcBef>
                <a:spcPts val="1800"/>
              </a:spcBef>
              <a:spcAft>
                <a:spcPts val="0"/>
              </a:spcAft>
              <a:buClr>
                <a:srgbClr val="273239"/>
              </a:buClr>
              <a:buSzPts val="1800"/>
              <a:buFont typeface="Noto Sans Symbols"/>
              <a:buChar char="❑"/>
            </a:pPr>
            <a:r>
              <a:rPr b="1" i="0" lang="en-US" sz="1800">
                <a:solidFill>
                  <a:srgbClr val="273239"/>
                </a:solidFill>
                <a:latin typeface="Tahoma"/>
                <a:ea typeface="Tahoma"/>
                <a:cs typeface="Tahoma"/>
                <a:sym typeface="Tahoma"/>
              </a:rPr>
              <a:t>Cache Management:</a:t>
            </a:r>
            <a:r>
              <a:rPr b="0" i="0" lang="en-US" sz="1800">
                <a:solidFill>
                  <a:srgbClr val="273239"/>
                </a:solidFill>
                <a:latin typeface="Tahoma"/>
                <a:ea typeface="Tahoma"/>
                <a:cs typeface="Tahoma"/>
                <a:sym typeface="Tahoma"/>
              </a:rPr>
              <a:t> APT maintains a local cache of package information. This cache helps in faster package searches and updates. Users can update this cache using the apt-get update command.</a:t>
            </a:r>
            <a:endParaRPr b="0" i="0" sz="1800">
              <a:solidFill>
                <a:srgbClr val="273239"/>
              </a:solidFill>
              <a:latin typeface="Tahoma"/>
              <a:ea typeface="Tahoma"/>
              <a:cs typeface="Tahoma"/>
              <a:sym typeface="Tahoma"/>
            </a:endParaRPr>
          </a:p>
          <a:p>
            <a:pPr indent="0" lvl="0" marL="0" marR="0" rtl="0" algn="l">
              <a:spcBef>
                <a:spcPts val="1800"/>
              </a:spcBef>
              <a:spcAft>
                <a:spcPts val="0"/>
              </a:spcAft>
              <a:buNone/>
            </a:pPr>
            <a:r>
              <a:t/>
            </a:r>
            <a:endParaRPr sz="1800">
              <a:solidFill>
                <a:schemeClr val="dk1"/>
              </a:solidFill>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6"/>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73239"/>
              </a:buClr>
              <a:buSzPts val="3200"/>
              <a:buFont typeface="Arial Black"/>
              <a:buNone/>
            </a:pPr>
            <a:r>
              <a:rPr b="1" i="0" lang="en-US">
                <a:solidFill>
                  <a:srgbClr val="273239"/>
                </a:solidFill>
              </a:rPr>
              <a:t>Basic commands in APT:</a:t>
            </a:r>
            <a:endParaRPr/>
          </a:p>
        </p:txBody>
      </p:sp>
      <p:sp>
        <p:nvSpPr>
          <p:cNvPr id="503" name="Google Shape;503;p16"/>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04" name="Google Shape;504;p16"/>
          <p:cNvSpPr txBox="1"/>
          <p:nvPr/>
        </p:nvSpPr>
        <p:spPr>
          <a:xfrm>
            <a:off x="431999" y="1023012"/>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1. </a:t>
            </a:r>
            <a:r>
              <a:rPr b="1" i="0" lang="en-US" sz="1800">
                <a:solidFill>
                  <a:srgbClr val="273239"/>
                </a:solidFill>
                <a:latin typeface="Arial Black"/>
                <a:ea typeface="Arial Black"/>
                <a:cs typeface="Arial Black"/>
                <a:sym typeface="Arial Black"/>
              </a:rPr>
              <a:t>Installing a package:</a:t>
            </a:r>
            <a:endParaRPr b="1" sz="1800">
              <a:solidFill>
                <a:schemeClr val="dk1"/>
              </a:solidFill>
              <a:latin typeface="Arial Black"/>
              <a:ea typeface="Arial Black"/>
              <a:cs typeface="Arial Black"/>
              <a:sym typeface="Arial Black"/>
            </a:endParaRPr>
          </a:p>
        </p:txBody>
      </p:sp>
      <p:sp>
        <p:nvSpPr>
          <p:cNvPr id="505" name="Google Shape;505;p16"/>
          <p:cNvSpPr/>
          <p:nvPr/>
        </p:nvSpPr>
        <p:spPr>
          <a:xfrm>
            <a:off x="367549" y="1551356"/>
            <a:ext cx="11116235" cy="36933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apt-get install package-name</a:t>
            </a:r>
            <a:endParaRPr b="1" sz="1600">
              <a:solidFill>
                <a:schemeClr val="dk1"/>
              </a:solidFill>
              <a:latin typeface="Tahoma"/>
              <a:ea typeface="Tahoma"/>
              <a:cs typeface="Tahoma"/>
              <a:sym typeface="Tahoma"/>
            </a:endParaRPr>
          </a:p>
        </p:txBody>
      </p:sp>
      <p:sp>
        <p:nvSpPr>
          <p:cNvPr id="506" name="Google Shape;506;p16"/>
          <p:cNvSpPr txBox="1"/>
          <p:nvPr/>
        </p:nvSpPr>
        <p:spPr>
          <a:xfrm>
            <a:off x="431998" y="2078233"/>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2. </a:t>
            </a:r>
            <a:r>
              <a:rPr b="1" lang="en-US" sz="1800">
                <a:solidFill>
                  <a:srgbClr val="273239"/>
                </a:solidFill>
                <a:latin typeface="Arial Black"/>
                <a:ea typeface="Arial Black"/>
                <a:cs typeface="Arial Black"/>
                <a:sym typeface="Arial Black"/>
              </a:rPr>
              <a:t>Updating</a:t>
            </a:r>
            <a:r>
              <a:rPr b="1" i="0" lang="en-US" sz="1800">
                <a:solidFill>
                  <a:srgbClr val="273239"/>
                </a:solidFill>
                <a:latin typeface="Arial Black"/>
                <a:ea typeface="Arial Black"/>
                <a:cs typeface="Arial Black"/>
                <a:sym typeface="Arial Black"/>
              </a:rPr>
              <a:t> </a:t>
            </a:r>
            <a:r>
              <a:rPr b="1" lang="en-US" sz="1800">
                <a:solidFill>
                  <a:srgbClr val="273239"/>
                </a:solidFill>
                <a:latin typeface="Arial Black"/>
                <a:ea typeface="Arial Black"/>
                <a:cs typeface="Arial Black"/>
                <a:sym typeface="Arial Black"/>
              </a:rPr>
              <a:t>the</a:t>
            </a:r>
            <a:r>
              <a:rPr b="1" i="0" lang="en-US" sz="1800">
                <a:solidFill>
                  <a:srgbClr val="273239"/>
                </a:solidFill>
                <a:latin typeface="Arial Black"/>
                <a:ea typeface="Arial Black"/>
                <a:cs typeface="Arial Black"/>
                <a:sym typeface="Arial Black"/>
              </a:rPr>
              <a:t> package list:</a:t>
            </a:r>
            <a:endParaRPr b="1" sz="1800">
              <a:solidFill>
                <a:schemeClr val="dk1"/>
              </a:solidFill>
              <a:latin typeface="Arial Black"/>
              <a:ea typeface="Arial Black"/>
              <a:cs typeface="Arial Black"/>
              <a:sym typeface="Arial Black"/>
            </a:endParaRPr>
          </a:p>
        </p:txBody>
      </p:sp>
      <p:sp>
        <p:nvSpPr>
          <p:cNvPr id="507" name="Google Shape;507;p16"/>
          <p:cNvSpPr/>
          <p:nvPr/>
        </p:nvSpPr>
        <p:spPr>
          <a:xfrm>
            <a:off x="367549" y="2606578"/>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apt-get update</a:t>
            </a:r>
            <a:endParaRPr b="1" sz="1600">
              <a:solidFill>
                <a:schemeClr val="dk1"/>
              </a:solidFill>
              <a:latin typeface="Tahoma"/>
              <a:ea typeface="Tahoma"/>
              <a:cs typeface="Tahoma"/>
              <a:sym typeface="Tahoma"/>
            </a:endParaRPr>
          </a:p>
        </p:txBody>
      </p:sp>
      <p:sp>
        <p:nvSpPr>
          <p:cNvPr id="508" name="Google Shape;508;p16"/>
          <p:cNvSpPr txBox="1"/>
          <p:nvPr/>
        </p:nvSpPr>
        <p:spPr>
          <a:xfrm>
            <a:off x="367550" y="3133456"/>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3. </a:t>
            </a:r>
            <a:r>
              <a:rPr b="1" lang="en-US" sz="1800">
                <a:solidFill>
                  <a:srgbClr val="273239"/>
                </a:solidFill>
                <a:latin typeface="Arial Black"/>
                <a:ea typeface="Arial Black"/>
                <a:cs typeface="Arial Black"/>
                <a:sym typeface="Arial Black"/>
              </a:rPr>
              <a:t>Upgrading packages</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09" name="Google Shape;509;p16"/>
          <p:cNvSpPr/>
          <p:nvPr/>
        </p:nvSpPr>
        <p:spPr>
          <a:xfrm>
            <a:off x="367548" y="3660334"/>
            <a:ext cx="11116235" cy="36933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apt-get upgrade</a:t>
            </a:r>
            <a:endParaRPr b="1" sz="1600">
              <a:solidFill>
                <a:schemeClr val="dk1"/>
              </a:solidFill>
              <a:latin typeface="Tahoma"/>
              <a:ea typeface="Tahoma"/>
              <a:cs typeface="Tahoma"/>
              <a:sym typeface="Tahoma"/>
            </a:endParaRPr>
          </a:p>
        </p:txBody>
      </p:sp>
      <p:sp>
        <p:nvSpPr>
          <p:cNvPr id="510" name="Google Shape;510;p16"/>
          <p:cNvSpPr txBox="1"/>
          <p:nvPr/>
        </p:nvSpPr>
        <p:spPr>
          <a:xfrm>
            <a:off x="367548" y="4189412"/>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4. Removing a package</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11" name="Google Shape;511;p16"/>
          <p:cNvSpPr/>
          <p:nvPr/>
        </p:nvSpPr>
        <p:spPr>
          <a:xfrm>
            <a:off x="367548" y="4714089"/>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apt-get remove package-name</a:t>
            </a:r>
            <a:endParaRPr b="1" sz="1600">
              <a:solidFill>
                <a:schemeClr val="dk1"/>
              </a:solidFill>
              <a:latin typeface="Tahoma"/>
              <a:ea typeface="Tahoma"/>
              <a:cs typeface="Tahoma"/>
              <a:sym typeface="Tahoma"/>
            </a:endParaRPr>
          </a:p>
        </p:txBody>
      </p:sp>
      <p:sp>
        <p:nvSpPr>
          <p:cNvPr id="512" name="Google Shape;512;p16"/>
          <p:cNvSpPr txBox="1"/>
          <p:nvPr/>
        </p:nvSpPr>
        <p:spPr>
          <a:xfrm>
            <a:off x="367547" y="5238766"/>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5. Searching for packages</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13" name="Google Shape;513;p16"/>
          <p:cNvSpPr/>
          <p:nvPr/>
        </p:nvSpPr>
        <p:spPr>
          <a:xfrm>
            <a:off x="367548" y="5763443"/>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apt-cache search package-name</a:t>
            </a:r>
            <a:endParaRPr b="1" sz="1600">
              <a:solidFill>
                <a:schemeClr val="dk1"/>
              </a:solidFill>
              <a:latin typeface="Tahoma"/>
              <a:ea typeface="Tahoma"/>
              <a:cs typeface="Tahoma"/>
              <a:sym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7"/>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3200"/>
              <a:buFont typeface="Arial Black"/>
              <a:buNone/>
            </a:pPr>
            <a:r>
              <a:rPr lang="en-US"/>
              <a:t>2. RPM (Red Hat Package Manager)</a:t>
            </a:r>
            <a:endParaRPr/>
          </a:p>
        </p:txBody>
      </p:sp>
      <p:sp>
        <p:nvSpPr>
          <p:cNvPr id="519" name="Google Shape;519;p17"/>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20" name="Google Shape;520;p17"/>
          <p:cNvSpPr txBox="1"/>
          <p:nvPr/>
        </p:nvSpPr>
        <p:spPr>
          <a:xfrm>
            <a:off x="432000" y="1156447"/>
            <a:ext cx="10899388"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ahoma"/>
                <a:ea typeface="Tahoma"/>
                <a:cs typeface="Tahoma"/>
                <a:sym typeface="Tahoma"/>
              </a:rPr>
              <a:t>RPM (Red Hat Package Manager) is a powerful package management tool used on Linux systems, particularly in </a:t>
            </a:r>
            <a:r>
              <a:rPr b="1" lang="en-US" sz="1800">
                <a:solidFill>
                  <a:schemeClr val="dk1"/>
                </a:solidFill>
                <a:latin typeface="Tahoma"/>
                <a:ea typeface="Tahoma"/>
                <a:cs typeface="Tahoma"/>
                <a:sym typeface="Tahoma"/>
              </a:rPr>
              <a:t>Red Hat-based distributions </a:t>
            </a:r>
            <a:r>
              <a:rPr lang="en-US" sz="1800">
                <a:solidFill>
                  <a:schemeClr val="dk1"/>
                </a:solidFill>
                <a:latin typeface="Tahoma"/>
                <a:ea typeface="Tahoma"/>
                <a:cs typeface="Tahoma"/>
                <a:sym typeface="Tahoma"/>
              </a:rPr>
              <a:t>such as </a:t>
            </a:r>
            <a:r>
              <a:rPr b="1" lang="en-US" sz="1800">
                <a:solidFill>
                  <a:schemeClr val="dk1"/>
                </a:solidFill>
                <a:latin typeface="Tahoma"/>
                <a:ea typeface="Tahoma"/>
                <a:cs typeface="Tahoma"/>
                <a:sym typeface="Tahoma"/>
              </a:rPr>
              <a:t>RHEL</a:t>
            </a:r>
            <a:r>
              <a:rPr lang="en-US" sz="1800">
                <a:solidFill>
                  <a:schemeClr val="dk1"/>
                </a:solidFill>
                <a:latin typeface="Tahoma"/>
                <a:ea typeface="Tahoma"/>
                <a:cs typeface="Tahoma"/>
                <a:sym typeface="Tahoma"/>
              </a:rPr>
              <a:t>, </a:t>
            </a:r>
            <a:r>
              <a:rPr b="1" lang="en-US" sz="1800">
                <a:solidFill>
                  <a:schemeClr val="dk1"/>
                </a:solidFill>
                <a:latin typeface="Tahoma"/>
                <a:ea typeface="Tahoma"/>
                <a:cs typeface="Tahoma"/>
                <a:sym typeface="Tahoma"/>
              </a:rPr>
              <a:t>Fedora</a:t>
            </a:r>
            <a:r>
              <a:rPr lang="en-US" sz="1800">
                <a:solidFill>
                  <a:schemeClr val="dk1"/>
                </a:solidFill>
                <a:latin typeface="Tahoma"/>
                <a:ea typeface="Tahoma"/>
                <a:cs typeface="Tahoma"/>
                <a:sym typeface="Tahoma"/>
              </a:rPr>
              <a:t>, and </a:t>
            </a:r>
            <a:r>
              <a:rPr b="1" lang="en-US" sz="1800">
                <a:solidFill>
                  <a:schemeClr val="dk1"/>
                </a:solidFill>
                <a:latin typeface="Tahoma"/>
                <a:ea typeface="Tahoma"/>
                <a:cs typeface="Tahoma"/>
                <a:sym typeface="Tahoma"/>
              </a:rPr>
              <a:t>CentOS</a:t>
            </a:r>
            <a:r>
              <a:rPr lang="en-US" sz="1800">
                <a:solidFill>
                  <a:schemeClr val="dk1"/>
                </a:solidFill>
                <a:latin typeface="Tahoma"/>
                <a:ea typeface="Tahoma"/>
                <a:cs typeface="Tahoma"/>
                <a:sym typeface="Tahoma"/>
              </a:rPr>
              <a:t>. It enables users and system administrators to install, update, verify, and remove software packages efficiently. The rpm command provides direct control over individual package files, allowing for precise management of software on the system. RPM is essential for maintaining system stability and managing software dependencies in environments that rely on RPM-based package formats.</a:t>
            </a:r>
            <a:endParaRPr sz="1800">
              <a:solidFill>
                <a:schemeClr val="dk1"/>
              </a:solidFill>
              <a:latin typeface="Tahoma"/>
              <a:ea typeface="Tahoma"/>
              <a:cs typeface="Tahoma"/>
              <a:sym typeface="Tahoma"/>
            </a:endParaRPr>
          </a:p>
        </p:txBody>
      </p:sp>
      <p:sp>
        <p:nvSpPr>
          <p:cNvPr id="521" name="Google Shape;521;p17"/>
          <p:cNvSpPr txBox="1"/>
          <p:nvPr/>
        </p:nvSpPr>
        <p:spPr>
          <a:xfrm>
            <a:off x="432000" y="3018554"/>
            <a:ext cx="63828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ahoma"/>
                <a:ea typeface="Tahoma"/>
                <a:cs typeface="Tahoma"/>
                <a:sym typeface="Tahoma"/>
              </a:rPr>
              <a:t>Basic Syntax of RPM</a:t>
            </a:r>
            <a:endParaRPr b="1" sz="1800">
              <a:solidFill>
                <a:schemeClr val="dk1"/>
              </a:solidFill>
              <a:latin typeface="Tahoma"/>
              <a:ea typeface="Tahoma"/>
              <a:cs typeface="Tahoma"/>
              <a:sym typeface="Tahoma"/>
            </a:endParaRPr>
          </a:p>
        </p:txBody>
      </p:sp>
      <p:sp>
        <p:nvSpPr>
          <p:cNvPr id="522" name="Google Shape;522;p17"/>
          <p:cNvSpPr txBox="1"/>
          <p:nvPr/>
        </p:nvSpPr>
        <p:spPr>
          <a:xfrm>
            <a:off x="431999" y="3387887"/>
            <a:ext cx="8873365" cy="31495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73239"/>
                </a:solidFill>
                <a:latin typeface="Tahoma"/>
                <a:ea typeface="Tahoma"/>
                <a:cs typeface="Tahoma"/>
                <a:sym typeface="Tahoma"/>
              </a:rPr>
              <a:t>The basic syntax of the rpm command is as follows:</a:t>
            </a:r>
            <a:endParaRPr b="0" i="0"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sz="1800">
              <a:solidFill>
                <a:srgbClr val="273239"/>
              </a:solidFill>
              <a:latin typeface="Tahoma"/>
              <a:ea typeface="Tahoma"/>
              <a:cs typeface="Tahoma"/>
              <a:sym typeface="Tahoma"/>
            </a:endParaRPr>
          </a:p>
          <a:p>
            <a:pPr indent="0" lvl="0" marL="0" marR="0" rtl="0" algn="l">
              <a:spcBef>
                <a:spcPts val="0"/>
              </a:spcBef>
              <a:spcAft>
                <a:spcPts val="0"/>
              </a:spcAft>
              <a:buNone/>
            </a:pPr>
            <a:r>
              <a:rPr lang="en-US" sz="1800">
                <a:solidFill>
                  <a:schemeClr val="dk1"/>
                </a:solidFill>
                <a:highlight>
                  <a:srgbClr val="C0C0C0"/>
                </a:highlight>
                <a:latin typeface="Tahoma"/>
                <a:ea typeface="Tahoma"/>
                <a:cs typeface="Tahoma"/>
                <a:sym typeface="Tahoma"/>
              </a:rPr>
              <a:t>rpm [options] [package_name]</a:t>
            </a:r>
            <a:endParaRPr sz="1800">
              <a:solidFill>
                <a:srgbClr val="273239"/>
              </a:solidFill>
              <a:highlight>
                <a:srgbClr val="C0C0C0"/>
              </a:highlight>
              <a:latin typeface="Tahoma"/>
              <a:ea typeface="Tahoma"/>
              <a:cs typeface="Tahoma"/>
              <a:sym typeface="Tahoma"/>
            </a:endParaRPr>
          </a:p>
          <a:p>
            <a:pPr indent="0" lvl="0" marL="0" marR="0" rtl="0" algn="l">
              <a:spcBef>
                <a:spcPts val="0"/>
              </a:spcBef>
              <a:spcAft>
                <a:spcPts val="0"/>
              </a:spcAft>
              <a:buNone/>
            </a:pPr>
            <a:r>
              <a:t/>
            </a:r>
            <a:endParaRPr sz="1800">
              <a:solidFill>
                <a:srgbClr val="273239"/>
              </a:solidFill>
              <a:latin typeface="Tahoma"/>
              <a:ea typeface="Tahoma"/>
              <a:cs typeface="Tahoma"/>
              <a:sym typeface="Tahoma"/>
            </a:endParaRPr>
          </a:p>
          <a:p>
            <a:pPr indent="0" lvl="0" marL="0" marR="0" rtl="0" algn="l">
              <a:spcBef>
                <a:spcPts val="0"/>
              </a:spcBef>
              <a:spcAft>
                <a:spcPts val="0"/>
              </a:spcAft>
              <a:buClr>
                <a:srgbClr val="273239"/>
              </a:buClr>
              <a:buSzPts val="1800"/>
              <a:buFont typeface="Tahoma"/>
              <a:buNone/>
            </a:pPr>
            <a:r>
              <a:rPr b="0" i="0" lang="en-US" sz="1800">
                <a:solidFill>
                  <a:srgbClr val="273239"/>
                </a:solidFill>
                <a:latin typeface="Tahoma"/>
                <a:ea typeface="Tahoma"/>
                <a:cs typeface="Tahoma"/>
                <a:sym typeface="Tahoma"/>
              </a:rPr>
              <a:t>Here,</a:t>
            </a:r>
            <a:endParaRPr b="0" i="0" sz="1800">
              <a:solidFill>
                <a:srgbClr val="273239"/>
              </a:solidFill>
              <a:latin typeface="Tahoma"/>
              <a:ea typeface="Tahoma"/>
              <a:cs typeface="Tahoma"/>
              <a:sym typeface="Tahoma"/>
            </a:endParaRPr>
          </a:p>
          <a:p>
            <a:pPr indent="-285750" lvl="0" marL="285750" marR="0" rtl="0" algn="l">
              <a:spcBef>
                <a:spcPts val="750"/>
              </a:spcBef>
              <a:spcAft>
                <a:spcPts val="0"/>
              </a:spcAft>
              <a:buClr>
                <a:srgbClr val="273239"/>
              </a:buClr>
              <a:buSzPts val="1800"/>
              <a:buFont typeface="Arial"/>
              <a:buChar char="•"/>
            </a:pPr>
            <a:r>
              <a:rPr b="1" i="0" lang="en-US" sz="1800">
                <a:solidFill>
                  <a:srgbClr val="273239"/>
                </a:solidFill>
                <a:latin typeface="Tahoma"/>
                <a:ea typeface="Tahoma"/>
                <a:cs typeface="Tahoma"/>
                <a:sym typeface="Tahoma"/>
              </a:rPr>
              <a:t>[options]</a:t>
            </a:r>
            <a:r>
              <a:rPr b="0" i="0" lang="en-US" sz="1800">
                <a:solidFill>
                  <a:srgbClr val="273239"/>
                </a:solidFill>
                <a:latin typeface="Tahoma"/>
                <a:ea typeface="Tahoma"/>
                <a:cs typeface="Tahoma"/>
                <a:sym typeface="Tahoma"/>
              </a:rPr>
              <a:t> represent various command-line options that control the behavior of the rpm command.</a:t>
            </a:r>
            <a:endParaRPr b="0" i="0" sz="1800">
              <a:solidFill>
                <a:srgbClr val="273239"/>
              </a:solidFill>
              <a:latin typeface="Tahoma"/>
              <a:ea typeface="Tahoma"/>
              <a:cs typeface="Tahoma"/>
              <a:sym typeface="Tahoma"/>
            </a:endParaRPr>
          </a:p>
          <a:p>
            <a:pPr indent="-285750" lvl="0" marL="285750" marR="0" rtl="0" algn="l">
              <a:spcBef>
                <a:spcPts val="1800"/>
              </a:spcBef>
              <a:spcAft>
                <a:spcPts val="0"/>
              </a:spcAft>
              <a:buClr>
                <a:srgbClr val="273239"/>
              </a:buClr>
              <a:buSzPts val="1800"/>
              <a:buFont typeface="Arial"/>
              <a:buChar char="•"/>
            </a:pPr>
            <a:r>
              <a:rPr b="1" i="0" lang="en-US" sz="1800">
                <a:solidFill>
                  <a:srgbClr val="273239"/>
                </a:solidFill>
                <a:latin typeface="Tahoma"/>
                <a:ea typeface="Tahoma"/>
                <a:cs typeface="Tahoma"/>
                <a:sym typeface="Tahoma"/>
              </a:rPr>
              <a:t>[package_name] </a:t>
            </a:r>
            <a:r>
              <a:rPr b="0" i="0" lang="en-US" sz="1800">
                <a:solidFill>
                  <a:srgbClr val="273239"/>
                </a:solidFill>
                <a:latin typeface="Tahoma"/>
                <a:ea typeface="Tahoma"/>
                <a:cs typeface="Tahoma"/>
                <a:sym typeface="Tahoma"/>
              </a:rPr>
              <a:t>refers to the name of the RPM package you want to work with.</a:t>
            </a:r>
            <a:endParaRPr b="0" i="0" sz="1800">
              <a:solidFill>
                <a:srgbClr val="273239"/>
              </a:solidFill>
              <a:latin typeface="Tahoma"/>
              <a:ea typeface="Tahoma"/>
              <a:cs typeface="Tahoma"/>
              <a:sym typeface="Tahoma"/>
            </a:endParaRPr>
          </a:p>
          <a:p>
            <a:pPr indent="0" lvl="0" marL="0" marR="0" rtl="0" algn="l">
              <a:spcBef>
                <a:spcPts val="1800"/>
              </a:spcBef>
              <a:spcAft>
                <a:spcPts val="0"/>
              </a:spcAft>
              <a:buNone/>
            </a:pPr>
            <a:r>
              <a:t/>
            </a:r>
            <a:endParaRPr sz="1800">
              <a:solidFill>
                <a:schemeClr val="dk1"/>
              </a:solidFill>
              <a:latin typeface="Tahoma"/>
              <a:ea typeface="Tahoma"/>
              <a:cs typeface="Tahoma"/>
              <a:sym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8"/>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73239"/>
              </a:buClr>
              <a:buSzPts val="3200"/>
              <a:buFont typeface="Arial Black"/>
              <a:buNone/>
            </a:pPr>
            <a:r>
              <a:rPr b="1" i="0" lang="en-US">
                <a:solidFill>
                  <a:srgbClr val="273239"/>
                </a:solidFill>
              </a:rPr>
              <a:t>Basic commands in </a:t>
            </a:r>
            <a:r>
              <a:rPr b="1" lang="en-US">
                <a:solidFill>
                  <a:srgbClr val="273239"/>
                </a:solidFill>
              </a:rPr>
              <a:t>RPM</a:t>
            </a:r>
            <a:r>
              <a:rPr b="1" i="0" lang="en-US">
                <a:solidFill>
                  <a:srgbClr val="273239"/>
                </a:solidFill>
              </a:rPr>
              <a:t>:</a:t>
            </a:r>
            <a:endParaRPr/>
          </a:p>
        </p:txBody>
      </p:sp>
      <p:sp>
        <p:nvSpPr>
          <p:cNvPr id="528" name="Google Shape;528;p18"/>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29" name="Google Shape;529;p18"/>
          <p:cNvSpPr txBox="1"/>
          <p:nvPr/>
        </p:nvSpPr>
        <p:spPr>
          <a:xfrm>
            <a:off x="431999" y="1023012"/>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1. </a:t>
            </a:r>
            <a:r>
              <a:rPr b="1" i="0" lang="en-US" sz="1800">
                <a:solidFill>
                  <a:srgbClr val="273239"/>
                </a:solidFill>
                <a:latin typeface="Arial Black"/>
                <a:ea typeface="Arial Black"/>
                <a:cs typeface="Arial Black"/>
                <a:sym typeface="Arial Black"/>
              </a:rPr>
              <a:t>Installing a package:</a:t>
            </a:r>
            <a:endParaRPr b="1" sz="1800">
              <a:solidFill>
                <a:schemeClr val="dk1"/>
              </a:solidFill>
              <a:latin typeface="Arial Black"/>
              <a:ea typeface="Arial Black"/>
              <a:cs typeface="Arial Black"/>
              <a:sym typeface="Arial Black"/>
            </a:endParaRPr>
          </a:p>
        </p:txBody>
      </p:sp>
      <p:sp>
        <p:nvSpPr>
          <p:cNvPr id="530" name="Google Shape;530;p18"/>
          <p:cNvSpPr/>
          <p:nvPr/>
        </p:nvSpPr>
        <p:spPr>
          <a:xfrm>
            <a:off x="367549" y="1551356"/>
            <a:ext cx="11116235" cy="36933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rpm -i example</a:t>
            </a:r>
            <a:endParaRPr b="1" sz="1600">
              <a:solidFill>
                <a:schemeClr val="dk1"/>
              </a:solidFill>
              <a:latin typeface="Tahoma"/>
              <a:ea typeface="Tahoma"/>
              <a:cs typeface="Tahoma"/>
              <a:sym typeface="Tahoma"/>
            </a:endParaRPr>
          </a:p>
        </p:txBody>
      </p:sp>
      <p:sp>
        <p:nvSpPr>
          <p:cNvPr id="531" name="Google Shape;531;p18"/>
          <p:cNvSpPr txBox="1"/>
          <p:nvPr/>
        </p:nvSpPr>
        <p:spPr>
          <a:xfrm>
            <a:off x="431998" y="2078233"/>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2. </a:t>
            </a:r>
            <a:r>
              <a:rPr b="1" lang="en-US" sz="1800">
                <a:solidFill>
                  <a:srgbClr val="273239"/>
                </a:solidFill>
                <a:latin typeface="Arial Black"/>
                <a:ea typeface="Arial Black"/>
                <a:cs typeface="Arial Black"/>
                <a:sym typeface="Arial Black"/>
              </a:rPr>
              <a:t>Upgrading</a:t>
            </a:r>
            <a:r>
              <a:rPr b="1" i="0" lang="en-US" sz="1800">
                <a:solidFill>
                  <a:srgbClr val="273239"/>
                </a:solidFill>
                <a:latin typeface="Arial Black"/>
                <a:ea typeface="Arial Black"/>
                <a:cs typeface="Arial Black"/>
                <a:sym typeface="Arial Black"/>
              </a:rPr>
              <a:t> a package </a:t>
            </a:r>
            <a:r>
              <a:rPr b="1" lang="en-US" sz="1800">
                <a:solidFill>
                  <a:srgbClr val="273239"/>
                </a:solidFill>
                <a:latin typeface="Arial Black"/>
                <a:ea typeface="Arial Black"/>
                <a:cs typeface="Arial Black"/>
                <a:sym typeface="Arial Black"/>
              </a:rPr>
              <a:t>using RPM</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32" name="Google Shape;532;p18"/>
          <p:cNvSpPr/>
          <p:nvPr/>
        </p:nvSpPr>
        <p:spPr>
          <a:xfrm>
            <a:off x="367549" y="2606578"/>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rpm -U example</a:t>
            </a:r>
            <a:endParaRPr b="1" sz="1600">
              <a:solidFill>
                <a:schemeClr val="dk1"/>
              </a:solidFill>
              <a:latin typeface="Tahoma"/>
              <a:ea typeface="Tahoma"/>
              <a:cs typeface="Tahoma"/>
              <a:sym typeface="Tahoma"/>
            </a:endParaRPr>
          </a:p>
        </p:txBody>
      </p:sp>
      <p:sp>
        <p:nvSpPr>
          <p:cNvPr id="533" name="Google Shape;533;p18"/>
          <p:cNvSpPr txBox="1"/>
          <p:nvPr/>
        </p:nvSpPr>
        <p:spPr>
          <a:xfrm>
            <a:off x="367550" y="3133456"/>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3. Checking if a package is installed:</a:t>
            </a:r>
            <a:endParaRPr b="1" sz="1800">
              <a:solidFill>
                <a:schemeClr val="dk1"/>
              </a:solidFill>
              <a:latin typeface="Arial Black"/>
              <a:ea typeface="Arial Black"/>
              <a:cs typeface="Arial Black"/>
              <a:sym typeface="Arial Black"/>
            </a:endParaRPr>
          </a:p>
        </p:txBody>
      </p:sp>
      <p:sp>
        <p:nvSpPr>
          <p:cNvPr id="534" name="Google Shape;534;p18"/>
          <p:cNvSpPr/>
          <p:nvPr/>
        </p:nvSpPr>
        <p:spPr>
          <a:xfrm>
            <a:off x="367548" y="3660334"/>
            <a:ext cx="11116235" cy="36933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rpm -q example</a:t>
            </a:r>
            <a:endParaRPr b="1" sz="1600">
              <a:solidFill>
                <a:schemeClr val="dk1"/>
              </a:solidFill>
              <a:latin typeface="Tahoma"/>
              <a:ea typeface="Tahoma"/>
              <a:cs typeface="Tahoma"/>
              <a:sym typeface="Tahoma"/>
            </a:endParaRPr>
          </a:p>
        </p:txBody>
      </p:sp>
      <p:sp>
        <p:nvSpPr>
          <p:cNvPr id="535" name="Google Shape;535;p18"/>
          <p:cNvSpPr txBox="1"/>
          <p:nvPr/>
        </p:nvSpPr>
        <p:spPr>
          <a:xfrm>
            <a:off x="367548" y="4189412"/>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4. Verifying package integrity</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36" name="Google Shape;536;p18"/>
          <p:cNvSpPr/>
          <p:nvPr/>
        </p:nvSpPr>
        <p:spPr>
          <a:xfrm>
            <a:off x="367548" y="4714089"/>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rpm -V example</a:t>
            </a:r>
            <a:endParaRPr b="1" sz="1600">
              <a:solidFill>
                <a:schemeClr val="dk1"/>
              </a:solidFill>
              <a:latin typeface="Tahoma"/>
              <a:ea typeface="Tahoma"/>
              <a:cs typeface="Tahoma"/>
              <a:sym typeface="Tahoma"/>
            </a:endParaRPr>
          </a:p>
        </p:txBody>
      </p:sp>
      <p:sp>
        <p:nvSpPr>
          <p:cNvPr id="537" name="Google Shape;537;p18"/>
          <p:cNvSpPr txBox="1"/>
          <p:nvPr/>
        </p:nvSpPr>
        <p:spPr>
          <a:xfrm>
            <a:off x="367547" y="5238766"/>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5. Uninstalling a package</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38" name="Google Shape;538;p18"/>
          <p:cNvSpPr/>
          <p:nvPr/>
        </p:nvSpPr>
        <p:spPr>
          <a:xfrm>
            <a:off x="367548" y="5763443"/>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rpm -e example</a:t>
            </a:r>
            <a:endParaRPr b="1" sz="1600">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19"/>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3200"/>
              <a:buFont typeface="Arial Black"/>
              <a:buNone/>
            </a:pPr>
            <a:r>
              <a:rPr lang="en-US"/>
              <a:t>3. </a:t>
            </a:r>
            <a:r>
              <a:rPr b="1" i="0" lang="en-US">
                <a:solidFill>
                  <a:srgbClr val="273239"/>
                </a:solidFill>
              </a:rPr>
              <a:t>YUM (Yellowdog Updater, Modified):</a:t>
            </a:r>
            <a:br>
              <a:rPr b="1" i="0" lang="en-US">
                <a:solidFill>
                  <a:srgbClr val="273239"/>
                </a:solidFill>
              </a:rPr>
            </a:br>
            <a:endParaRPr/>
          </a:p>
        </p:txBody>
      </p:sp>
      <p:sp>
        <p:nvSpPr>
          <p:cNvPr id="544" name="Google Shape;544;p19"/>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45" name="Google Shape;545;p19"/>
          <p:cNvSpPr txBox="1"/>
          <p:nvPr/>
        </p:nvSpPr>
        <p:spPr>
          <a:xfrm>
            <a:off x="431800" y="1270635"/>
            <a:ext cx="11172825" cy="14763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a:solidFill>
                  <a:srgbClr val="273239"/>
                </a:solidFill>
                <a:latin typeface="Tahoma"/>
                <a:ea typeface="Tahoma"/>
                <a:cs typeface="Tahoma"/>
                <a:sym typeface="Tahoma"/>
              </a:rPr>
              <a:t>YUM (Yellowdog Updater, Modified) is a package manager primarily used in </a:t>
            </a:r>
            <a:r>
              <a:rPr b="1" i="0" lang="en-US" sz="1800">
                <a:solidFill>
                  <a:srgbClr val="273239"/>
                </a:solidFill>
                <a:latin typeface="Tahoma"/>
                <a:ea typeface="Tahoma"/>
                <a:cs typeface="Tahoma"/>
                <a:sym typeface="Tahoma"/>
              </a:rPr>
              <a:t>Red Hat-based Linux distributions </a:t>
            </a:r>
            <a:r>
              <a:rPr b="0" i="0" lang="en-US" sz="1800">
                <a:solidFill>
                  <a:srgbClr val="273239"/>
                </a:solidFill>
                <a:latin typeface="Tahoma"/>
                <a:ea typeface="Tahoma"/>
                <a:cs typeface="Tahoma"/>
                <a:sym typeface="Tahoma"/>
              </a:rPr>
              <a:t>such as CentOS, Fedora, and RHEL (Red Hat Enterprise Linux). YUM has played a significant role in simplifying package management on these systems, although it's important to note that in recent years, dnf (Dandified YUM) has become the modern and recommended replacement for YUM. Here, we will discuss YUM, its commands, and provide examples of its usage.</a:t>
            </a:r>
            <a:endParaRPr sz="1800">
              <a:solidFill>
                <a:schemeClr val="dk1"/>
              </a:solidFill>
              <a:latin typeface="Tahoma"/>
              <a:ea typeface="Tahoma"/>
              <a:cs typeface="Tahoma"/>
              <a:sym typeface="Tahoma"/>
            </a:endParaRPr>
          </a:p>
        </p:txBody>
      </p:sp>
      <p:sp>
        <p:nvSpPr>
          <p:cNvPr id="546" name="Google Shape;546;p19"/>
          <p:cNvSpPr txBox="1"/>
          <p:nvPr/>
        </p:nvSpPr>
        <p:spPr>
          <a:xfrm>
            <a:off x="432000" y="2868705"/>
            <a:ext cx="11243082" cy="33496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73239"/>
              </a:buClr>
              <a:buSzPts val="1600"/>
              <a:buFont typeface="Tahoma"/>
              <a:buNone/>
            </a:pPr>
            <a:r>
              <a:rPr b="1" i="0" lang="en-US" sz="1600">
                <a:solidFill>
                  <a:srgbClr val="273239"/>
                </a:solidFill>
                <a:latin typeface="Tahoma"/>
                <a:ea typeface="Tahoma"/>
                <a:cs typeface="Tahoma"/>
                <a:sym typeface="Tahoma"/>
              </a:rPr>
              <a:t>Key Features of YUM:</a:t>
            </a:r>
            <a:endParaRPr b="0" i="0" sz="1600">
              <a:solidFill>
                <a:srgbClr val="273239"/>
              </a:solidFill>
              <a:latin typeface="Tahoma"/>
              <a:ea typeface="Tahoma"/>
              <a:cs typeface="Tahoma"/>
              <a:sym typeface="Tahoma"/>
            </a:endParaRPr>
          </a:p>
          <a:p>
            <a:pPr indent="-285750" lvl="0" marL="285750" marR="0" rtl="0" algn="just">
              <a:spcBef>
                <a:spcPts val="750"/>
              </a:spcBef>
              <a:spcAft>
                <a:spcPts val="0"/>
              </a:spcAft>
              <a:buClr>
                <a:srgbClr val="273239"/>
              </a:buClr>
              <a:buSzPts val="1600"/>
              <a:buFont typeface="Arial"/>
              <a:buChar char="•"/>
            </a:pPr>
            <a:r>
              <a:rPr b="1" i="0" lang="en-US" sz="1600">
                <a:solidFill>
                  <a:srgbClr val="273239"/>
                </a:solidFill>
                <a:latin typeface="Tahoma"/>
                <a:ea typeface="Tahoma"/>
                <a:cs typeface="Tahoma"/>
                <a:sym typeface="Tahoma"/>
              </a:rPr>
              <a:t>Dependency Resolution:</a:t>
            </a:r>
            <a:r>
              <a:rPr b="0" i="0" lang="en-US" sz="1600">
                <a:solidFill>
                  <a:srgbClr val="273239"/>
                </a:solidFill>
                <a:latin typeface="Tahoma"/>
                <a:ea typeface="Tahoma"/>
                <a:cs typeface="Tahoma"/>
                <a:sym typeface="Tahoma"/>
              </a:rPr>
              <a:t> YUM, like APT, is adept at handling complex dependency resolution. It automatically identifies and installs any necessary dependencies for the packages you want to install, ensuring that your software functions correctly.</a:t>
            </a:r>
            <a:endParaRPr b="0" i="0" sz="1600">
              <a:solidFill>
                <a:srgbClr val="273239"/>
              </a:solidFill>
              <a:latin typeface="Tahoma"/>
              <a:ea typeface="Tahoma"/>
              <a:cs typeface="Tahoma"/>
              <a:sym typeface="Tahoma"/>
            </a:endParaRPr>
          </a:p>
          <a:p>
            <a:pPr indent="-285750" lvl="0" marL="285750" marR="0" rtl="0" algn="just">
              <a:spcBef>
                <a:spcPts val="1800"/>
              </a:spcBef>
              <a:spcAft>
                <a:spcPts val="0"/>
              </a:spcAft>
              <a:buClr>
                <a:srgbClr val="273239"/>
              </a:buClr>
              <a:buSzPts val="1600"/>
              <a:buFont typeface="Arial"/>
              <a:buChar char="•"/>
            </a:pPr>
            <a:r>
              <a:rPr b="1" i="0" lang="en-US" sz="1600">
                <a:solidFill>
                  <a:srgbClr val="273239"/>
                </a:solidFill>
                <a:latin typeface="Tahoma"/>
                <a:ea typeface="Tahoma"/>
                <a:cs typeface="Tahoma"/>
                <a:sym typeface="Tahoma"/>
              </a:rPr>
              <a:t>Repository Management:</a:t>
            </a:r>
            <a:r>
              <a:rPr b="0" i="0" lang="en-US" sz="1600">
                <a:solidFill>
                  <a:srgbClr val="273239"/>
                </a:solidFill>
                <a:latin typeface="Tahoma"/>
                <a:ea typeface="Tahoma"/>
                <a:cs typeface="Tahoma"/>
                <a:sym typeface="Tahoma"/>
              </a:rPr>
              <a:t> YUM interacts with software repositories to fetch and install packages. Users can configure these repositories to obtain software from both official sources and trusted third-party repositories.</a:t>
            </a:r>
            <a:endParaRPr b="0" i="0" sz="1600">
              <a:solidFill>
                <a:srgbClr val="273239"/>
              </a:solidFill>
              <a:latin typeface="Tahoma"/>
              <a:ea typeface="Tahoma"/>
              <a:cs typeface="Tahoma"/>
              <a:sym typeface="Tahoma"/>
            </a:endParaRPr>
          </a:p>
          <a:p>
            <a:pPr indent="-285750" lvl="0" marL="285750" marR="0" rtl="0" algn="just">
              <a:spcBef>
                <a:spcPts val="1800"/>
              </a:spcBef>
              <a:spcAft>
                <a:spcPts val="0"/>
              </a:spcAft>
              <a:buClr>
                <a:srgbClr val="273239"/>
              </a:buClr>
              <a:buSzPts val="1600"/>
              <a:buFont typeface="Arial"/>
              <a:buChar char="•"/>
            </a:pPr>
            <a:r>
              <a:rPr b="1" i="0" lang="en-US" sz="1600">
                <a:solidFill>
                  <a:srgbClr val="273239"/>
                </a:solidFill>
                <a:latin typeface="Tahoma"/>
                <a:ea typeface="Tahoma"/>
                <a:cs typeface="Tahoma"/>
                <a:sym typeface="Tahoma"/>
              </a:rPr>
              <a:t>Package Management:</a:t>
            </a:r>
            <a:r>
              <a:rPr b="0" i="0" lang="en-US" sz="1600">
                <a:solidFill>
                  <a:srgbClr val="273239"/>
                </a:solidFill>
                <a:latin typeface="Tahoma"/>
                <a:ea typeface="Tahoma"/>
                <a:cs typeface="Tahoma"/>
                <a:sym typeface="Tahoma"/>
              </a:rPr>
              <a:t> YUM provides a set of commands to manage packages on the system. This includes installing, updating, downgrading, and removing packages, as well as listing installed packages and their information.</a:t>
            </a:r>
            <a:endParaRPr b="0" i="0" sz="1600">
              <a:solidFill>
                <a:srgbClr val="273239"/>
              </a:solidFill>
              <a:latin typeface="Tahoma"/>
              <a:ea typeface="Tahoma"/>
              <a:cs typeface="Tahoma"/>
              <a:sym typeface="Tahoma"/>
            </a:endParaRPr>
          </a:p>
          <a:p>
            <a:pPr indent="-285750" lvl="0" marL="285750" marR="0" rtl="0" algn="just">
              <a:spcBef>
                <a:spcPts val="1800"/>
              </a:spcBef>
              <a:spcAft>
                <a:spcPts val="0"/>
              </a:spcAft>
              <a:buClr>
                <a:srgbClr val="273239"/>
              </a:buClr>
              <a:buSzPts val="1600"/>
              <a:buFont typeface="Arial"/>
              <a:buChar char="•"/>
            </a:pPr>
            <a:r>
              <a:rPr b="1" i="0" lang="en-US" sz="1600">
                <a:solidFill>
                  <a:srgbClr val="273239"/>
                </a:solidFill>
                <a:latin typeface="Tahoma"/>
                <a:ea typeface="Tahoma"/>
                <a:cs typeface="Tahoma"/>
                <a:sym typeface="Tahoma"/>
              </a:rPr>
              <a:t>Cache Management:</a:t>
            </a:r>
            <a:r>
              <a:rPr b="0" i="0" lang="en-US" sz="1600">
                <a:solidFill>
                  <a:srgbClr val="273239"/>
                </a:solidFill>
                <a:latin typeface="Tahoma"/>
                <a:ea typeface="Tahoma"/>
                <a:cs typeface="Tahoma"/>
                <a:sym typeface="Tahoma"/>
              </a:rPr>
              <a:t> YUM maintains a local cache of metadata from the repositories. This cache improves package search and installation speed. You can update this cache using the yum makecache command.</a:t>
            </a:r>
            <a:endParaRPr b="0" i="0" sz="1600">
              <a:solidFill>
                <a:srgbClr val="273239"/>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73239"/>
              </a:buClr>
              <a:buSzPts val="3200"/>
              <a:buFont typeface="Arial Black"/>
              <a:buNone/>
            </a:pPr>
            <a:r>
              <a:rPr b="1" i="0" lang="en-US">
                <a:solidFill>
                  <a:srgbClr val="273239"/>
                </a:solidFill>
              </a:rPr>
              <a:t>Basic commands in </a:t>
            </a:r>
            <a:r>
              <a:rPr b="1" lang="en-US">
                <a:solidFill>
                  <a:srgbClr val="273239"/>
                </a:solidFill>
              </a:rPr>
              <a:t>YUM</a:t>
            </a:r>
            <a:r>
              <a:rPr b="1" i="0" lang="en-US">
                <a:solidFill>
                  <a:srgbClr val="273239"/>
                </a:solidFill>
              </a:rPr>
              <a:t>:</a:t>
            </a:r>
            <a:endParaRPr/>
          </a:p>
        </p:txBody>
      </p:sp>
      <p:sp>
        <p:nvSpPr>
          <p:cNvPr id="552" name="Google Shape;552;p20"/>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53" name="Google Shape;553;p20"/>
          <p:cNvSpPr txBox="1"/>
          <p:nvPr/>
        </p:nvSpPr>
        <p:spPr>
          <a:xfrm>
            <a:off x="431998" y="1125778"/>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1. </a:t>
            </a:r>
            <a:r>
              <a:rPr b="1" i="0" lang="en-US" sz="1800">
                <a:solidFill>
                  <a:srgbClr val="273239"/>
                </a:solidFill>
                <a:latin typeface="Arial Black"/>
                <a:ea typeface="Arial Black"/>
                <a:cs typeface="Arial Black"/>
                <a:sym typeface="Arial Black"/>
              </a:rPr>
              <a:t>Installing a package:</a:t>
            </a:r>
            <a:endParaRPr b="1" sz="1800">
              <a:solidFill>
                <a:schemeClr val="dk1"/>
              </a:solidFill>
              <a:latin typeface="Arial Black"/>
              <a:ea typeface="Arial Black"/>
              <a:cs typeface="Arial Black"/>
              <a:sym typeface="Arial Black"/>
            </a:endParaRPr>
          </a:p>
        </p:txBody>
      </p:sp>
      <p:sp>
        <p:nvSpPr>
          <p:cNvPr id="554" name="Google Shape;554;p20"/>
          <p:cNvSpPr/>
          <p:nvPr/>
        </p:nvSpPr>
        <p:spPr>
          <a:xfrm>
            <a:off x="367546" y="1684177"/>
            <a:ext cx="11116235" cy="36933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yum install package-name</a:t>
            </a:r>
            <a:endParaRPr b="1" sz="1600">
              <a:solidFill>
                <a:schemeClr val="dk1"/>
              </a:solidFill>
              <a:latin typeface="Tahoma"/>
              <a:ea typeface="Tahoma"/>
              <a:cs typeface="Tahoma"/>
              <a:sym typeface="Tahoma"/>
            </a:endParaRPr>
          </a:p>
        </p:txBody>
      </p:sp>
      <p:sp>
        <p:nvSpPr>
          <p:cNvPr id="555" name="Google Shape;555;p20"/>
          <p:cNvSpPr txBox="1"/>
          <p:nvPr/>
        </p:nvSpPr>
        <p:spPr>
          <a:xfrm>
            <a:off x="431998" y="2287627"/>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2. </a:t>
            </a:r>
            <a:r>
              <a:rPr b="1" lang="en-US" sz="1800">
                <a:solidFill>
                  <a:srgbClr val="273239"/>
                </a:solidFill>
                <a:latin typeface="Arial Black"/>
                <a:ea typeface="Arial Black"/>
                <a:cs typeface="Arial Black"/>
                <a:sym typeface="Arial Black"/>
              </a:rPr>
              <a:t>Updating</a:t>
            </a:r>
            <a:r>
              <a:rPr b="1" i="0" lang="en-US" sz="1800">
                <a:solidFill>
                  <a:srgbClr val="273239"/>
                </a:solidFill>
                <a:latin typeface="Arial Black"/>
                <a:ea typeface="Arial Black"/>
                <a:cs typeface="Arial Black"/>
                <a:sym typeface="Arial Black"/>
              </a:rPr>
              <a:t> </a:t>
            </a:r>
            <a:r>
              <a:rPr b="1" lang="en-US" sz="1800">
                <a:solidFill>
                  <a:srgbClr val="273239"/>
                </a:solidFill>
                <a:latin typeface="Arial Black"/>
                <a:ea typeface="Arial Black"/>
                <a:cs typeface="Arial Black"/>
                <a:sym typeface="Arial Black"/>
              </a:rPr>
              <a:t>the</a:t>
            </a:r>
            <a:r>
              <a:rPr b="1" i="0" lang="en-US" sz="1800">
                <a:solidFill>
                  <a:srgbClr val="273239"/>
                </a:solidFill>
                <a:latin typeface="Arial Black"/>
                <a:ea typeface="Arial Black"/>
                <a:cs typeface="Arial Black"/>
                <a:sym typeface="Arial Black"/>
              </a:rPr>
              <a:t> package list:</a:t>
            </a:r>
            <a:endParaRPr b="1" sz="1800">
              <a:solidFill>
                <a:schemeClr val="dk1"/>
              </a:solidFill>
              <a:latin typeface="Arial Black"/>
              <a:ea typeface="Arial Black"/>
              <a:cs typeface="Arial Black"/>
              <a:sym typeface="Arial Black"/>
            </a:endParaRPr>
          </a:p>
        </p:txBody>
      </p:sp>
      <p:sp>
        <p:nvSpPr>
          <p:cNvPr id="556" name="Google Shape;556;p20"/>
          <p:cNvSpPr/>
          <p:nvPr/>
        </p:nvSpPr>
        <p:spPr>
          <a:xfrm>
            <a:off x="367547" y="2918736"/>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yum makecache</a:t>
            </a:r>
            <a:endParaRPr b="1" sz="1600">
              <a:solidFill>
                <a:schemeClr val="dk1"/>
              </a:solidFill>
              <a:latin typeface="Tahoma"/>
              <a:ea typeface="Tahoma"/>
              <a:cs typeface="Tahoma"/>
              <a:sym typeface="Tahoma"/>
            </a:endParaRPr>
          </a:p>
        </p:txBody>
      </p:sp>
      <p:sp>
        <p:nvSpPr>
          <p:cNvPr id="557" name="Google Shape;557;p20"/>
          <p:cNvSpPr txBox="1"/>
          <p:nvPr/>
        </p:nvSpPr>
        <p:spPr>
          <a:xfrm>
            <a:off x="367547" y="3477135"/>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3. </a:t>
            </a:r>
            <a:r>
              <a:rPr b="1" lang="en-US" sz="1800">
                <a:solidFill>
                  <a:srgbClr val="273239"/>
                </a:solidFill>
                <a:latin typeface="Arial Black"/>
                <a:ea typeface="Arial Black"/>
                <a:cs typeface="Arial Black"/>
                <a:sym typeface="Arial Black"/>
              </a:rPr>
              <a:t>Upgrading packages</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58" name="Google Shape;558;p20"/>
          <p:cNvSpPr/>
          <p:nvPr/>
        </p:nvSpPr>
        <p:spPr>
          <a:xfrm>
            <a:off x="367548" y="4080586"/>
            <a:ext cx="11116235" cy="36933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yum update</a:t>
            </a:r>
            <a:endParaRPr b="1" sz="1600">
              <a:solidFill>
                <a:schemeClr val="dk1"/>
              </a:solidFill>
              <a:latin typeface="Tahoma"/>
              <a:ea typeface="Tahoma"/>
              <a:cs typeface="Tahoma"/>
              <a:sym typeface="Tahoma"/>
            </a:endParaRPr>
          </a:p>
        </p:txBody>
      </p:sp>
      <p:sp>
        <p:nvSpPr>
          <p:cNvPr id="559" name="Google Shape;559;p20"/>
          <p:cNvSpPr txBox="1"/>
          <p:nvPr/>
        </p:nvSpPr>
        <p:spPr>
          <a:xfrm>
            <a:off x="367547" y="4684036"/>
            <a:ext cx="7333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4. Removing a package</a:t>
            </a:r>
            <a:r>
              <a:rPr b="1" i="0" lang="en-US" sz="1800">
                <a:solidFill>
                  <a:srgbClr val="273239"/>
                </a:solidFill>
                <a:latin typeface="Arial Black"/>
                <a:ea typeface="Arial Black"/>
                <a:cs typeface="Arial Black"/>
                <a:sym typeface="Arial Black"/>
              </a:rPr>
              <a:t>:</a:t>
            </a:r>
            <a:endParaRPr b="1" sz="1800">
              <a:solidFill>
                <a:schemeClr val="dk1"/>
              </a:solidFill>
              <a:latin typeface="Arial Black"/>
              <a:ea typeface="Arial Black"/>
              <a:cs typeface="Arial Black"/>
              <a:sym typeface="Arial Black"/>
            </a:endParaRPr>
          </a:p>
        </p:txBody>
      </p:sp>
      <p:sp>
        <p:nvSpPr>
          <p:cNvPr id="560" name="Google Shape;560;p20"/>
          <p:cNvSpPr/>
          <p:nvPr/>
        </p:nvSpPr>
        <p:spPr>
          <a:xfrm>
            <a:off x="367548" y="5242435"/>
            <a:ext cx="11116235" cy="369332"/>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sudo yum remove package-name</a:t>
            </a:r>
            <a:endParaRPr b="1" sz="1600">
              <a:solidFill>
                <a:schemeClr val="dk1"/>
              </a:solidFill>
              <a:latin typeface="Tahoma"/>
              <a:ea typeface="Tahoma"/>
              <a:cs typeface="Tahoma"/>
              <a:sym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1"/>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3200"/>
              <a:buFont typeface="Arial Black"/>
              <a:buNone/>
            </a:pPr>
            <a:r>
              <a:rPr lang="en-US"/>
              <a:t>4. dnf Package Manager</a:t>
            </a:r>
            <a:endParaRPr/>
          </a:p>
        </p:txBody>
      </p:sp>
      <p:sp>
        <p:nvSpPr>
          <p:cNvPr id="566" name="Google Shape;566;p21"/>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67" name="Google Shape;567;p21"/>
          <p:cNvSpPr txBox="1"/>
          <p:nvPr/>
        </p:nvSpPr>
        <p:spPr>
          <a:xfrm>
            <a:off x="431800" y="1245870"/>
            <a:ext cx="11123930" cy="9220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ahoma"/>
                <a:ea typeface="Tahoma"/>
                <a:cs typeface="Tahoma"/>
                <a:sym typeface="Tahoma"/>
              </a:rPr>
              <a:t>dnf is the successor to YUM and is now the recommended package manager for Fedora-based distributions. It provides a more modern and user-friendly experience. The syntax and commands for dnf are similar to yum.</a:t>
            </a:r>
            <a:endParaRPr sz="1800">
              <a:solidFill>
                <a:schemeClr val="dk1"/>
              </a:solidFill>
              <a:latin typeface="Tahoma"/>
              <a:ea typeface="Tahoma"/>
              <a:cs typeface="Tahoma"/>
              <a:sym typeface="Tahoma"/>
            </a:endParaRPr>
          </a:p>
        </p:txBody>
      </p:sp>
      <p:sp>
        <p:nvSpPr>
          <p:cNvPr id="568" name="Google Shape;568;p21"/>
          <p:cNvSpPr txBox="1"/>
          <p:nvPr/>
        </p:nvSpPr>
        <p:spPr>
          <a:xfrm>
            <a:off x="432000" y="2348753"/>
            <a:ext cx="11123506"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ahoma"/>
                <a:ea typeface="Tahoma"/>
                <a:cs typeface="Tahoma"/>
                <a:sym typeface="Tahoma"/>
              </a:rPr>
              <a:t>Some dnf examples are:</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rPr b="1" i="0" lang="en-US" sz="1800">
                <a:solidFill>
                  <a:srgbClr val="273239"/>
                </a:solidFill>
                <a:latin typeface="Tahoma"/>
                <a:ea typeface="Tahoma"/>
                <a:cs typeface="Tahoma"/>
                <a:sym typeface="Tahoma"/>
              </a:rPr>
              <a:t>1. Installing a package:</a:t>
            </a:r>
            <a:endParaRPr b="1" i="0"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b="1"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b="1"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b="1"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rPr b="1" lang="en-US" sz="1800">
                <a:solidFill>
                  <a:schemeClr val="dk1"/>
                </a:solidFill>
                <a:latin typeface="Tahoma"/>
                <a:ea typeface="Tahoma"/>
                <a:cs typeface="Tahoma"/>
                <a:sym typeface="Tahoma"/>
              </a:rPr>
              <a:t>2. </a:t>
            </a:r>
            <a:r>
              <a:rPr b="1" i="0" lang="en-US" sz="1800">
                <a:solidFill>
                  <a:srgbClr val="273239"/>
                </a:solidFill>
                <a:latin typeface="Tahoma"/>
                <a:ea typeface="Tahoma"/>
                <a:cs typeface="Tahoma"/>
                <a:sym typeface="Tahoma"/>
              </a:rPr>
              <a:t>Updating packages:</a:t>
            </a:r>
            <a:endParaRPr b="1" i="0"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b="1" sz="1800">
              <a:solidFill>
                <a:srgbClr val="273239"/>
              </a:solidFill>
              <a:latin typeface="Tahoma"/>
              <a:ea typeface="Tahoma"/>
              <a:cs typeface="Tahoma"/>
              <a:sym typeface="Tahoma"/>
            </a:endParaRPr>
          </a:p>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a:p>
            <a:pPr indent="0" lvl="0" marL="0" marR="0" rtl="0" algn="l">
              <a:spcBef>
                <a:spcPts val="0"/>
              </a:spcBef>
              <a:spcAft>
                <a:spcPts val="0"/>
              </a:spcAft>
              <a:buNone/>
            </a:pPr>
            <a:r>
              <a:t/>
            </a:r>
            <a:endParaRPr sz="1800">
              <a:solidFill>
                <a:schemeClr val="dk1"/>
              </a:solidFill>
              <a:latin typeface="Tahoma"/>
              <a:ea typeface="Tahoma"/>
              <a:cs typeface="Tahoma"/>
              <a:sym typeface="Tahoma"/>
            </a:endParaRPr>
          </a:p>
        </p:txBody>
      </p:sp>
      <p:sp>
        <p:nvSpPr>
          <p:cNvPr id="569" name="Google Shape;569;p21"/>
          <p:cNvSpPr/>
          <p:nvPr/>
        </p:nvSpPr>
        <p:spPr>
          <a:xfrm>
            <a:off x="463376" y="3434541"/>
            <a:ext cx="11060753" cy="43927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ahoma"/>
                <a:ea typeface="Tahoma"/>
                <a:cs typeface="Tahoma"/>
                <a:sym typeface="Tahoma"/>
              </a:rPr>
              <a:t>sudo dnf install package-name</a:t>
            </a:r>
            <a:endParaRPr sz="1800">
              <a:solidFill>
                <a:schemeClr val="dk1"/>
              </a:solidFill>
              <a:latin typeface="Tahoma"/>
              <a:ea typeface="Tahoma"/>
              <a:cs typeface="Tahoma"/>
              <a:sym typeface="Tahoma"/>
            </a:endParaRPr>
          </a:p>
        </p:txBody>
      </p:sp>
      <p:sp>
        <p:nvSpPr>
          <p:cNvPr id="570" name="Google Shape;570;p21"/>
          <p:cNvSpPr/>
          <p:nvPr/>
        </p:nvSpPr>
        <p:spPr>
          <a:xfrm>
            <a:off x="494753" y="4787152"/>
            <a:ext cx="11060753" cy="439271"/>
          </a:xfrm>
          <a:prstGeom prst="rect">
            <a:avLst/>
          </a:prstGeom>
          <a:solidFill>
            <a:srgbClr val="D8D8D8"/>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ahoma"/>
                <a:ea typeface="Tahoma"/>
                <a:cs typeface="Tahoma"/>
                <a:sym typeface="Tahoma"/>
              </a:rPr>
              <a:t>sudo dnf upgrade</a:t>
            </a:r>
            <a:endParaRPr sz="1800">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22"/>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3200"/>
              <a:buFont typeface="Arial Black"/>
              <a:buNone/>
            </a:pPr>
            <a:r>
              <a:rPr lang="en-US"/>
              <a:t>Difference b/w RPM, APT, YUM and DNF</a:t>
            </a:r>
            <a:endParaRPr/>
          </a:p>
        </p:txBody>
      </p:sp>
      <p:sp>
        <p:nvSpPr>
          <p:cNvPr id="576" name="Google Shape;576;p22"/>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577" name="Google Shape;577;p22"/>
          <p:cNvGraphicFramePr/>
          <p:nvPr/>
        </p:nvGraphicFramePr>
        <p:xfrm>
          <a:off x="426000" y="1287640"/>
          <a:ext cx="3000000" cy="3000000"/>
        </p:xfrm>
        <a:graphic>
          <a:graphicData uri="http://schemas.openxmlformats.org/drawingml/2006/table">
            <a:tbl>
              <a:tblPr>
                <a:noFill/>
                <a:tableStyleId>{C906F8D0-0D66-4F64-B867-15B4E9F44B9D}</a:tableStyleId>
              </a:tblPr>
              <a:tblGrid>
                <a:gridCol w="2268000"/>
                <a:gridCol w="2268000"/>
                <a:gridCol w="2268000"/>
                <a:gridCol w="2268000"/>
                <a:gridCol w="2268000"/>
              </a:tblGrid>
              <a:tr h="379925">
                <a:tc>
                  <a:txBody>
                    <a:bodyPr/>
                    <a:lstStyle/>
                    <a:p>
                      <a:pPr indent="0" lvl="0" marL="0" marR="0" rtl="0" algn="l">
                        <a:spcBef>
                          <a:spcPts val="0"/>
                        </a:spcBef>
                        <a:spcAft>
                          <a:spcPts val="0"/>
                        </a:spcAft>
                        <a:buNone/>
                      </a:pPr>
                      <a:r>
                        <a:rPr b="1" lang="en-US" sz="1700" u="none" cap="none" strike="noStrike"/>
                        <a:t>Feature</a:t>
                      </a:r>
                      <a:endParaRPr b="1" sz="1700" u="none" cap="none" strike="noStrike"/>
                    </a:p>
                  </a:txBody>
                  <a:tcPr marT="44400" marB="44400" marR="88800" marL="88800" anchor="ctr"/>
                </a:tc>
                <a:tc>
                  <a:txBody>
                    <a:bodyPr/>
                    <a:lstStyle/>
                    <a:p>
                      <a:pPr indent="0" lvl="0" marL="0" marR="0" rtl="0" algn="l">
                        <a:spcBef>
                          <a:spcPts val="0"/>
                        </a:spcBef>
                        <a:spcAft>
                          <a:spcPts val="0"/>
                        </a:spcAft>
                        <a:buNone/>
                      </a:pPr>
                      <a:r>
                        <a:rPr b="1" lang="en-US" sz="1700" u="none" cap="none" strike="noStrike"/>
                        <a:t>RPM</a:t>
                      </a:r>
                      <a:endParaRPr b="1" sz="1700" u="none" cap="none" strike="noStrike"/>
                    </a:p>
                  </a:txBody>
                  <a:tcPr marT="44400" marB="44400" marR="88800" marL="88800" anchor="ctr"/>
                </a:tc>
                <a:tc>
                  <a:txBody>
                    <a:bodyPr/>
                    <a:lstStyle/>
                    <a:p>
                      <a:pPr indent="0" lvl="0" marL="0" marR="0" rtl="0" algn="l">
                        <a:spcBef>
                          <a:spcPts val="0"/>
                        </a:spcBef>
                        <a:spcAft>
                          <a:spcPts val="0"/>
                        </a:spcAft>
                        <a:buNone/>
                      </a:pPr>
                      <a:r>
                        <a:rPr b="1" lang="en-US" sz="1700" u="none" cap="none" strike="noStrike"/>
                        <a:t>APT</a:t>
                      </a:r>
                      <a:endParaRPr b="1" sz="1700" u="none" cap="none" strike="noStrike"/>
                    </a:p>
                  </a:txBody>
                  <a:tcPr marT="44400" marB="44400" marR="88800" marL="88800" anchor="ctr"/>
                </a:tc>
                <a:tc>
                  <a:txBody>
                    <a:bodyPr/>
                    <a:lstStyle/>
                    <a:p>
                      <a:pPr indent="0" lvl="0" marL="0" marR="0" rtl="0" algn="l">
                        <a:spcBef>
                          <a:spcPts val="0"/>
                        </a:spcBef>
                        <a:spcAft>
                          <a:spcPts val="0"/>
                        </a:spcAft>
                        <a:buNone/>
                      </a:pPr>
                      <a:r>
                        <a:rPr b="1" lang="en-US" sz="1700" u="none" cap="none" strike="noStrike"/>
                        <a:t>YUM</a:t>
                      </a:r>
                      <a:endParaRPr b="1" sz="1700" u="none" cap="none" strike="noStrike"/>
                    </a:p>
                  </a:txBody>
                  <a:tcPr marT="44400" marB="44400" marR="88800" marL="88800" anchor="ctr"/>
                </a:tc>
                <a:tc>
                  <a:txBody>
                    <a:bodyPr/>
                    <a:lstStyle/>
                    <a:p>
                      <a:pPr indent="0" lvl="0" marL="0" marR="0" rtl="0" algn="l">
                        <a:spcBef>
                          <a:spcPts val="0"/>
                        </a:spcBef>
                        <a:spcAft>
                          <a:spcPts val="0"/>
                        </a:spcAft>
                        <a:buNone/>
                      </a:pPr>
                      <a:r>
                        <a:rPr b="1" lang="en-US" sz="1700" u="none" cap="none" strike="noStrike"/>
                        <a:t>DNF</a:t>
                      </a:r>
                      <a:endParaRPr b="1" sz="1700" u="none" cap="none" strike="noStrike"/>
                    </a:p>
                  </a:txBody>
                  <a:tcPr marT="44400" marB="44400" marR="88800" marL="88800" anchor="ctr"/>
                </a:tc>
              </a:tr>
              <a:tr h="949825">
                <a:tc>
                  <a:txBody>
                    <a:bodyPr/>
                    <a:lstStyle/>
                    <a:p>
                      <a:pPr indent="0" lvl="0" marL="0" marR="0" rtl="0" algn="l">
                        <a:spcBef>
                          <a:spcPts val="0"/>
                        </a:spcBef>
                        <a:spcAft>
                          <a:spcPts val="0"/>
                        </a:spcAft>
                        <a:buNone/>
                      </a:pPr>
                      <a:r>
                        <a:rPr b="1" lang="en-US" sz="1700" u="none" cap="none" strike="noStrike"/>
                        <a:t>Type</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Low-level package format/manager</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High-level package manager</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High-level package manager</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High-level package manager (YUM's successor)</a:t>
                      </a:r>
                      <a:endParaRPr sz="1700" u="none" cap="none" strike="noStrike"/>
                    </a:p>
                  </a:txBody>
                  <a:tcPr marT="44400" marB="44400" marR="88800" marL="88800" anchor="ctr"/>
                </a:tc>
              </a:tr>
              <a:tr h="1234750">
                <a:tc>
                  <a:txBody>
                    <a:bodyPr/>
                    <a:lstStyle/>
                    <a:p>
                      <a:pPr indent="0" lvl="0" marL="0" marR="0" rtl="0" algn="l">
                        <a:spcBef>
                          <a:spcPts val="0"/>
                        </a:spcBef>
                        <a:spcAft>
                          <a:spcPts val="0"/>
                        </a:spcAft>
                        <a:buNone/>
                      </a:pPr>
                      <a:r>
                        <a:rPr b="1" lang="en-US" sz="1700" u="none" cap="none" strike="noStrike"/>
                        <a:t>Primary Role</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Install/manage individual packages</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Automate software management with dependencies</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Automate software management with dependencies</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Automate software management with improved performance</a:t>
                      </a:r>
                      <a:endParaRPr sz="1700" u="none" cap="none" strike="noStrike"/>
                    </a:p>
                  </a:txBody>
                  <a:tcPr marT="44400" marB="44400" marR="88800" marL="88800" anchor="ctr"/>
                </a:tc>
              </a:tr>
              <a:tr h="379925">
                <a:tc>
                  <a:txBody>
                    <a:bodyPr/>
                    <a:lstStyle/>
                    <a:p>
                      <a:pPr indent="0" lvl="0" marL="0" marR="0" rtl="0" algn="l">
                        <a:spcBef>
                          <a:spcPts val="0"/>
                        </a:spcBef>
                        <a:spcAft>
                          <a:spcPts val="0"/>
                        </a:spcAft>
                        <a:buNone/>
                      </a:pPr>
                      <a:r>
                        <a:rPr b="1" lang="en-US" sz="1700" u="none" cap="none" strike="noStrike"/>
                        <a:t>Package Format</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.rpm</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.deb</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.rpm</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.rpm</a:t>
                      </a:r>
                      <a:endParaRPr sz="1700" u="none" cap="none" strike="noStrike"/>
                    </a:p>
                  </a:txBody>
                  <a:tcPr marT="44400" marB="44400" marR="88800" marL="88800" anchor="ctr"/>
                </a:tc>
              </a:tr>
              <a:tr h="664875">
                <a:tc>
                  <a:txBody>
                    <a:bodyPr/>
                    <a:lstStyle/>
                    <a:p>
                      <a:pPr indent="0" lvl="0" marL="0" marR="0" rtl="0" algn="l">
                        <a:spcBef>
                          <a:spcPts val="0"/>
                        </a:spcBef>
                        <a:spcAft>
                          <a:spcPts val="0"/>
                        </a:spcAft>
                        <a:buNone/>
                      </a:pPr>
                      <a:r>
                        <a:rPr b="1" lang="en-US" sz="1700" u="none" cap="none" strike="noStrike"/>
                        <a:t>Dependency Mgmt.</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Manual (tells you what's missing)</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Automatic</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Automatic</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Automatic (and improved)</a:t>
                      </a:r>
                      <a:endParaRPr sz="1700" u="none" cap="none" strike="noStrike"/>
                    </a:p>
                  </a:txBody>
                  <a:tcPr marT="44400" marB="44400" marR="88800" marL="88800" anchor="ctr"/>
                </a:tc>
              </a:tr>
              <a:tr h="664875">
                <a:tc>
                  <a:txBody>
                    <a:bodyPr/>
                    <a:lstStyle/>
                    <a:p>
                      <a:pPr indent="0" lvl="0" marL="0" marR="0" rtl="0" algn="l">
                        <a:spcBef>
                          <a:spcPts val="0"/>
                        </a:spcBef>
                        <a:spcAft>
                          <a:spcPts val="0"/>
                        </a:spcAft>
                        <a:buNone/>
                      </a:pPr>
                      <a:r>
                        <a:rPr b="1" lang="en-US" sz="1700" u="none" cap="none" strike="noStrike"/>
                        <a:t>Used In</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Red Hat-based distributions</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Debian-based distributions</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Older Red Hat-based distributions</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Modern Red Hat-based distributions</a:t>
                      </a:r>
                      <a:endParaRPr sz="1700" u="none" cap="none" strike="noStrike"/>
                    </a:p>
                  </a:txBody>
                  <a:tcPr marT="44400" marB="44400" marR="88800" marL="88800" anchor="ctr"/>
                </a:tc>
              </a:tr>
              <a:tr h="379925">
                <a:tc>
                  <a:txBody>
                    <a:bodyPr/>
                    <a:lstStyle/>
                    <a:p>
                      <a:pPr indent="0" lvl="0" marL="0" marR="0" rtl="0" algn="l">
                        <a:spcBef>
                          <a:spcPts val="0"/>
                        </a:spcBef>
                        <a:spcAft>
                          <a:spcPts val="0"/>
                        </a:spcAft>
                        <a:buNone/>
                      </a:pPr>
                      <a:r>
                        <a:rPr b="1" lang="en-US" sz="1700" u="none" cap="none" strike="noStrike"/>
                        <a:t>Speed/Perf.</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N/A (low-level)</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Fast</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Slower than DNF</a:t>
                      </a:r>
                      <a:endParaRPr sz="1700" u="none" cap="none" strike="noStrike"/>
                    </a:p>
                  </a:txBody>
                  <a:tcPr marT="44400" marB="44400" marR="88800" marL="88800" anchor="ctr"/>
                </a:tc>
                <a:tc>
                  <a:txBody>
                    <a:bodyPr/>
                    <a:lstStyle/>
                    <a:p>
                      <a:pPr indent="0" lvl="0" marL="0" marR="0" rtl="0" algn="l">
                        <a:spcBef>
                          <a:spcPts val="0"/>
                        </a:spcBef>
                        <a:spcAft>
                          <a:spcPts val="0"/>
                        </a:spcAft>
                        <a:buNone/>
                      </a:pPr>
                      <a:r>
                        <a:rPr lang="en-US" sz="1700" u="none" cap="none" strike="noStrike"/>
                        <a:t>Faster than YUM</a:t>
                      </a:r>
                      <a:endParaRPr sz="1700" u="none" cap="none" strike="noStrike"/>
                    </a:p>
                  </a:txBody>
                  <a:tcPr marT="44400" marB="44400" marR="88800" marL="88800" anchor="ct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3"/>
          <p:cNvSpPr txBox="1"/>
          <p:nvPr>
            <p:ph type="title"/>
          </p:nvPr>
        </p:nvSpPr>
        <p:spPr>
          <a:xfrm>
            <a:off x="432000" y="432000"/>
            <a:ext cx="11340000" cy="4320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3200"/>
              <a:buFont typeface="Arial Black"/>
              <a:buNone/>
            </a:pPr>
            <a:r>
              <a:rPr lang="en-US"/>
              <a:t>LABS:</a:t>
            </a:r>
            <a:endParaRPr/>
          </a:p>
        </p:txBody>
      </p:sp>
      <p:sp>
        <p:nvSpPr>
          <p:cNvPr id="583" name="Google Shape;583;p23"/>
          <p:cNvSpPr txBox="1"/>
          <p:nvPr>
            <p:ph idx="12" type="sldNum"/>
          </p:nvPr>
        </p:nvSpPr>
        <p:spPr>
          <a:xfrm>
            <a:off x="11772000" y="6365363"/>
            <a:ext cx="420000" cy="421200"/>
          </a:xfrm>
          <a:prstGeom prst="rect">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584" name="Google Shape;584;p23"/>
          <p:cNvSpPr txBox="1"/>
          <p:nvPr/>
        </p:nvSpPr>
        <p:spPr>
          <a:xfrm>
            <a:off x="431999" y="1308846"/>
            <a:ext cx="10827671"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ahoma"/>
                <a:ea typeface="Tahoma"/>
                <a:cs typeface="Tahoma"/>
                <a:sym typeface="Tahoma"/>
              </a:rPr>
              <a:t>Install and remove a package using both RPM and APT.</a:t>
            </a:r>
            <a:endParaRPr sz="1800">
              <a:solidFill>
                <a:schemeClr val="dk1"/>
              </a:solidFill>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ahoma"/>
                <a:ea typeface="Tahoma"/>
                <a:cs typeface="Tahoma"/>
                <a:sym typeface="Tahoma"/>
              </a:rPr>
              <a:t>Install a .rpm file manually and verify the installation. </a:t>
            </a:r>
            <a:endParaRPr sz="1800">
              <a:solidFill>
                <a:schemeClr val="dk1"/>
              </a:solidFill>
              <a:latin typeface="Tahoma"/>
              <a:ea typeface="Tahoma"/>
              <a:cs typeface="Tahoma"/>
              <a:sym typeface="Tahoma"/>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ahoma"/>
              <a:ea typeface="Tahoma"/>
              <a:cs typeface="Tahoma"/>
              <a:sym typeface="Tahom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ahoma"/>
                <a:ea typeface="Tahoma"/>
                <a:cs typeface="Tahoma"/>
                <a:sym typeface="Tahoma"/>
              </a:rPr>
              <a:t>Create a shell script to automate the installation of a software suite using a package manager.</a:t>
            </a:r>
            <a:endParaRPr sz="1800">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Great Pitch Decks - Technology">
      <a:dk1>
        <a:srgbClr val="000000"/>
      </a:dk1>
      <a:lt1>
        <a:srgbClr val="FFFFFF"/>
      </a:lt1>
      <a:dk2>
        <a:srgbClr val="12121E"/>
      </a:dk2>
      <a:lt2>
        <a:srgbClr val="F2F2F2"/>
      </a:lt2>
      <a:accent1>
        <a:srgbClr val="00B0F0"/>
      </a:accent1>
      <a:accent2>
        <a:srgbClr val="5ECCF3"/>
      </a:accent2>
      <a:accent3>
        <a:srgbClr val="A7EA52"/>
      </a:accent3>
      <a:accent4>
        <a:srgbClr val="5DCEAF"/>
      </a:accent4>
      <a:accent5>
        <a:srgbClr val="FF8021"/>
      </a:accent5>
      <a:accent6>
        <a:srgbClr val="F14124"/>
      </a:accent6>
      <a:hlink>
        <a:srgbClr val="5ECCF3"/>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Great Pitch Decks - Technology">
    <a:dk1>
      <a:srgbClr val="000000"/>
    </a:dk1>
    <a:lt1>
      <a:srgbClr val="FFFFFF"/>
    </a:lt1>
    <a:dk2>
      <a:srgbClr val="12121E"/>
    </a:dk2>
    <a:lt2>
      <a:srgbClr val="F2F2F2"/>
    </a:lt2>
    <a:accent1>
      <a:srgbClr val="00B0F0"/>
    </a:accent1>
    <a:accent2>
      <a:srgbClr val="5ECCF3"/>
    </a:accent2>
    <a:accent3>
      <a:srgbClr val="A7EA52"/>
    </a:accent3>
    <a:accent4>
      <a:srgbClr val="5DCEAF"/>
    </a:accent4>
    <a:accent5>
      <a:srgbClr val="FF8021"/>
    </a:accent5>
    <a:accent6>
      <a:srgbClr val="F14124"/>
    </a:accent6>
    <a:hlink>
      <a:srgbClr val="5ECCF3"/>
    </a:hlink>
    <a:folHlink>
      <a:srgbClr val="7F7F7F"/>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2025-05-29T04:44:00Z</dcterms:created>
  <dc:creator>Bhim Vashishtha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B9B3F85B77F84C789DCE5976112582DC_12</vt:lpwstr>
  </property>
  <property fmtid="{D5CDD505-2E9C-101B-9397-08002B2CF9AE}" pid="4" name="KSOProductBuildVer">
    <vt:lpwstr>1033-12.2.0.21546</vt:lpwstr>
  </property>
</Properties>
</file>