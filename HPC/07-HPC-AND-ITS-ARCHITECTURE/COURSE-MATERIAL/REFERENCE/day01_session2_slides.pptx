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6.png" ContentType="image/png"/>
  <Override PartName="/ppt/media/image55.png" ContentType="image/png"/>
  <Override PartName="/ppt/media/image54.png" ContentType="image/png"/>
  <Override PartName="/ppt/media/image53.png" ContentType="image/png"/>
  <Override PartName="/ppt/media/image52.png" ContentType="image/png"/>
  <Override PartName="/ppt/media/image51.png" ContentType="image/png"/>
  <Override PartName="/ppt/media/image50.png" ContentType="image/png"/>
  <Override PartName="/ppt/media/image46.png" ContentType="image/png"/>
  <Override PartName="/ppt/media/image45.png" ContentType="image/png"/>
  <Override PartName="/ppt/media/image44.png" ContentType="image/png"/>
  <Override PartName="/ppt/media/image43.png" ContentType="image/png"/>
  <Override PartName="/ppt/media/image42.png" ContentType="image/png"/>
  <Override PartName="/ppt/media/image41.png" ContentType="image/png"/>
  <Override PartName="/ppt/media/image40.png" ContentType="image/png"/>
  <Override PartName="/ppt/media/image30.png" ContentType="image/png"/>
  <Override PartName="/ppt/media/image39.png" ContentType="image/png"/>
  <Override PartName="/ppt/media/image9.png" ContentType="image/png"/>
  <Override PartName="/ppt/media/image86.png" ContentType="image/png"/>
  <Override PartName="/ppt/media/image13.png" ContentType="image/png"/>
  <Override PartName="/ppt/media/image1.png" ContentType="image/png"/>
  <Override PartName="/ppt/media/image38.png" ContentType="image/png"/>
  <Override PartName="/ppt/media/image8.png" ContentType="image/png"/>
  <Override PartName="/ppt/media/image85.png" ContentType="image/png"/>
  <Override PartName="/ppt/media/image49.png" ContentType="image/png"/>
  <Override PartName="/ppt/media/image12.png" ContentType="image/png"/>
  <Override PartName="/ppt/media/image37.png" ContentType="image/png"/>
  <Override PartName="/ppt/media/image20.png" ContentType="image/png"/>
  <Override PartName="/ppt/media/image57.png" ContentType="image/png"/>
  <Override PartName="/ppt/media/image21.png" ContentType="image/png"/>
  <Override PartName="/ppt/media/image58.png" ContentType="image/png"/>
  <Override PartName="/ppt/media/image22.png" ContentType="image/png"/>
  <Override PartName="/ppt/media/image59.png" ContentType="image/png"/>
  <Override PartName="/ppt/media/image23.png" ContentType="image/png"/>
  <Override PartName="/ppt/media/image60.png" ContentType="image/png"/>
  <Override PartName="/ppt/media/image24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31.png" ContentType="image/png"/>
  <Override PartName="/ppt/media/image68.png" ContentType="image/png"/>
  <Override PartName="/ppt/media/image66.png" ContentType="image/png"/>
  <Override PartName="/ppt/media/image79.png" ContentType="image/png"/>
  <Override PartName="/ppt/media/image67.png" ContentType="image/png"/>
  <Override PartName="/ppt/media/image78.png" ContentType="image/png"/>
  <Override PartName="/ppt/media/image77.png" ContentType="image/png"/>
  <Override PartName="/ppt/media/image76.png" ContentType="image/png"/>
  <Override PartName="/ppt/media/image75.png" ContentType="image/png"/>
  <Override PartName="/ppt/media/image74.png" ContentType="image/png"/>
  <Override PartName="/ppt/media/image73.png" ContentType="image/png"/>
  <Override PartName="/ppt/media/image72.png" ContentType="image/png"/>
  <Override PartName="/ppt/media/image71.png" ContentType="image/png"/>
  <Override PartName="/ppt/media/image29.png" ContentType="image/png"/>
  <Override PartName="/ppt/media/image69.png" ContentType="image/png"/>
  <Override PartName="/ppt/media/image32.png" ContentType="image/png"/>
  <Override PartName="/ppt/media/image70.png" ContentType="image/png"/>
  <Override PartName="/ppt/media/image28.png" ContentType="image/png"/>
  <Override PartName="/ppt/media/image25.png" ContentType="image/png"/>
  <Override PartName="/ppt/media/image2.png" ContentType="image/png"/>
  <Override PartName="/ppt/media/image14.png" ContentType="image/png"/>
  <Override PartName="/ppt/media/image26.png" ContentType="image/png"/>
  <Override PartName="/ppt/media/image80.png" ContentType="image/png"/>
  <Override PartName="/ppt/media/image15.png" ContentType="image/png"/>
  <Override PartName="/ppt/media/image3.png" ContentType="image/png"/>
  <Override PartName="/ppt/media/image33.png" ContentType="image/png"/>
  <Override PartName="/ppt/media/image27.png" ContentType="image/png"/>
  <Override PartName="/ppt/media/image81.png" ContentType="image/png"/>
  <Override PartName="/ppt/media/image16.png" ContentType="image/png"/>
  <Override PartName="/ppt/media/image4.png" ContentType="image/png"/>
  <Override PartName="/ppt/media/image34.png" ContentType="image/png"/>
  <Override PartName="/ppt/media/image82.png" ContentType="image/png"/>
  <Override PartName="/ppt/media/image17.png" ContentType="image/png"/>
  <Override PartName="/ppt/media/image5.png" ContentType="image/png"/>
  <Override PartName="/ppt/media/image35.png" ContentType="image/png"/>
  <Override PartName="/ppt/media/image10.png" ContentType="image/png"/>
  <Override PartName="/ppt/media/image47.png" ContentType="image/png"/>
  <Override PartName="/ppt/media/image18.png" ContentType="image/png"/>
  <Override PartName="/ppt/media/image83.png" ContentType="image/png"/>
  <Override PartName="/ppt/media/image6.png" ContentType="image/png"/>
  <Override PartName="/ppt/media/image36.png" ContentType="image/png"/>
  <Override PartName="/ppt/media/image11.png" ContentType="image/png"/>
  <Override PartName="/ppt/media/image48.png" ContentType="image/png"/>
  <Override PartName="/ppt/media/image7.png" ContentType="image/png"/>
  <Override PartName="/ppt/media/image19.png" ContentType="image/png"/>
  <Override PartName="/ppt/media/image84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4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3.xml" ContentType="application/vnd.openxmlformats-officedocument.presentationml.slide+xml"/>
  <Override PartName="/ppt/slides/slide45.xml" ContentType="application/vnd.openxmlformats-officedocument.presentationml.slide+xml"/>
  <Override PartName="/ppt/slides/slide34.xml" ContentType="application/vnd.openxmlformats-officedocument.presentationml.slide+xml"/>
  <Override PartName="/ppt/slides/slide46.xml" ContentType="application/vnd.openxmlformats-officedocument.presentationml.slide+xml"/>
  <Override PartName="/ppt/slides/slide39.xml" ContentType="application/vnd.openxmlformats-officedocument.presentationml.slide+xml"/>
  <Override PartName="/ppt/slides/slide5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48.xml" ContentType="application/vnd.openxmlformats-officedocument.presentationml.slide+xml"/>
  <Override PartName="/ppt/slides/slide51.xml" ContentType="application/vnd.openxmlformats-officedocument.presentationml.slide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49.xml.rels" ContentType="application/vnd.openxmlformats-package.relationships+xml"/>
  <Override PartName="/ppt/slides/_rels/slide34.xml.rels" ContentType="application/vnd.openxmlformats-package.relationships+xml"/>
  <Override PartName="/ppt/slides/_rels/slide50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51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10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_rels/slide25.xml.rels" ContentType="application/vnd.openxmlformats-package.relationships+xml"/>
  <Override PartName="/ppt/slides/_rels/slide47.xml.rels" ContentType="application/vnd.openxmlformats-package.relationships+xml"/>
  <Override PartName="/ppt/slides/_rels/slide4.xml.rels" ContentType="application/vnd.openxmlformats-package.relationships+xml"/>
  <Override PartName="/ppt/slides/_rels/slide33.xml.rels" ContentType="application/vnd.openxmlformats-package.relationships+xml"/>
  <Override PartName="/ppt/slides/_rels/slide48.xml.rels" ContentType="application/vnd.openxmlformats-package.relationships+xml"/>
  <Override PartName="/ppt/slides/_rels/slide40.xml.rels" ContentType="application/vnd.openxmlformats-package.relationships+xml"/>
  <Override PartName="/ppt/slides/_rels/slide5.xml.rels" ContentType="application/vnd.openxmlformats-package.relationships+xml"/>
  <Override PartName="/ppt/slides/_rels/slide30.xml.rels" ContentType="application/vnd.openxmlformats-package.relationships+xml"/>
  <Override PartName="/ppt/slides/_rels/slide29.xml.rels" ContentType="application/vnd.openxmlformats-package.relationships+xml"/>
  <Override PartName="/ppt/slides/_rels/slide45.xml.rels" ContentType="application/vnd.openxmlformats-package.relationships+xml"/>
  <Override PartName="/ppt/slides/_rels/slide14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46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28.xml.rels" ContentType="application/vnd.openxmlformats-package.relationships+xml"/>
  <Override PartName="/ppt/slides/_rels/slide44.xml.rels" ContentType="application/vnd.openxmlformats-package.relationships+xml"/>
  <Override PartName="/ppt/slides/_rels/slide22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43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slide30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slides/slide9.xml" ContentType="application/vnd.openxmlformats-officedocument.presentationml.slide+xml"/>
  <Override PartName="/ppt/slides/slide4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move the slide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 type="dt" idx="13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91" name="PlaceHolder 5"/>
          <p:cNvSpPr>
            <a:spLocks noGrp="1"/>
          </p:cNvSpPr>
          <p:nvPr>
            <p:ph type="ftr" idx="1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92" name="PlaceHolder 6"/>
          <p:cNvSpPr>
            <a:spLocks noGrp="1"/>
          </p:cNvSpPr>
          <p:nvPr>
            <p:ph type="sldNum" idx="1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59438B5-B838-4DBA-AA10-02068C0F5502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PlaceHolder 1"/>
          <p:cNvSpPr>
            <a:spLocks noGrp="1"/>
          </p:cNvSpPr>
          <p:nvPr>
            <p:ph type="sldImg"/>
          </p:nvPr>
        </p:nvSpPr>
        <p:spPr>
          <a:xfrm>
            <a:off x="573120" y="1336680"/>
            <a:ext cx="6411960" cy="3606840"/>
          </a:xfrm>
          <a:prstGeom prst="rect">
            <a:avLst/>
          </a:prstGeom>
          <a:ln w="0">
            <a:noFill/>
          </a:ln>
        </p:spPr>
      </p:sp>
      <p:sp>
        <p:nvSpPr>
          <p:cNvPr id="496" name="PlaceHolder 2"/>
          <p:cNvSpPr>
            <a:spLocks noGrp="1"/>
          </p:cNvSpPr>
          <p:nvPr>
            <p:ph type="body"/>
          </p:nvPr>
        </p:nvSpPr>
        <p:spPr>
          <a:xfrm>
            <a:off x="755640" y="5145120"/>
            <a:ext cx="6046560" cy="420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97" name="PlaceHolder 3"/>
          <p:cNvSpPr>
            <a:spLocks noGrp="1"/>
          </p:cNvSpPr>
          <p:nvPr>
            <p:ph type="sldNum" idx="42"/>
          </p:nvPr>
        </p:nvSpPr>
        <p:spPr>
          <a:xfrm>
            <a:off x="4281480" y="10155240"/>
            <a:ext cx="3274920" cy="53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1FA263-C477-4DF8-A3F5-405FF2FAB48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6EB117-2D42-4188-85FD-1D303E5476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45C78D6-F6DD-4F04-A805-7729DD0F35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C028787-8845-4C36-B0F3-5F27C481C3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D9F7A6-C1CF-4E4C-B24B-4B2A673153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1D817A9-8AEE-4663-90A4-B89C5C6326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5FC9819-F710-4488-8640-4C2B367B6A5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4949FE-C0D2-42AA-8FD1-A75DC265C8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A4585B-AB3D-4A96-962C-43553AE7D4E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6113D7-D46B-42D6-A103-C0279F641A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50C3E7-EA1A-4CBC-9812-1DA268593A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42C911-CE1F-4FA5-BA11-A2234B45C9D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F89462-9962-4194-9819-46309B51A98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E4F6317-A44E-4E5D-8590-2B29C3B58F5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403EEED-CBF5-42F5-9873-A82581DF6C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B591D7-6989-45F2-8548-81A78F18B66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A9218EA-F128-4711-9279-33325C5DB3C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6B2AA69-F47A-4C6C-BC36-DE057EB7A9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D37306-9155-4DE1-9B60-563F248842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9EFA722-6AC6-4954-8002-587882D84E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D181152-8D84-4EA5-9126-2307EC6B987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01DA513-6976-44E3-8069-CD9C3460EB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CCA2A51-38F6-4E2B-AA70-04F6AE0375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A82B660-1C55-4415-B8FE-2CBB2FA2D4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90B6D3D-7A94-417F-950F-475B971867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BFDE501-E8A2-4494-980C-D5EB98D3DFE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9C5A439-46CD-4492-8BC8-EFD1AE4EAF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A2F2A9C-95CE-4834-84B4-347C2E56FA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8935F2A-2943-4364-A6E8-A508605BA4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7129168-053D-40BF-B390-AA72C494D52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A7473D3-E222-40E3-86DA-0055BDEB14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21AC555-67EE-4463-A0F4-E56578DDF34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39499A1-154F-4CFE-9996-778B70BB54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2CF656D-3C1A-48F5-BCCC-8B56BCFD5F0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AA1A8E2-CC80-4073-AA29-B3D6DF1773E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2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9001BDE-66BF-4A92-9BD6-A314B0D4ABE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7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8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9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E21436C-C697-4632-96E7-089DDA61321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F64E3C7-A4EB-4C7C-A811-4F5C3D1A52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3E6DA28-7E2C-4353-8539-5A2664BBC3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39B2156-41CB-47E2-9C49-52123D9CC79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D137F7B-5D04-4AA7-A34A-5E2C7F3E20E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58A61A2-1684-450E-B212-1D165323FC7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F028655-B3D7-43E4-865B-77035CEE8BB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440AA4E5-0966-45E5-9374-1E175125D0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9FF58E63-9533-4B05-9551-B1A9611B7E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8D6B377B-EBE4-4D55-A2C8-6E9C6EB5F0A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CD48FC2-001B-44AF-B811-FD5EA1715D0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00D0360-65C3-4681-B7E0-2C0281E511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5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6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200DED6-099C-45D7-B43F-A389DFC3EB2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oogle Shape;21;p3"/>
          <p:cNvGrpSpPr/>
          <p:nvPr/>
        </p:nvGrpSpPr>
        <p:grpSpPr>
          <a:xfrm>
            <a:off x="0" y="5041080"/>
            <a:ext cx="9141480" cy="100080"/>
            <a:chOff x="0" y="5041080"/>
            <a:chExt cx="9141480" cy="100080"/>
          </a:xfrm>
        </p:grpSpPr>
        <p:sp>
          <p:nvSpPr>
            <p:cNvPr id="1" name="Google Shape;22;p3"/>
            <p:cNvSpPr/>
            <p:nvPr/>
          </p:nvSpPr>
          <p:spPr>
            <a:xfrm>
              <a:off x="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d9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" name="Google Shape;23;p3"/>
            <p:cNvSpPr/>
            <p:nvPr/>
          </p:nvSpPr>
          <p:spPr>
            <a:xfrm>
              <a:off x="6854400" y="5041080"/>
              <a:ext cx="2287080" cy="100080"/>
            </a:xfrm>
            <a:custGeom>
              <a:avLst/>
              <a:gdLst/>
              <a:ah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" name="Google Shape;24;p3"/>
            <p:cNvSpPr/>
            <p:nvPr/>
          </p:nvSpPr>
          <p:spPr>
            <a:xfrm>
              <a:off x="228492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f549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Google Shape;25;p3"/>
            <p:cNvSpPr/>
            <p:nvPr/>
          </p:nvSpPr>
          <p:spPr>
            <a:xfrm>
              <a:off x="456984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323f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029040" y="4767120"/>
            <a:ext cx="308376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6458040" y="4767120"/>
            <a:ext cx="205488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F53BF01-4856-477A-8257-74BD336D66BE}" type="slidenum">
              <a:rPr b="0" lang="en" sz="9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3"/>
          </p:nvPr>
        </p:nvSpPr>
        <p:spPr>
          <a:xfrm>
            <a:off x="628560" y="4767120"/>
            <a:ext cx="205488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32;p4" descr=""/>
          <p:cNvPicPr/>
          <p:nvPr/>
        </p:nvPicPr>
        <p:blipFill>
          <a:blip r:embed="rId2"/>
          <a:stretch/>
        </p:blipFill>
        <p:spPr>
          <a:xfrm>
            <a:off x="69480" y="126000"/>
            <a:ext cx="522000" cy="524520"/>
          </a:xfrm>
          <a:prstGeom prst="rect">
            <a:avLst/>
          </a:prstGeom>
          <a:ln w="0">
            <a:noFill/>
          </a:ln>
        </p:spPr>
      </p:pic>
      <p:grpSp>
        <p:nvGrpSpPr>
          <p:cNvPr id="47" name="Google Shape;33;p4"/>
          <p:cNvGrpSpPr/>
          <p:nvPr/>
        </p:nvGrpSpPr>
        <p:grpSpPr>
          <a:xfrm>
            <a:off x="0" y="5041080"/>
            <a:ext cx="9141480" cy="100080"/>
            <a:chOff x="0" y="5041080"/>
            <a:chExt cx="9141480" cy="100080"/>
          </a:xfrm>
        </p:grpSpPr>
        <p:sp>
          <p:nvSpPr>
            <p:cNvPr id="48" name="Google Shape;34;p4"/>
            <p:cNvSpPr/>
            <p:nvPr/>
          </p:nvSpPr>
          <p:spPr>
            <a:xfrm>
              <a:off x="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d9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" name="Google Shape;35;p4"/>
            <p:cNvSpPr/>
            <p:nvPr/>
          </p:nvSpPr>
          <p:spPr>
            <a:xfrm>
              <a:off x="6854400" y="5041080"/>
              <a:ext cx="2287080" cy="100080"/>
            </a:xfrm>
            <a:custGeom>
              <a:avLst/>
              <a:gdLst/>
              <a:ah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" name="Google Shape;36;p4"/>
            <p:cNvSpPr/>
            <p:nvPr/>
          </p:nvSpPr>
          <p:spPr>
            <a:xfrm>
              <a:off x="228492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f549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" name="Google Shape;37;p4"/>
            <p:cNvSpPr/>
            <p:nvPr/>
          </p:nvSpPr>
          <p:spPr>
            <a:xfrm>
              <a:off x="456984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323f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2" name="PlaceHolder 1"/>
          <p:cNvSpPr>
            <a:spLocks noGrp="1"/>
          </p:cNvSpPr>
          <p:nvPr>
            <p:ph type="ftr" idx="4"/>
          </p:nvPr>
        </p:nvSpPr>
        <p:spPr>
          <a:xfrm>
            <a:off x="3029040" y="4767120"/>
            <a:ext cx="308376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sldNum" idx="5"/>
          </p:nvPr>
        </p:nvSpPr>
        <p:spPr>
          <a:xfrm>
            <a:off x="8070120" y="4815360"/>
            <a:ext cx="44280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6780D79-54FC-4732-B8D5-9E391CFFC9FF}" type="slidenum">
              <a:rPr b="0" lang="en" sz="9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dt" idx="6"/>
          </p:nvPr>
        </p:nvSpPr>
        <p:spPr>
          <a:xfrm>
            <a:off x="628560" y="4767120"/>
            <a:ext cx="205488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32;p4" descr=""/>
          <p:cNvPicPr/>
          <p:nvPr/>
        </p:nvPicPr>
        <p:blipFill>
          <a:blip r:embed="rId2"/>
          <a:stretch/>
        </p:blipFill>
        <p:spPr>
          <a:xfrm>
            <a:off x="69480" y="126000"/>
            <a:ext cx="522000" cy="524520"/>
          </a:xfrm>
          <a:prstGeom prst="rect">
            <a:avLst/>
          </a:prstGeom>
          <a:ln w="0">
            <a:noFill/>
          </a:ln>
        </p:spPr>
      </p:pic>
      <p:grpSp>
        <p:nvGrpSpPr>
          <p:cNvPr id="94" name="Google Shape;33;p4"/>
          <p:cNvGrpSpPr/>
          <p:nvPr/>
        </p:nvGrpSpPr>
        <p:grpSpPr>
          <a:xfrm>
            <a:off x="0" y="5041080"/>
            <a:ext cx="9141480" cy="100080"/>
            <a:chOff x="0" y="5041080"/>
            <a:chExt cx="9141480" cy="100080"/>
          </a:xfrm>
        </p:grpSpPr>
        <p:sp>
          <p:nvSpPr>
            <p:cNvPr id="95" name="Google Shape;34;p4"/>
            <p:cNvSpPr/>
            <p:nvPr/>
          </p:nvSpPr>
          <p:spPr>
            <a:xfrm>
              <a:off x="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d9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" name="Google Shape;35;p4"/>
            <p:cNvSpPr/>
            <p:nvPr/>
          </p:nvSpPr>
          <p:spPr>
            <a:xfrm>
              <a:off x="6854400" y="5041080"/>
              <a:ext cx="2287080" cy="100080"/>
            </a:xfrm>
            <a:custGeom>
              <a:avLst/>
              <a:gdLst/>
              <a:ah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Google Shape;36;p4"/>
            <p:cNvSpPr/>
            <p:nvPr/>
          </p:nvSpPr>
          <p:spPr>
            <a:xfrm>
              <a:off x="228492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f549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" name="Google Shape;37;p4"/>
            <p:cNvSpPr/>
            <p:nvPr/>
          </p:nvSpPr>
          <p:spPr>
            <a:xfrm>
              <a:off x="456984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323f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9" name="PlaceHolder 1"/>
          <p:cNvSpPr>
            <a:spLocks noGrp="1"/>
          </p:cNvSpPr>
          <p:nvPr>
            <p:ph type="ftr" idx="7"/>
          </p:nvPr>
        </p:nvSpPr>
        <p:spPr>
          <a:xfrm>
            <a:off x="3029040" y="4767120"/>
            <a:ext cx="308376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ldNum" idx="8"/>
          </p:nvPr>
        </p:nvSpPr>
        <p:spPr>
          <a:xfrm>
            <a:off x="8070120" y="4815360"/>
            <a:ext cx="44280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330A01DB-E419-4558-8D49-CDB3F9AB1790}" type="slidenum">
              <a:rPr b="0" lang="en" sz="9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dt" idx="9"/>
          </p:nvPr>
        </p:nvSpPr>
        <p:spPr>
          <a:xfrm>
            <a:off x="628560" y="4767120"/>
            <a:ext cx="205488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32;p4" descr=""/>
          <p:cNvPicPr/>
          <p:nvPr/>
        </p:nvPicPr>
        <p:blipFill>
          <a:blip r:embed="rId2"/>
          <a:stretch/>
        </p:blipFill>
        <p:spPr>
          <a:xfrm>
            <a:off x="69480" y="126000"/>
            <a:ext cx="522000" cy="524520"/>
          </a:xfrm>
          <a:prstGeom prst="rect">
            <a:avLst/>
          </a:prstGeom>
          <a:ln w="0">
            <a:noFill/>
          </a:ln>
        </p:spPr>
      </p:pic>
      <p:grpSp>
        <p:nvGrpSpPr>
          <p:cNvPr id="141" name="Google Shape;33;p4"/>
          <p:cNvGrpSpPr/>
          <p:nvPr/>
        </p:nvGrpSpPr>
        <p:grpSpPr>
          <a:xfrm>
            <a:off x="0" y="5041080"/>
            <a:ext cx="9141480" cy="100080"/>
            <a:chOff x="0" y="5041080"/>
            <a:chExt cx="9141480" cy="100080"/>
          </a:xfrm>
        </p:grpSpPr>
        <p:sp>
          <p:nvSpPr>
            <p:cNvPr id="142" name="Google Shape;34;p4"/>
            <p:cNvSpPr/>
            <p:nvPr/>
          </p:nvSpPr>
          <p:spPr>
            <a:xfrm>
              <a:off x="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ffd9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Google Shape;35;p4"/>
            <p:cNvSpPr/>
            <p:nvPr/>
          </p:nvSpPr>
          <p:spPr>
            <a:xfrm>
              <a:off x="6854400" y="5041080"/>
              <a:ext cx="2287080" cy="100080"/>
            </a:xfrm>
            <a:custGeom>
              <a:avLst/>
              <a:gdLst/>
              <a:ahLst/>
              <a:rect l="l" t="t" r="r" b="b"/>
              <a:pathLst>
                <a:path w="1883409" h="440055">
                  <a:moveTo>
                    <a:pt x="0" y="0"/>
                  </a:moveTo>
                  <a:lnTo>
                    <a:pt x="0" y="439737"/>
                  </a:lnTo>
                  <a:lnTo>
                    <a:pt x="1883155" y="439737"/>
                  </a:lnTo>
                  <a:lnTo>
                    <a:pt x="188315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Google Shape;36;p4"/>
            <p:cNvSpPr/>
            <p:nvPr/>
          </p:nvSpPr>
          <p:spPr>
            <a:xfrm>
              <a:off x="228492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2f549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Google Shape;37;p4"/>
            <p:cNvSpPr/>
            <p:nvPr/>
          </p:nvSpPr>
          <p:spPr>
            <a:xfrm>
              <a:off x="4569840" y="5041080"/>
              <a:ext cx="2297880" cy="100080"/>
            </a:xfrm>
            <a:custGeom>
              <a:avLst/>
              <a:gdLst/>
              <a:ahLst/>
              <a:rect l="l" t="t" r="r" b="b"/>
              <a:pathLst>
                <a:path w="1892300" h="440055">
                  <a:moveTo>
                    <a:pt x="0" y="439737"/>
                  </a:moveTo>
                  <a:lnTo>
                    <a:pt x="1892300" y="439737"/>
                  </a:lnTo>
                  <a:lnTo>
                    <a:pt x="1892300" y="0"/>
                  </a:lnTo>
                  <a:lnTo>
                    <a:pt x="0" y="0"/>
                  </a:lnTo>
                  <a:lnTo>
                    <a:pt x="0" y="439737"/>
                  </a:lnTo>
                  <a:close/>
                </a:path>
              </a:pathLst>
            </a:custGeom>
            <a:solidFill>
              <a:srgbClr val="323f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6" name="PlaceHolder 1"/>
          <p:cNvSpPr>
            <a:spLocks noGrp="1"/>
          </p:cNvSpPr>
          <p:nvPr>
            <p:ph type="ftr" idx="10"/>
          </p:nvPr>
        </p:nvSpPr>
        <p:spPr>
          <a:xfrm>
            <a:off x="3029040" y="4767120"/>
            <a:ext cx="308376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ldNum" idx="11"/>
          </p:nvPr>
        </p:nvSpPr>
        <p:spPr>
          <a:xfrm>
            <a:off x="8070120" y="4815360"/>
            <a:ext cx="44280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9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EEA364EF-809D-4FF0-B8BA-B148395BDEA9}" type="slidenum">
              <a:rPr b="0" lang="en" sz="9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IN" sz="900" spc="-1" strike="noStrike"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dt" idx="12"/>
          </p:nvPr>
        </p:nvSpPr>
        <p:spPr>
          <a:xfrm>
            <a:off x="628560" y="4767120"/>
            <a:ext cx="205488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to edit the title text format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2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2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2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2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2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2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2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2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slideLayout" Target="../slideLayouts/slideLayout2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2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2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2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25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slideLayout" Target="../slideLayouts/slideLayout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slideLayout" Target="../slideLayouts/slideLayout25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slideLayout" Target="../slideLayouts/slideLayout1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7.png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8.png"/><Relationship Id="rId2" Type="http://schemas.openxmlformats.org/officeDocument/2006/relationships/image" Target="../media/image49.png"/><Relationship Id="rId3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image" Target="../media/image51.png"/><Relationship Id="rId3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52.png"/><Relationship Id="rId2" Type="http://schemas.openxmlformats.org/officeDocument/2006/relationships/image" Target="../media/image53.png"/><Relationship Id="rId3" Type="http://schemas.openxmlformats.org/officeDocument/2006/relationships/slideLayout" Target="../slideLayouts/slideLayout13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54.png"/><Relationship Id="rId2" Type="http://schemas.openxmlformats.org/officeDocument/2006/relationships/slideLayout" Target="../slideLayouts/slideLayout13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5.png"/><Relationship Id="rId2" Type="http://schemas.openxmlformats.org/officeDocument/2006/relationships/image" Target="../media/image56.png"/><Relationship Id="rId3" Type="http://schemas.openxmlformats.org/officeDocument/2006/relationships/slideLayout" Target="../slideLayouts/slideLayout1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57.png"/><Relationship Id="rId2" Type="http://schemas.openxmlformats.org/officeDocument/2006/relationships/slideLayout" Target="../slideLayouts/slideLayout13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58.png"/><Relationship Id="rId2" Type="http://schemas.openxmlformats.org/officeDocument/2006/relationships/image" Target="../media/image59.png"/><Relationship Id="rId3" Type="http://schemas.openxmlformats.org/officeDocument/2006/relationships/slideLayout" Target="../slideLayouts/slideLayout13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60.png"/><Relationship Id="rId2" Type="http://schemas.openxmlformats.org/officeDocument/2006/relationships/image" Target="../media/image61.png"/><Relationship Id="rId3" Type="http://schemas.openxmlformats.org/officeDocument/2006/relationships/slideLayout" Target="../slideLayouts/slideLayout13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62.png"/><Relationship Id="rId2" Type="http://schemas.openxmlformats.org/officeDocument/2006/relationships/image" Target="../media/image63.png"/><Relationship Id="rId3" Type="http://schemas.openxmlformats.org/officeDocument/2006/relationships/slideLayout" Target="../slideLayouts/slideLayout13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64.png"/><Relationship Id="rId2" Type="http://schemas.openxmlformats.org/officeDocument/2006/relationships/slideLayout" Target="../slideLayouts/slideLayout13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65.png"/><Relationship Id="rId2" Type="http://schemas.openxmlformats.org/officeDocument/2006/relationships/image" Target="../media/image66.png"/><Relationship Id="rId3" Type="http://schemas.openxmlformats.org/officeDocument/2006/relationships/slideLayout" Target="../slideLayouts/slideLayout13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png"/><Relationship Id="rId3" Type="http://schemas.openxmlformats.org/officeDocument/2006/relationships/slideLayout" Target="../slideLayouts/slideLayout13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image" Target="../media/image70.png"/><Relationship Id="rId3" Type="http://schemas.openxmlformats.org/officeDocument/2006/relationships/slideLayout" Target="../slideLayouts/slideLayout13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71.png"/><Relationship Id="rId2" Type="http://schemas.openxmlformats.org/officeDocument/2006/relationships/image" Target="../media/image72.png"/><Relationship Id="rId3" Type="http://schemas.openxmlformats.org/officeDocument/2006/relationships/slideLayout" Target="../slideLayouts/slideLayout13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image" Target="../media/image74.png"/><Relationship Id="rId3" Type="http://schemas.openxmlformats.org/officeDocument/2006/relationships/slideLayout" Target="../slideLayouts/slideLayout1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76.png"/><Relationship Id="rId3" Type="http://schemas.openxmlformats.org/officeDocument/2006/relationships/slideLayout" Target="../slideLayouts/slideLayout13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77.png"/><Relationship Id="rId2" Type="http://schemas.openxmlformats.org/officeDocument/2006/relationships/image" Target="../media/image78.png"/><Relationship Id="rId3" Type="http://schemas.openxmlformats.org/officeDocument/2006/relationships/slideLayout" Target="../slideLayouts/slideLayout13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image" Target="../media/image80.png"/><Relationship Id="rId3" Type="http://schemas.openxmlformats.org/officeDocument/2006/relationships/slideLayout" Target="../slideLayouts/slideLayout13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slideLayout" Target="../slideLayouts/slideLayout13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82.png"/><Relationship Id="rId2" Type="http://schemas.openxmlformats.org/officeDocument/2006/relationships/image" Target="../media/image83.png"/><Relationship Id="rId3" Type="http://schemas.openxmlformats.org/officeDocument/2006/relationships/slideLayout" Target="../slideLayouts/slideLayout13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84.png"/><Relationship Id="rId2" Type="http://schemas.openxmlformats.org/officeDocument/2006/relationships/slideLayout" Target="../slideLayouts/slideLayout25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slideLayout" Target="../slideLayouts/slideLayout25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86.png"/><Relationship Id="rId2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0" y="2155680"/>
            <a:ext cx="9142200" cy="6915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b">
            <a:noAutofit/>
          </a:bodyPr>
          <a:p>
            <a:pPr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000" spc="-1" strike="noStrike">
                <a:solidFill>
                  <a:srgbClr val="c00000"/>
                </a:solidFill>
                <a:latin typeface="Calibri"/>
                <a:ea typeface="Calibri"/>
              </a:rPr>
              <a:t>OPENMP PROGRAMMING</a:t>
            </a:r>
            <a:endParaRPr b="0" lang="en-IN" sz="4000" spc="-1" strike="noStrike"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ubTitle"/>
          </p:nvPr>
        </p:nvSpPr>
        <p:spPr>
          <a:xfrm>
            <a:off x="2779560" y="3636360"/>
            <a:ext cx="3172680" cy="9522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rmAutofit/>
          </a:bodyPr>
          <a:p>
            <a:pPr marL="228600" indent="-228600" algn="ctr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Calibri"/>
                <a:ea typeface="Calibri"/>
              </a:rPr>
              <a:t>Ankit Mishra</a:t>
            </a:r>
            <a:endParaRPr b="0" lang="en-IN" sz="1500" spc="-1" strike="noStrike">
              <a:latin typeface="Arial"/>
            </a:endParaRPr>
          </a:p>
          <a:p>
            <a:pPr marL="228600" indent="-228600" algn="ctr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Calibri"/>
                <a:ea typeface="Calibri"/>
              </a:rPr>
              <a:t>ankitkumarbm@cdac.in</a:t>
            </a:r>
            <a:endParaRPr b="0" lang="en-IN" sz="1500" spc="-1" strike="noStrike">
              <a:latin typeface="Arial"/>
            </a:endParaRPr>
          </a:p>
          <a:p>
            <a:pPr marL="228600" indent="-228600" algn="ctr">
              <a:lnSpc>
                <a:spcPct val="9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rgbClr val="000000"/>
                </a:solidFill>
                <a:latin typeface="Calibri"/>
                <a:ea typeface="Calibri"/>
              </a:rPr>
              <a:t>C-DAC, Bengaluru </a:t>
            </a:r>
            <a:endParaRPr b="0" lang="en-IN" sz="1500" spc="-1" strike="noStrike">
              <a:latin typeface="Arial"/>
            </a:endParaRPr>
          </a:p>
        </p:txBody>
      </p:sp>
      <p:pic>
        <p:nvPicPr>
          <p:cNvPr id="195" name="Google Shape;146;p13" descr=""/>
          <p:cNvPicPr/>
          <p:nvPr/>
        </p:nvPicPr>
        <p:blipFill>
          <a:blip r:embed="rId1"/>
          <a:stretch/>
        </p:blipFill>
        <p:spPr>
          <a:xfrm>
            <a:off x="412560" y="20520"/>
            <a:ext cx="1218960" cy="1103760"/>
          </a:xfrm>
          <a:prstGeom prst="rect">
            <a:avLst/>
          </a:prstGeom>
          <a:ln w="0">
            <a:noFill/>
          </a:ln>
        </p:spPr>
      </p:pic>
      <p:sp>
        <p:nvSpPr>
          <p:cNvPr id="196" name="Google Shape;147;p13"/>
          <p:cNvSpPr/>
          <p:nvPr/>
        </p:nvSpPr>
        <p:spPr>
          <a:xfrm>
            <a:off x="7378200" y="1055160"/>
            <a:ext cx="1534680" cy="69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rgbClr val="000000"/>
                </a:solidFill>
                <a:latin typeface="Cambria"/>
                <a:ea typeface="Cambria"/>
              </a:rPr>
              <a:t>Centre for </a:t>
            </a:r>
            <a:r>
              <a:rPr b="0" lang="en" sz="1000" spc="-1" strike="noStrike">
                <a:solidFill>
                  <a:srgbClr val="000000"/>
                </a:solidFill>
                <a:latin typeface="Cambria"/>
                <a:ea typeface="Cambria"/>
              </a:rPr>
              <a:t> </a:t>
            </a:r>
            <a:r>
              <a:rPr b="1" lang="en" sz="1000" spc="-1" strike="noStrike">
                <a:solidFill>
                  <a:srgbClr val="000000"/>
                </a:solidFill>
                <a:latin typeface="Cambria"/>
                <a:ea typeface="Cambria"/>
              </a:rPr>
              <a:t>Development of</a:t>
            </a:r>
            <a:r>
              <a:rPr b="0" lang="en" sz="1000" spc="-1" strike="noStrike">
                <a:solidFill>
                  <a:srgbClr val="000000"/>
                </a:solidFill>
                <a:latin typeface="Cambria"/>
                <a:ea typeface="Cambria"/>
              </a:rPr>
              <a:t> </a:t>
            </a:r>
            <a:r>
              <a:rPr b="1" lang="en" sz="1000" spc="-1" strike="noStrike">
                <a:solidFill>
                  <a:srgbClr val="000000"/>
                </a:solidFill>
                <a:latin typeface="Cambria"/>
                <a:ea typeface="Cambria"/>
              </a:rPr>
              <a:t>Advanced Computing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197" name="Google Shape;149;p13"/>
          <p:cNvSpPr/>
          <p:nvPr/>
        </p:nvSpPr>
        <p:spPr>
          <a:xfrm>
            <a:off x="291600" y="1055160"/>
            <a:ext cx="153468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rgbClr val="000000"/>
                </a:solidFill>
                <a:latin typeface="Cambria"/>
                <a:ea typeface="Cambria"/>
              </a:rPr>
              <a:t>National 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rgbClr val="000000"/>
                </a:solidFill>
                <a:latin typeface="Cambria"/>
                <a:ea typeface="Cambria"/>
              </a:rPr>
              <a:t>Supercomputing </a:t>
            </a:r>
            <a:endParaRPr b="0" lang="en-IN" sz="1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rgbClr val="000000"/>
                </a:solidFill>
                <a:latin typeface="Cambria"/>
                <a:ea typeface="Cambria"/>
              </a:rPr>
              <a:t>Mission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198" name="Picture 1" descr=""/>
          <p:cNvPicPr/>
          <p:nvPr/>
        </p:nvPicPr>
        <p:blipFill>
          <a:blip r:embed="rId2"/>
          <a:stretch/>
        </p:blipFill>
        <p:spPr>
          <a:xfrm>
            <a:off x="7649640" y="61200"/>
            <a:ext cx="992160" cy="992160"/>
          </a:xfrm>
          <a:prstGeom prst="rect">
            <a:avLst/>
          </a:prstGeom>
          <a:ln w="0">
            <a:noFill/>
          </a:ln>
        </p:spPr>
      </p:pic>
      <p:sp>
        <p:nvSpPr>
          <p:cNvPr id="199" name="PlaceHolder 3"/>
          <p:cNvSpPr>
            <a:spLocks noGrp="1"/>
          </p:cNvSpPr>
          <p:nvPr>
            <p:ph type="dt" idx="16"/>
          </p:nvPr>
        </p:nvSpPr>
        <p:spPr>
          <a:xfrm>
            <a:off x="628560" y="4767120"/>
            <a:ext cx="333036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00" name="TextBox 2"/>
          <p:cNvSpPr/>
          <p:nvPr/>
        </p:nvSpPr>
        <p:spPr>
          <a:xfrm rot="16200000">
            <a:off x="-1730880" y="253476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pic>
        <p:nvPicPr>
          <p:cNvPr id="201" name="Picture 200" descr=""/>
          <p:cNvPicPr/>
          <p:nvPr/>
        </p:nvPicPr>
        <p:blipFill>
          <a:blip r:embed="rId3"/>
          <a:stretch/>
        </p:blipFill>
        <p:spPr>
          <a:xfrm>
            <a:off x="3886920" y="61200"/>
            <a:ext cx="1017360" cy="1017360"/>
          </a:xfrm>
          <a:prstGeom prst="rect">
            <a:avLst/>
          </a:prstGeom>
          <a:ln w="0">
            <a:noFill/>
          </a:ln>
        </p:spPr>
      </p:pic>
      <p:sp>
        <p:nvSpPr>
          <p:cNvPr id="202" name="Google Shape;147;p 1"/>
          <p:cNvSpPr/>
          <p:nvPr/>
        </p:nvSpPr>
        <p:spPr>
          <a:xfrm>
            <a:off x="3562200" y="1055160"/>
            <a:ext cx="1584360" cy="54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rgbClr val="000000"/>
                </a:solidFill>
                <a:latin typeface="Cambria"/>
                <a:ea typeface="Cambria"/>
              </a:rPr>
              <a:t>Centre for HPC Upskilling &amp; Knowledge-sharing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3522F9-F620-437B-BED5-4DDA7B43972A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Calibri"/>
              </a:rPr>
              <a:t>CONTENT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/>
          </p:nvPr>
        </p:nvSpPr>
        <p:spPr>
          <a:xfrm>
            <a:off x="628560" y="75564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1080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Introduction to OpenMP</a:t>
            </a:r>
            <a:endParaRPr b="0" lang="en-IN" sz="2400" spc="-1" strike="noStrike">
              <a:latin typeface="Arial"/>
            </a:endParaRPr>
          </a:p>
          <a:p>
            <a:pPr marL="1080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OpenMP Programming Model</a:t>
            </a:r>
            <a:endParaRPr b="0" lang="en-IN" sz="2400" spc="-1" strike="noStrike">
              <a:latin typeface="Arial"/>
            </a:endParaRPr>
          </a:p>
          <a:p>
            <a:pPr marL="1080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OpenMP Programs </a:t>
            </a:r>
            <a:endParaRPr b="0" lang="en-IN" sz="2400" spc="-1" strike="noStrike">
              <a:latin typeface="Arial"/>
            </a:endParaRPr>
          </a:p>
          <a:p>
            <a:pPr marL="1080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OpenMP Use Cases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Conclusion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References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05" name="Google Shape;154;p 3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06" name="PlaceHolder 3"/>
          <p:cNvSpPr>
            <a:spLocks noGrp="1"/>
          </p:cNvSpPr>
          <p:nvPr>
            <p:ph type="sldNum" idx="17"/>
          </p:nvPr>
        </p:nvSpPr>
        <p:spPr>
          <a:xfrm>
            <a:off x="8077320" y="4786920"/>
            <a:ext cx="44280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704E2324-E87C-4FF0-956F-C9F83C678623}" type="slidenum">
              <a:rPr b="0" lang="en-US" sz="1400" spc="-1" strike="noStrike">
                <a:solidFill>
                  <a:srgbClr val="888888"/>
                </a:solidFill>
                <a:latin typeface="Calibri"/>
                <a:ea typeface="Calibri"/>
              </a:rPr>
              <a:t>1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ftr" idx="18"/>
          </p:nvPr>
        </p:nvSpPr>
        <p:spPr>
          <a:xfrm>
            <a:off x="4141800" y="4767120"/>
            <a:ext cx="308376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OpenMP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208" name="TextBox 1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09" name="PlaceHolder 5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" dur="500"/>
                                        <p:tgtEl>
                                          <p:spTgt spid="2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" dur="500"/>
                                        <p:tgtEl>
                                          <p:spTgt spid="2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" dur="500"/>
                                        <p:tgtEl>
                                          <p:spTgt spid="2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" dur="500"/>
                                        <p:tgtEl>
                                          <p:spTgt spid="2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2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INTRODUCTION TO OPENMP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11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818064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OpenMP is an Application Program Interface (API).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API supports C, C++ and FORTRAN.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OpenMP is designed for multi-processor/shared memory machines.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12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13" name="TextBox 3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4" name="PlaceHolder 6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B356952-8B7A-44A4-A932-0C0CD15D4932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" dur="500"/>
                                        <p:tgtEl>
                                          <p:spTgt spid="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" dur="500"/>
                                        <p:tgtEl>
                                          <p:spTgt spid="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" dur="500"/>
                                        <p:tgtEl>
                                          <p:spTgt spid="2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INTRODUCTION TO OPENMP : PROCESS AND THREAD CONCEPTS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Process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Program in execution is called Process.”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Thread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smallest unit of execution within a process is called Thread.”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Each thread has its own stack, register set, program counter.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17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18" name="TextBox 4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19" name="PlaceHolder 7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FD91465-A7E8-4ACD-8D76-9FCCB098D920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" dur="indefinite" restart="never" nodeType="tmRoot">
          <p:childTnLst>
            <p:seq>
              <p:cTn id="51" dur="indefinite" nodeType="mainSeq">
                <p:childTnLst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INTRODUCTION TO OPENMP : PROCESS AND THREAD CONCEPTS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22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223" name="Picture 4" descr=""/>
          <p:cNvPicPr/>
          <p:nvPr/>
        </p:nvPicPr>
        <p:blipFill>
          <a:blip r:embed="rId2"/>
          <a:stretch/>
        </p:blipFill>
        <p:spPr>
          <a:xfrm>
            <a:off x="274680" y="912240"/>
            <a:ext cx="4255920" cy="3643920"/>
          </a:xfrm>
          <a:prstGeom prst="rect">
            <a:avLst/>
          </a:prstGeom>
          <a:ln w="0">
            <a:noFill/>
          </a:ln>
        </p:spPr>
      </p:pic>
      <p:pic>
        <p:nvPicPr>
          <p:cNvPr id="224" name="Picture 5" descr=""/>
          <p:cNvPicPr/>
          <p:nvPr/>
        </p:nvPicPr>
        <p:blipFill>
          <a:blip r:embed="rId3"/>
          <a:stretch/>
        </p:blipFill>
        <p:spPr>
          <a:xfrm>
            <a:off x="4462920" y="913680"/>
            <a:ext cx="4605840" cy="3758760"/>
          </a:xfrm>
          <a:prstGeom prst="rect">
            <a:avLst/>
          </a:prstGeom>
          <a:ln w="0">
            <a:noFill/>
          </a:ln>
        </p:spPr>
      </p:pic>
      <p:sp>
        <p:nvSpPr>
          <p:cNvPr id="225" name="TextBox 10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26" name="PlaceHolder 8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16D4183-7A45-48E6-93F9-5FDA32F5D903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" dur="indefinite" restart="never" nodeType="tmRoot">
          <p:childTnLst>
            <p:seq>
              <p:cTn id="69" dur="indefinite" nodeType="mainSeq">
                <p:childTnLst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INTRODUCTION TO OPENMP : PROCESS AND THREAD CONCEPTS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Multi-threading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execution of multiple threads concurrently within a single process is called Multi-threading.”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Threads created are called </a:t>
            </a:r>
            <a:r>
              <a:rPr b="1" lang="en-IN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team of threads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creation of multiple thread is called </a:t>
            </a:r>
            <a:r>
              <a:rPr b="1" lang="en-IN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thread spawning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.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29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30" name="TextBox 12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1" name="PlaceHolder 9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C7F79732-EA71-401B-ABB4-195C7AC382D7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74" dur="indefinite" restart="never" nodeType="tmRoot">
          <p:childTnLst>
            <p:seq>
              <p:cTn id="75" dur="indefinite" nodeType="mainSeq">
                <p:childTnLst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6" dur="500"/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1" dur="500"/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INTRODUCTION TO OPENMP : PROCESS AND THREAD CONCEPTS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Master Thread: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Each process contains at least one thread is called Master Thread.”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Worker Thread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: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thread spawned out of Master thread in multi-threading is called Worker thread.”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34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35" name="TextBox 13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36" name="PlaceHolder 10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A27BC74-4255-489D-BD1F-76180126B7B0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2" dur="indefinite" restart="never" nodeType="tmRoot">
          <p:childTnLst>
            <p:seq>
              <p:cTn id="93" dur="indefinite" nodeType="mainSeq">
                <p:childTnLst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8" dur="500"/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1" dur="500"/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6" dur="500"/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9" dur="500"/>
                                        <p:tgtEl>
                                          <p:spTgt spid="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INTRODUCTION TO OPENMP : PROCESS AND THREAD CONCEPTS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NOTE: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Master Thread is primary thread in a multithreaded program responsible for </a:t>
            </a: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spawning and coordinating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Worker Threads. 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OpenMP provides Shared Memory based thread-based parallelism.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39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40" name="TextBox 14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1" name="PlaceHolder 11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830EE35-67FB-4868-9E5D-7B61309F0595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10" dur="indefinite" restart="never" nodeType="tmRoot">
          <p:childTnLst>
            <p:seq>
              <p:cTn id="111" dur="indefinite" nodeType="mainSeq">
                <p:childTnLst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6" dur="500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9" dur="500"/>
                                        <p:tgtEl>
                                          <p:spTgt spid="2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24" dur="500"/>
                                        <p:tgtEl>
                                          <p:spTgt spid="2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INTRODUCTION TO OPENMP : </a:t>
            </a:r>
            <a:br>
              <a:rPr sz="3200"/>
            </a:b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OPENMP STACK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628560" y="4376160"/>
            <a:ext cx="7884360" cy="3020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Image: OpenMP Stack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244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245" name="Picture 4" descr=""/>
          <p:cNvPicPr/>
          <p:nvPr/>
        </p:nvPicPr>
        <p:blipFill>
          <a:blip r:embed="rId2"/>
          <a:stretch/>
        </p:blipFill>
        <p:spPr>
          <a:xfrm>
            <a:off x="1801440" y="779760"/>
            <a:ext cx="5538960" cy="3582360"/>
          </a:xfrm>
          <a:prstGeom prst="rect">
            <a:avLst/>
          </a:prstGeom>
          <a:ln w="0">
            <a:noFill/>
          </a:ln>
        </p:spPr>
      </p:pic>
      <p:sp>
        <p:nvSpPr>
          <p:cNvPr id="246" name="TextBox 5"/>
          <p:cNvSpPr/>
          <p:nvPr/>
        </p:nvSpPr>
        <p:spPr>
          <a:xfrm>
            <a:off x="5695560" y="4343400"/>
            <a:ext cx="370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900" spc="-1" strike="noStrike">
                <a:solidFill>
                  <a:srgbClr val="000000"/>
                </a:solidFill>
                <a:latin typeface="Arial"/>
                <a:ea typeface="DejaVu Sans"/>
              </a:rPr>
              <a:t>[4]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7" name="TextBox 15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48" name="PlaceHolder 12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697A130-A156-4795-B0EF-3585BF34640C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OPENMP PROGRAMMING MODEL : FORK – JOIN PARALLELISM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50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OpenMP uses Fork – Join Model for Parallelization.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51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252" name="Picture 4" descr=""/>
          <p:cNvPicPr/>
          <p:nvPr/>
        </p:nvPicPr>
        <p:blipFill>
          <a:blip r:embed="rId2"/>
          <a:stretch/>
        </p:blipFill>
        <p:spPr>
          <a:xfrm>
            <a:off x="1094760" y="1437480"/>
            <a:ext cx="6951960" cy="2799720"/>
          </a:xfrm>
          <a:prstGeom prst="rect">
            <a:avLst/>
          </a:prstGeom>
          <a:ln w="0">
            <a:noFill/>
          </a:ln>
        </p:spPr>
      </p:pic>
      <p:sp>
        <p:nvSpPr>
          <p:cNvPr id="253" name="TextBox 7"/>
          <p:cNvSpPr/>
          <p:nvPr/>
        </p:nvSpPr>
        <p:spPr>
          <a:xfrm>
            <a:off x="628560" y="4239000"/>
            <a:ext cx="79012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Image: OpenMP Fork – Join Programming Model 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54" name="TextBox 16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55" name="PlaceHolder 13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338A6BA-5EDF-4705-8614-073A0E49E678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1" dur="500"/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OPENMP PROGRAMMING MODEL : OPENMP MEMORY MODEL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57" name="PlaceHolder 2"/>
          <p:cNvSpPr>
            <a:spLocks noGrp="1"/>
          </p:cNvSpPr>
          <p:nvPr>
            <p:ph/>
          </p:nvPr>
        </p:nvSpPr>
        <p:spPr>
          <a:xfrm>
            <a:off x="5751720" y="4376160"/>
            <a:ext cx="3319920" cy="3020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ctr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Image: Memory Model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258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259" name="Picture 5" descr=""/>
          <p:cNvPicPr/>
          <p:nvPr/>
        </p:nvPicPr>
        <p:blipFill>
          <a:blip r:embed="rId2"/>
          <a:stretch/>
        </p:blipFill>
        <p:spPr>
          <a:xfrm>
            <a:off x="5751720" y="904680"/>
            <a:ext cx="3319920" cy="3425760"/>
          </a:xfrm>
          <a:prstGeom prst="rect">
            <a:avLst/>
          </a:prstGeom>
          <a:ln w="0">
            <a:noFill/>
          </a:ln>
        </p:spPr>
      </p:pic>
      <p:sp>
        <p:nvSpPr>
          <p:cNvPr id="260" name="Rectangle 6"/>
          <p:cNvSpPr/>
          <p:nvPr/>
        </p:nvSpPr>
        <p:spPr>
          <a:xfrm>
            <a:off x="326520" y="813600"/>
            <a:ext cx="5546520" cy="52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Threads can communicate by reading/writing variables in the common address space.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b="0" lang="en-IN" sz="2400" spc="-1" strike="noStrike">
              <a:latin typeface="Arial"/>
            </a:endParaRPr>
          </a:p>
          <a:p>
            <a:pPr marL="343080" indent="-343080" algn="just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Data is private or shared.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Private accessed only by owned threads.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4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Shared data accessible by all threads.</a:t>
            </a:r>
            <a:endParaRPr b="0" lang="en-IN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buNone/>
            </a:pPr>
            <a:endParaRPr b="0" lang="en-IN" sz="2400" spc="-1" strike="noStrike">
              <a:latin typeface="Arial"/>
            </a:endParaRPr>
          </a:p>
        </p:txBody>
      </p:sp>
      <p:sp>
        <p:nvSpPr>
          <p:cNvPr id="261" name="TextBox 17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2" name="PlaceHolder 14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7333AC9-1889-465D-8BAD-80703D5FAC9A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32" dur="indefinite" restart="never" nodeType="tmRoot">
          <p:childTnLst>
            <p:seq>
              <p:cTn id="133" dur="indefinite" nodeType="mainSeq">
                <p:childTnLst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8" dur="500"/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3" dur="500"/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8" dur="500"/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53" dur="500"/>
                                        <p:tgtEl>
                                          <p:spTgt spid="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OPENMP PROGRAMMING MODEL : SERIAL PROGRAM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#include &lt;iostream&gt;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 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int ID ; 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std::cout &lt;&lt; "Hello my ID is : " &lt;&lt; ID &lt;&lt; std::endl;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return(0);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65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266" name="Picture 9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1160" cy="1027800"/>
          </a:xfrm>
          <a:prstGeom prst="rect">
            <a:avLst/>
          </a:prstGeom>
          <a:ln w="0">
            <a:noFill/>
          </a:ln>
        </p:spPr>
      </p:pic>
      <p:sp>
        <p:nvSpPr>
          <p:cNvPr id="267" name="TextBox 18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68" name="PlaceHolder 15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7A39200-208F-410B-B88A-197804945355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OPENMP PROGRAMMING MODEL : OPENMP PROGRAM SKELETON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1" lang="en-IN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FORMAT: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71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graphicFrame>
        <p:nvGraphicFramePr>
          <p:cNvPr id="272" name="Table 4"/>
          <p:cNvGraphicFramePr/>
          <p:nvPr/>
        </p:nvGraphicFramePr>
        <p:xfrm>
          <a:off x="698760" y="1450080"/>
          <a:ext cx="7680600" cy="27738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378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Sentinel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directive-name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[clause ...]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8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newline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23954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Required for all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OpenMP C/C++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Directives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#pragma omp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 valid OpenMP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directive. Must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appear after the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pragma and before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any clauses.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Optional. Clauses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can be in any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order, and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repeated as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necessary unless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otherwise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restricted.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Required.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Proceeds the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structured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block which is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enclosed by</a:t>
                      </a:r>
                      <a:endParaRPr b="0" lang="en-IN" sz="1800" spc="-1" strike="noStrike"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this directive.</a:t>
                      </a:r>
                      <a:endParaRPr b="0" lang="en-IN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</a:tbl>
          </a:graphicData>
        </a:graphic>
      </p:graphicFrame>
      <p:sp>
        <p:nvSpPr>
          <p:cNvPr id="273" name="TextBox 19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4" name="PlaceHolder 16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4ED3C58-D5DC-4514-8ABE-8D0265D9EC61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OPENMP PROGRAMMING MODEL : OPENMP PROGRAM SKELETON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C/C++ Compiler Directive Format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70c0"/>
                </a:solidFill>
                <a:latin typeface="Arial"/>
                <a:ea typeface="DejaVu Sans"/>
              </a:rPr>
              <a:t>sentinel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ff0000"/>
                </a:solidFill>
                <a:latin typeface="Arial"/>
                <a:ea typeface="DejaVu Sans"/>
              </a:rPr>
              <a:t>directive-name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clause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‫‏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‬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Example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70c0"/>
                </a:solidFill>
                <a:latin typeface="Arial"/>
                <a:ea typeface="DejaVu Sans"/>
              </a:rPr>
              <a:t>#pragma omp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ff0000"/>
                </a:solidFill>
                <a:latin typeface="Arial"/>
                <a:ea typeface="DejaVu Sans"/>
              </a:rPr>
              <a:t>parallel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for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‫‏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‬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77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78" name="TextBox 20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79" name="PlaceHolder 17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16CC29F-4C08-4B6E-A2EB-CC067CD249C3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OPENMP PROGRAMMING MODEL : OPENMP PROGRAM SKELETON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#include &lt;iostream&gt;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ff0000"/>
                </a:solidFill>
                <a:latin typeface="Arial"/>
                <a:ea typeface="DejaVu Sans"/>
              </a:rPr>
              <a:t>#include &lt;omp.h&gt;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int main() {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ff0000"/>
                </a:solidFill>
                <a:latin typeface="Arial"/>
                <a:ea typeface="DejaVu Sans"/>
              </a:rPr>
              <a:t>omp_set_num_threads (4);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//continue to next slide…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82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283" name="Picture 9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1160" cy="1027800"/>
          </a:xfrm>
          <a:prstGeom prst="rect">
            <a:avLst/>
          </a:prstGeom>
          <a:ln w="0">
            <a:noFill/>
          </a:ln>
        </p:spPr>
      </p:pic>
      <p:sp>
        <p:nvSpPr>
          <p:cNvPr id="284" name="TextBox 21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85" name="PlaceHolder 18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FD16282-E905-4351-8CF9-2A12C30C2C92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OPENMP PROGRAMMING MODEL : OPENMP PROGRAM SKELETON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ff0000"/>
                </a:solidFill>
                <a:latin typeface="Arial"/>
                <a:ea typeface="DejaVu Sans"/>
              </a:rPr>
              <a:t>#pragma omp parallel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int ID = </a:t>
            </a:r>
            <a:r>
              <a:rPr b="0" lang="en-IN" sz="2400" spc="-1" strike="noStrike">
                <a:solidFill>
                  <a:srgbClr val="ff0000"/>
                </a:solidFill>
                <a:latin typeface="Arial"/>
                <a:ea typeface="DejaVu Sans"/>
              </a:rPr>
              <a:t>omp_get_thread_num();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std::cout &lt;&lt; "Hello my ID is : " &lt;&lt; ID &lt;&lt; std::endl;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return (0);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88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89" name="TextBox 22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0" name="PlaceHolder 19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5D12555-6BCE-47BF-AF67-79F2A19EBBEB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COMPILATION AND EXECUTION OF OPENMP PROGRAM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GNU compiler command to compile openmp program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cmd&gt; 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g++ –fopenmp demo.c –o demo.out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Linux command to execute openmp program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cmd&gt;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./demo.out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93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294" name="TextBox 23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295" name="PlaceHolder 20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2BC18AF-D277-4EE8-939A-E179760494FF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4" dur="indefinite" restart="never" nodeType="tmRoot">
          <p:childTnLst>
            <p:seq>
              <p:cTn id="155" dur="indefinite" nodeType="mainSeq">
                <p:childTnLst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0" dur="500"/>
                                        <p:tgtEl>
                                          <p:spTgt spid="2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3" dur="500"/>
                                        <p:tgtEl>
                                          <p:spTgt spid="2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‘</a:t>
            </a: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P A R A L L E L’ CONSTRUCT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number of threads in a parallel region is determined by the following factors, precedence in ascending order:</a:t>
            </a:r>
            <a:endParaRPr b="0" lang="en-IN" sz="2400" spc="-1" strike="noStrike">
              <a:latin typeface="Arial"/>
            </a:endParaRPr>
          </a:p>
          <a:p>
            <a:pPr marL="457200" indent="-4572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AutoNum type="arabicParenR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Implementation default - usually the number of CPUs on a node, though it could be dynamic.</a:t>
            </a:r>
            <a:endParaRPr b="0" lang="en-IN" sz="2400" spc="-1" strike="noStrike">
              <a:latin typeface="Arial"/>
            </a:endParaRPr>
          </a:p>
          <a:p>
            <a:pPr marL="457200" indent="-4572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AutoNum type="arabicParenR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Setting of the OMP_NUM_THREADS environment variable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298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299" name="Picture 10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1160" cy="1027800"/>
          </a:xfrm>
          <a:prstGeom prst="rect">
            <a:avLst/>
          </a:prstGeom>
          <a:ln w="0">
            <a:noFill/>
          </a:ln>
        </p:spPr>
      </p:pic>
      <p:sp>
        <p:nvSpPr>
          <p:cNvPr id="300" name="TextBox 24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1" name="PlaceHolder 21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AE70F50B-D7B0-44B4-A693-55D27B1B6826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70" dur="indefinite" restart="never" nodeType="tmRoot">
          <p:childTnLst>
            <p:seq>
              <p:cTn id="171" dur="indefinite" nodeType="mainSeq">
                <p:childTnLst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76" dur="5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1" dur="500"/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86" dur="500"/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‘</a:t>
            </a: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P A R A L L E L’ CONSTRUCT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3) Use of the omp_set_num_threads() library function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4) Setting of the NUM_THREADS clause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5) Evaluation of the IF clause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NOTE: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Threads are numbered from 0 (master thread) to N-1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04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05" name="TextBox 9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06" name="PlaceHolder 22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2986A4F7-6672-453B-8EF7-2236DE30F61A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87" dur="indefinite" restart="never" nodeType="tmRoot">
          <p:childTnLst>
            <p:seq>
              <p:cTn id="188" dur="indefinite" nodeType="mainSeq">
                <p:childTnLst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3" dur="500"/>
                                        <p:tgtEl>
                                          <p:spTgt spid="3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8" dur="500"/>
                                        <p:tgtEl>
                                          <p:spTgt spid="3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3" dur="500"/>
                                        <p:tgtEl>
                                          <p:spTgt spid="3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08" dur="500"/>
                                        <p:tgtEl>
                                          <p:spTgt spid="3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3" dur="500"/>
                                        <p:tgtEl>
                                          <p:spTgt spid="3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WORK SHARING CONSTRUCT : ‘for’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&lt;CONTENT&gt;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09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310" name="Picture 9" descr=""/>
          <p:cNvPicPr/>
          <p:nvPr/>
        </p:nvPicPr>
        <p:blipFill>
          <a:blip r:embed="rId2"/>
          <a:stretch/>
        </p:blipFill>
        <p:spPr>
          <a:xfrm>
            <a:off x="628560" y="603720"/>
            <a:ext cx="7884360" cy="4209840"/>
          </a:xfrm>
          <a:prstGeom prst="rect">
            <a:avLst/>
          </a:prstGeom>
          <a:ln w="0">
            <a:noFill/>
          </a:ln>
        </p:spPr>
      </p:pic>
      <p:pic>
        <p:nvPicPr>
          <p:cNvPr id="311" name="Picture 12" descr=""/>
          <p:cNvPicPr/>
          <p:nvPr/>
        </p:nvPicPr>
        <p:blipFill>
          <a:blip r:embed="rId3"/>
          <a:stretch/>
        </p:blipFill>
        <p:spPr>
          <a:xfrm>
            <a:off x="8051400" y="3650400"/>
            <a:ext cx="1091160" cy="1027800"/>
          </a:xfrm>
          <a:prstGeom prst="rect">
            <a:avLst/>
          </a:prstGeom>
          <a:ln w="0">
            <a:noFill/>
          </a:ln>
        </p:spPr>
      </p:pic>
      <p:sp>
        <p:nvSpPr>
          <p:cNvPr id="312" name="Rectangle 4"/>
          <p:cNvSpPr/>
          <p:nvPr/>
        </p:nvSpPr>
        <p:spPr>
          <a:xfrm>
            <a:off x="6148080" y="2578320"/>
            <a:ext cx="2630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Image: ‘fork’ construct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13" name="TextBox 11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14" name="PlaceHolder 23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BE76807-05D1-42EA-8A69-6F2C6C3BF019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WORK SHARING CONSTRUCT : ‘for’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&lt;CONTENT&gt;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17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318" name="Picture 4" descr=""/>
          <p:cNvPicPr/>
          <p:nvPr/>
        </p:nvPicPr>
        <p:blipFill>
          <a:blip r:embed="rId2"/>
          <a:stretch/>
        </p:blipFill>
        <p:spPr>
          <a:xfrm>
            <a:off x="628560" y="650520"/>
            <a:ext cx="7901280" cy="4021560"/>
          </a:xfrm>
          <a:prstGeom prst="rect">
            <a:avLst/>
          </a:prstGeom>
          <a:ln w="0">
            <a:noFill/>
          </a:ln>
        </p:spPr>
      </p:pic>
      <p:sp>
        <p:nvSpPr>
          <p:cNvPr id="319" name="Rectangle 5"/>
          <p:cNvSpPr/>
          <p:nvPr/>
        </p:nvSpPr>
        <p:spPr>
          <a:xfrm>
            <a:off x="3520440" y="4414320"/>
            <a:ext cx="2895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Image: ‘for’ work sharing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20" name="TextBox 8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1" name="PlaceHolder 24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85DB247-BC80-418D-9C5D-88B10A992601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WORK SHARING CONSTRUCT ‘for’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for directive identifies the iterative work-sharing construct.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#pragma omp for [clause[[,]clause]…] new-line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for-loop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24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25" name="TextBox 25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26" name="PlaceHolder 25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B6AEBBC-78FD-4AE3-9F98-81D63DEFC493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WORK SHARING CONSTRUCT : ‘for’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for (index = start ; index &lt; end ; increment_expr)</a:t>
            </a:r>
            <a:endParaRPr b="0" lang="en-IN" sz="2400" spc="-1" strike="noStrike">
              <a:latin typeface="Arial"/>
            </a:endParaRPr>
          </a:p>
          <a:p>
            <a:pPr marL="228600" indent="-22860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must be possible to determine the number of loop iterations before execution </a:t>
            </a:r>
            <a:endParaRPr b="0" lang="en-IN" sz="2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no while loops 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29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30" name="TextBox 26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1" name="PlaceHolder 26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94E1602-0D58-4CF2-A252-19B362068845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14" dur="indefinite" restart="never" nodeType="tmRoot">
          <p:childTnLst>
            <p:seq>
              <p:cTn id="215" dur="indefinite" nodeType="mainSeq">
                <p:childTnLst>
                  <p:par>
                    <p:cTn id="216" fill="hold">
                      <p:stCondLst>
                        <p:cond delay="indefinite"/>
                      </p:stCondLst>
                      <p:childTnLst>
                        <p:par>
                          <p:cTn id="217" fill="hold">
                            <p:stCondLst>
                              <p:cond delay="0"/>
                            </p:stCondLst>
                            <p:childTnLst>
                              <p:par>
                                <p:cTn id="21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0" dur="500"/>
                                        <p:tgtEl>
                                          <p:spTgt spid="3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25" dur="500"/>
                                        <p:tgtEl>
                                          <p:spTgt spid="3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WORK SHARING CONSTRUCT : 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‘</a:t>
            </a: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for’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3) increment must be the same each iteration 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4) all loop iterations must be done 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5) It is illegal to branch (goto) out of a loop associated with a for directive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34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35" name="TextBox 27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36" name="PlaceHolder 27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BEB3338-BC52-4F63-9459-24ECC88E6EC6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26" dur="indefinite" restart="never" nodeType="tmRoot">
          <p:childTnLst>
            <p:seq>
              <p:cTn id="227" dur="indefinite" nodeType="mainSeq">
                <p:childTnLst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2" dur="500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37" dur="500"/>
                                        <p:tgtEl>
                                          <p:spTgt spid="3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2" dur="500"/>
                                        <p:tgtEl>
                                          <p:spTgt spid="3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USE CASE: MATRIX MULTIPLICATION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255240" y="996480"/>
            <a:ext cx="896508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Input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 Given two matrices A (m x n) and B (n x p) to be multiplied.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Output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 Compute the matrix product C (m x p) where C = A * B 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39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pic>
        <p:nvPicPr>
          <p:cNvPr id="340" name="Picture 11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1160" cy="1027800"/>
          </a:xfrm>
          <a:prstGeom prst="rect">
            <a:avLst/>
          </a:prstGeom>
          <a:ln w="0">
            <a:noFill/>
          </a:ln>
        </p:spPr>
      </p:pic>
      <p:sp>
        <p:nvSpPr>
          <p:cNvPr id="341" name="TextBox 28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2" name="PlaceHolder 28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F57C4BE-48A2-4987-963E-DA95AB409CDC}" type="slidenum">
              <a:t>25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43" dur="indefinite" restart="never" nodeType="tmRoot">
          <p:childTnLst>
            <p:seq>
              <p:cTn id="244" dur="indefinite" nodeType="mainSeq">
                <p:childTnLst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9" dur="5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>
                      <p:stCondLst>
                        <p:cond delay="indefinite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54" dur="500"/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USE CASE: MATRIX MULTIPLICATION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44" name="PlaceHolder 2"/>
          <p:cNvSpPr>
            <a:spLocks noGrp="1"/>
          </p:cNvSpPr>
          <p:nvPr>
            <p:ph/>
          </p:nvPr>
        </p:nvSpPr>
        <p:spPr>
          <a:xfrm>
            <a:off x="255240" y="996480"/>
            <a:ext cx="896508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Computation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: 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each loop preceded by OpenMP construct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Outer loop (i): Iterate over the rows of matrix A (m rows).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Middle loop (j): Iterate over the columns of matrix B (p columns).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Inner loop (k): Iterate over the common dimension (n) shared by matrices A and B.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Set C[i][j] = sum of (A[i][k] * B[k][j]) for k = 0 to n-1 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45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46" name="TextBox 29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347" name="PlaceHolder 29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5DA1D3E7-CB8C-4AD8-8BC5-8247AD8D2D85}" type="slidenum">
              <a:t>26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5" dur="indefinite" restart="never" nodeType="tmRoot">
          <p:childTnLst>
            <p:seq>
              <p:cTn id="256" dur="indefinite" nodeType="mainSeq">
                <p:childTnLst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1" dur="500"/>
                                        <p:tgtEl>
                                          <p:spTgt spid="3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2" fill="hold">
                      <p:stCondLst>
                        <p:cond delay="indefinite"/>
                      </p:stCondLst>
                      <p:childTnLst>
                        <p:par>
                          <p:cTn id="263" fill="hold">
                            <p:stCondLst>
                              <p:cond delay="0"/>
                            </p:stCondLst>
                            <p:childTnLst>
                              <p:par>
                                <p:cTn id="26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66" dur="500"/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1" dur="500"/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>
                      <p:stCondLst>
                        <p:cond delay="indefinite"/>
                      </p:stCondLst>
                      <p:childTnLst>
                        <p:par>
                          <p:cTn id="273" fill="hold">
                            <p:stCondLst>
                              <p:cond delay="0"/>
                            </p:stCondLst>
                            <p:childTnLst>
                              <p:par>
                                <p:cTn id="2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76" dur="500"/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1" dur="500"/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WORK SHARING CONSTRUCT : ‘section’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&lt;CONTENT&gt;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50" name="Google Shape;154;p 2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51" name="PlaceHolder 3"/>
          <p:cNvSpPr>
            <a:spLocks noGrp="1"/>
          </p:cNvSpPr>
          <p:nvPr>
            <p:ph type="dt" idx="19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352" name="Picture 3" descr=""/>
          <p:cNvPicPr/>
          <p:nvPr/>
        </p:nvPicPr>
        <p:blipFill>
          <a:blip r:embed="rId2"/>
          <a:stretch/>
        </p:blipFill>
        <p:spPr>
          <a:xfrm>
            <a:off x="628560" y="996480"/>
            <a:ext cx="7885440" cy="3818160"/>
          </a:xfrm>
          <a:prstGeom prst="rect">
            <a:avLst/>
          </a:prstGeom>
          <a:ln w="0">
            <a:noFill/>
          </a:ln>
        </p:spPr>
      </p:pic>
      <p:pic>
        <p:nvPicPr>
          <p:cNvPr id="353" name="Picture 6" descr=""/>
          <p:cNvPicPr/>
          <p:nvPr/>
        </p:nvPicPr>
        <p:blipFill>
          <a:blip r:embed="rId3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354" name="Rectangle 2"/>
          <p:cNvSpPr/>
          <p:nvPr/>
        </p:nvSpPr>
        <p:spPr>
          <a:xfrm>
            <a:off x="5247720" y="3237840"/>
            <a:ext cx="3000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Image: ‘section’ construct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5" name="TextBox 30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97A240C-7CED-4ECE-8765-7A9D972A29B6}" type="slidenum">
              <a:t>27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WORK SHARING CONSTRUCT : ‘section’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Clauses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NOWAIT: implied barrier exists at the end of a SECTIONS directive, unless this clause is used. 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Restriction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is illegal to branch into or out of section blocks.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SECTION directives must occur within the lexical extent of an enclosing SECTIONS directive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58" name="Google Shape;154;p 1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59" name="PlaceHolder 3"/>
          <p:cNvSpPr>
            <a:spLocks noGrp="1"/>
          </p:cNvSpPr>
          <p:nvPr>
            <p:ph type="dt" idx="20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60" name="TextBox 32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CB73F1E-FA78-4F12-97AF-D89C8D0A6A82}" type="slidenum">
              <a:t>28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82" dur="indefinite" restart="never" nodeType="tmRoot">
          <p:childTnLst>
            <p:seq>
              <p:cTn id="283" dur="indefinite" nodeType="mainSeq">
                <p:childTnLst>
                  <p:par>
                    <p:cTn id="284" fill="hold">
                      <p:stCondLst>
                        <p:cond delay="indefinite"/>
                      </p:stCondLst>
                      <p:childTnLst>
                        <p:par>
                          <p:cTn id="285" fill="hold">
                            <p:stCondLst>
                              <p:cond delay="0"/>
                            </p:stCondLst>
                            <p:childTnLst>
                              <p:par>
                                <p:cTn id="28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88" dur="500"/>
                                        <p:tgtEl>
                                          <p:spTgt spid="3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1" dur="500"/>
                                        <p:tgtEl>
                                          <p:spTgt spid="3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2" fill="hold">
                      <p:stCondLst>
                        <p:cond delay="indefinite"/>
                      </p:stCondLst>
                      <p:childTnLst>
                        <p:par>
                          <p:cTn id="293" fill="hold">
                            <p:stCondLst>
                              <p:cond delay="0"/>
                            </p:stCondLst>
                            <p:childTnLst>
                              <p:par>
                                <p:cTn id="2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6" dur="500"/>
                                        <p:tgtEl>
                                          <p:spTgt spid="3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1" dur="500"/>
                                        <p:tgtEl>
                                          <p:spTgt spid="3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06" dur="500"/>
                                        <p:tgtEl>
                                          <p:spTgt spid="35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WORK SHARING CONSTRUCT : ‘single’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504720" y="996480"/>
            <a:ext cx="594612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associated structured block is to be executed by only one thread. 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can be any thread including master thread.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63" name="Google Shape;154;p 6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64" name="PlaceHolder 3"/>
          <p:cNvSpPr>
            <a:spLocks noGrp="1"/>
          </p:cNvSpPr>
          <p:nvPr>
            <p:ph type="dt" idx="21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365" name="Picture 2" descr=""/>
          <p:cNvPicPr/>
          <p:nvPr/>
        </p:nvPicPr>
        <p:blipFill>
          <a:blip r:embed="rId2"/>
          <a:stretch/>
        </p:blipFill>
        <p:spPr>
          <a:xfrm>
            <a:off x="6451560" y="637920"/>
            <a:ext cx="2401200" cy="3013920"/>
          </a:xfrm>
          <a:prstGeom prst="rect">
            <a:avLst/>
          </a:prstGeom>
          <a:ln w="0">
            <a:noFill/>
          </a:ln>
        </p:spPr>
      </p:pic>
      <p:sp>
        <p:nvSpPr>
          <p:cNvPr id="366" name="Rectangle 1"/>
          <p:cNvSpPr/>
          <p:nvPr/>
        </p:nvSpPr>
        <p:spPr>
          <a:xfrm>
            <a:off x="6098040" y="3563640"/>
            <a:ext cx="3029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Image: ‘single’ scheduling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7" name="TextBox 33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2BF4219-7353-4F3F-AF7D-F88F28D7A7EC}" type="slidenum">
              <a:t>29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7" dur="indefinite" restart="never" nodeType="tmRoot">
          <p:childTnLst>
            <p:seq>
              <p:cTn id="308" dur="indefinite" nodeType="mainSeq">
                <p:childTnLst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3" dur="500"/>
                                        <p:tgtEl>
                                          <p:spTgt spid="3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18" dur="500"/>
                                        <p:tgtEl>
                                          <p:spTgt spid="3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WORK SHARING CONSTRUCT : ‘single’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504720" y="996480"/>
            <a:ext cx="856800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May be useful when dealing with sections of code that are not thread safe (such as I/O)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#pragma omp single [clause[[,] clause] ...] new-line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70" name="Google Shape;154;p 7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71" name="PlaceHolder 3"/>
          <p:cNvSpPr>
            <a:spLocks noGrp="1"/>
          </p:cNvSpPr>
          <p:nvPr>
            <p:ph type="dt" idx="22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372" name="Picture 7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373" name="TextBox 34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EDFFCF-12FC-4763-8F04-CD4DE38A9C06}" type="slidenum">
              <a:t>30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9" dur="indefinite" restart="never" nodeType="tmRoot">
          <p:childTnLst>
            <p:seq>
              <p:cTn id="320" dur="indefinite" nodeType="mainSeq">
                <p:childTnLst>
                  <p:par>
                    <p:cTn id="321" fill="hold">
                      <p:stCondLst>
                        <p:cond delay="indefinite"/>
                      </p:stCondLst>
                      <p:childTnLst>
                        <p:par>
                          <p:cTn id="322" fill="hold">
                            <p:stCondLst>
                              <p:cond delay="0"/>
                            </p:stCondLst>
                            <p:childTnLst>
                              <p:par>
                                <p:cTn id="32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5" dur="500"/>
                                        <p:tgtEl>
                                          <p:spTgt spid="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6" fill="hold">
                      <p:stCondLst>
                        <p:cond delay="indefinite"/>
                      </p:stCondLst>
                      <p:childTnLst>
                        <p:par>
                          <p:cTn id="327" fill="hold">
                            <p:stCondLst>
                              <p:cond delay="0"/>
                            </p:stCondLst>
                            <p:childTnLst>
                              <p:par>
                                <p:cTn id="32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0" dur="500"/>
                                        <p:tgtEl>
                                          <p:spTgt spid="36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SYNCHRONIZATION CONSTRUCT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75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Synchronization is the task of ensuring that the multiple threads can safely share the resources 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is used to avoid the race condition.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76" name="Google Shape;154;p 8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77" name="PlaceHolder 3"/>
          <p:cNvSpPr>
            <a:spLocks noGrp="1"/>
          </p:cNvSpPr>
          <p:nvPr>
            <p:ph type="dt" idx="23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378" name="Picture 8" descr=""/>
          <p:cNvPicPr/>
          <p:nvPr/>
        </p:nvPicPr>
        <p:blipFill>
          <a:blip r:embed="rId2"/>
          <a:stretch/>
        </p:blipFill>
        <p:spPr>
          <a:xfrm>
            <a:off x="1717920" y="2404080"/>
            <a:ext cx="5707440" cy="2068560"/>
          </a:xfrm>
          <a:prstGeom prst="rect">
            <a:avLst/>
          </a:prstGeom>
          <a:ln w="0">
            <a:noFill/>
          </a:ln>
        </p:spPr>
      </p:pic>
      <p:sp>
        <p:nvSpPr>
          <p:cNvPr id="379" name="Rectangle 7"/>
          <p:cNvSpPr/>
          <p:nvPr/>
        </p:nvSpPr>
        <p:spPr>
          <a:xfrm>
            <a:off x="3204000" y="4279680"/>
            <a:ext cx="2734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Image: synchronization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80" name="TextBox 35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134029-9F5A-478F-A992-648547D5891A}" type="slidenum">
              <a:t>31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1" dur="indefinite" restart="never" nodeType="tmRoot">
          <p:childTnLst>
            <p:seq>
              <p:cTn id="332" dur="indefinite" nodeType="mainSeq">
                <p:childTnLst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37" dur="500"/>
                                        <p:tgtEl>
                                          <p:spTgt spid="3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indefinite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2" dur="500"/>
                                        <p:tgtEl>
                                          <p:spTgt spid="3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47"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indefinite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2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SYNCHRONIZATION CONSTRUCT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82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High level synchronization:</a:t>
            </a:r>
            <a:endParaRPr b="0" lang="en-IN" sz="2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Critical</a:t>
            </a:r>
            <a:endParaRPr b="0" lang="en-IN" sz="2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Atomic</a:t>
            </a:r>
            <a:endParaRPr b="0" lang="en-IN" sz="24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AutoNum type="arabicParenR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Barrier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83" name="Google Shape;154;p 9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84" name="PlaceHolder 3"/>
          <p:cNvSpPr>
            <a:spLocks noGrp="1"/>
          </p:cNvSpPr>
          <p:nvPr>
            <p:ph type="dt" idx="24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85" name="TextBox 36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5E64549-9E41-419C-A3E4-872539D8E373}" type="slidenum">
              <a:t>32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53" dur="indefinite" restart="never" nodeType="tmRoot">
          <p:childTnLst>
            <p:seq>
              <p:cTn id="354" dur="indefinite" nodeType="mainSeq">
                <p:childTnLst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59" dur="500"/>
                                        <p:tgtEl>
                                          <p:spTgt spid="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0" fill="hold">
                      <p:stCondLst>
                        <p:cond delay="indefinite"/>
                      </p:stCondLst>
                      <p:childTnLst>
                        <p:par>
                          <p:cTn id="361" fill="hold">
                            <p:stCondLst>
                              <p:cond delay="0"/>
                            </p:stCondLst>
                            <p:childTnLst>
                              <p:par>
                                <p:cTn id="3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4" dur="500"/>
                                        <p:tgtEl>
                                          <p:spTgt spid="3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5" fill="hold">
                      <p:stCondLst>
                        <p:cond delay="indefinite"/>
                      </p:stCondLst>
                      <p:childTnLst>
                        <p:par>
                          <p:cTn id="366" fill="hold">
                            <p:stCondLst>
                              <p:cond delay="0"/>
                            </p:stCondLst>
                            <p:childTnLst>
                              <p:par>
                                <p:cTn id="36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69" dur="500"/>
                                        <p:tgtEl>
                                          <p:spTgt spid="3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SYNCHRONIZATION CONSTRUCT : ‘critical’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Critical section prevents multiple threads from accessing a section of code at the same time. 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Only one active thread can update the code inside critical region.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Syntax: 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#pragma omp critical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//code_block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88" name="Google Shape;154;p 10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89" name="PlaceHolder 3"/>
          <p:cNvSpPr>
            <a:spLocks noGrp="1"/>
          </p:cNvSpPr>
          <p:nvPr>
            <p:ph type="dt" idx="25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390" name="Picture 13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391" name="TextBox 37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4338D4B-0E6F-492F-8DE3-42F6E47D1D27}" type="slidenum">
              <a:t>33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70" dur="indefinite" restart="never" nodeType="tmRoot">
          <p:childTnLst>
            <p:seq>
              <p:cTn id="371" dur="indefinite" nodeType="mainSeq">
                <p:childTnLst>
                  <p:par>
                    <p:cTn id="372" fill="hold">
                      <p:stCondLst>
                        <p:cond delay="indefinite"/>
                      </p:stCondLst>
                      <p:childTnLst>
                        <p:par>
                          <p:cTn id="373" fill="hold">
                            <p:stCondLst>
                              <p:cond delay="0"/>
                            </p:stCondLst>
                            <p:childTnLst>
                              <p:par>
                                <p:cTn id="37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6" dur="500"/>
                                        <p:tgtEl>
                                          <p:spTgt spid="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1" dur="500"/>
                                        <p:tgtEl>
                                          <p:spTgt spid="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2" fill="hold">
                      <p:stCondLst>
                        <p:cond delay="indefinite"/>
                      </p:stCondLst>
                      <p:childTnLst>
                        <p:par>
                          <p:cTn id="383" fill="hold">
                            <p:stCondLst>
                              <p:cond delay="0"/>
                            </p:stCondLst>
                            <p:childTnLst>
                              <p:par>
                                <p:cTn id="38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6" dur="500"/>
                                        <p:tgtEl>
                                          <p:spTgt spid="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89" dur="500"/>
                                        <p:tgtEl>
                                          <p:spTgt spid="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2" dur="500"/>
                                        <p:tgtEl>
                                          <p:spTgt spid="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95" dur="500"/>
                                        <p:tgtEl>
                                          <p:spTgt spid="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SYNCHRONIZATION CONSTRUCT : ‘atomic’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93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atomic directive of openmp ensure that the specific memory location is accessed atomically.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used to prevents the race condition. 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works on single expression statement.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Used with atomic operations such as increment, decrement. 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394" name="Google Shape;154;p 11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395" name="PlaceHolder 3"/>
          <p:cNvSpPr>
            <a:spLocks noGrp="1"/>
          </p:cNvSpPr>
          <p:nvPr>
            <p:ph type="dt" idx="26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96" name="TextBox 38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1964217-79AC-472A-B095-E0898A7F2AF8}" type="slidenum">
              <a:t>34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96" dur="indefinite" restart="never" nodeType="tmRoot">
          <p:childTnLst>
            <p:seq>
              <p:cTn id="397" dur="indefinite" nodeType="mainSeq">
                <p:childTnLst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2" dur="500"/>
                                        <p:tgtEl>
                                          <p:spTgt spid="3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7" dur="500"/>
                                        <p:tgtEl>
                                          <p:spTgt spid="3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2" dur="500"/>
                                        <p:tgtEl>
                                          <p:spTgt spid="3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17" dur="500"/>
                                        <p:tgtEl>
                                          <p:spTgt spid="3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SYNCHRONIZATION CONSTRUCT : ‘atomic’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 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#pragma omp atomic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//expression statement;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</p:txBody>
      </p:sp>
      <p:pic>
        <p:nvPicPr>
          <p:cNvPr id="399" name="Google Shape;154;p 12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00" name="PlaceHolder 3"/>
          <p:cNvSpPr>
            <a:spLocks noGrp="1"/>
          </p:cNvSpPr>
          <p:nvPr>
            <p:ph type="dt" idx="27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01" name="Picture 14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402" name="TextBox 39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6A3D28E-D7DE-4054-B8F3-B6840665145C}" type="slidenum">
              <a:t>35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 algn="ctr">
              <a:lnSpc>
                <a:spcPct val="100000"/>
              </a:lnSpc>
              <a:buNone/>
            </a:pPr>
            <a:br>
              <a:rPr sz="3200"/>
            </a:b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SYNCHRONIZATION CONSTRUCT : </a:t>
            </a:r>
            <a:endParaRPr b="0" lang="en-IN" sz="3200" spc="-1" strike="noStrike">
              <a:latin typeface="Arial"/>
            </a:endParaRPr>
          </a:p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‘</a:t>
            </a: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barrier’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When a BARRIER directive is reached, a thread will wait at that point until all other threads have reached that barrier. 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All threads then resume executing in parallel the code that follows the barrier. 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 :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#pragma omp barrier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//code_block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}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</p:txBody>
      </p:sp>
      <p:pic>
        <p:nvPicPr>
          <p:cNvPr id="405" name="Google Shape;154;p 13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06" name="PlaceHolder 3"/>
          <p:cNvSpPr>
            <a:spLocks noGrp="1"/>
          </p:cNvSpPr>
          <p:nvPr>
            <p:ph type="dt" idx="28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07" name="Picture 15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408" name="TextBox 40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BE1B053-CF2B-468C-884D-B8A14E0D01E9}" type="slidenum">
              <a:t>36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8" dur="indefinite" restart="never" nodeType="tmRoot">
          <p:childTnLst>
            <p:seq>
              <p:cTn id="419" dur="indefinite" nodeType="mainSeq">
                <p:childTnLst>
                  <p:par>
                    <p:cTn id="420" fill="hold">
                      <p:stCondLst>
                        <p:cond delay="indefinite"/>
                      </p:stCondLst>
                      <p:childTnLst>
                        <p:par>
                          <p:cTn id="421" fill="hold">
                            <p:stCondLst>
                              <p:cond delay="0"/>
                            </p:stCondLst>
                            <p:childTnLst>
                              <p:par>
                                <p:cTn id="4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4" dur="500"/>
                                        <p:tgtEl>
                                          <p:spTgt spid="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5" fill="hold">
                      <p:stCondLst>
                        <p:cond delay="indefinite"/>
                      </p:stCondLst>
                      <p:childTnLst>
                        <p:par>
                          <p:cTn id="426" fill="hold">
                            <p:stCondLst>
                              <p:cond delay="0"/>
                            </p:stCondLst>
                            <p:childTnLst>
                              <p:par>
                                <p:cTn id="4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29" dur="500"/>
                                        <p:tgtEl>
                                          <p:spTgt spid="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" fill="hold">
                      <p:stCondLst>
                        <p:cond delay="indefinite"/>
                      </p:stCondLst>
                      <p:childTnLst>
                        <p:par>
                          <p:cTn id="431" fill="hold">
                            <p:stCondLst>
                              <p:cond delay="0"/>
                            </p:stCondLst>
                            <p:childTnLst>
                              <p:par>
                                <p:cTn id="43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4" dur="500"/>
                                        <p:tgtEl>
                                          <p:spTgt spid="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37" dur="500"/>
                                        <p:tgtEl>
                                          <p:spTgt spid="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0" dur="500"/>
                                        <p:tgtEl>
                                          <p:spTgt spid="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43" dur="500"/>
                                        <p:tgtEl>
                                          <p:spTgt spid="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SYNCHRONIZATION CONSTRUCT :  ‘barrier’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10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11" name="Google Shape;154;p 1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12" name="PlaceHolder 3"/>
          <p:cNvSpPr>
            <a:spLocks noGrp="1"/>
          </p:cNvSpPr>
          <p:nvPr>
            <p:ph type="dt" idx="29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3" name="Rectangle 3"/>
          <p:cNvSpPr/>
          <p:nvPr/>
        </p:nvSpPr>
        <p:spPr>
          <a:xfrm>
            <a:off x="2779560" y="4435560"/>
            <a:ext cx="29314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 u="sng">
                <a:solidFill>
                  <a:srgbClr val="000000"/>
                </a:solidFill>
                <a:uFillTx/>
                <a:latin typeface="Arial"/>
                <a:ea typeface="DejaVu Sans"/>
              </a:rPr>
              <a:t>Image: ‘barrier’ construct</a:t>
            </a:r>
            <a:endParaRPr b="0" lang="en-IN" sz="1800" spc="-1" strike="noStrike">
              <a:latin typeface="Arial"/>
            </a:endParaRPr>
          </a:p>
        </p:txBody>
      </p:sp>
      <p:pic>
        <p:nvPicPr>
          <p:cNvPr id="414" name="Picture 16" descr=""/>
          <p:cNvPicPr/>
          <p:nvPr/>
        </p:nvPicPr>
        <p:blipFill>
          <a:blip r:embed="rId2"/>
          <a:stretch/>
        </p:blipFill>
        <p:spPr>
          <a:xfrm>
            <a:off x="628560" y="770040"/>
            <a:ext cx="7885440" cy="3664800"/>
          </a:xfrm>
          <a:prstGeom prst="rect">
            <a:avLst/>
          </a:prstGeom>
          <a:ln w="0">
            <a:noFill/>
          </a:ln>
        </p:spPr>
      </p:pic>
      <p:sp>
        <p:nvSpPr>
          <p:cNvPr id="415" name="TextBox 41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69C514A-2D4A-4A15-A322-DBC1BD964159}" type="slidenum">
              <a:t>37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17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OpenMP Data Scope Attribute Clauses are used to explicitly define how variables should be scoped. 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18" name="Google Shape;154;p 15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19" name="PlaceHolder 3"/>
          <p:cNvSpPr>
            <a:spLocks noGrp="1"/>
          </p:cNvSpPr>
          <p:nvPr>
            <p:ph type="dt" idx="30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0" name="TextBox 42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1139C5B-60D9-49C0-AFCB-4D5417E1AB26}" type="slidenum">
              <a:t>38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 : ‘shared’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There exists one instance of this variable which is shared among all the threads.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 :   </a:t>
            </a:r>
            <a:r>
              <a:rPr b="1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shared(list)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23" name="Google Shape;154;p 16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24" name="PlaceHolder 3"/>
          <p:cNvSpPr>
            <a:spLocks noGrp="1"/>
          </p:cNvSpPr>
          <p:nvPr>
            <p:ph type="dt" idx="31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25" name="Picture 17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90AC2C8-71C6-4118-BEB0-71448AE070D5}" type="slidenum">
              <a:t>39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44" dur="indefinite" restart="never" nodeType="tmRoot">
          <p:childTnLst>
            <p:seq>
              <p:cTn id="445" dur="indefinite" nodeType="mainSeq">
                <p:childTnLst>
                  <p:par>
                    <p:cTn id="446" fill="hold">
                      <p:stCondLst>
                        <p:cond delay="indefinite"/>
                      </p:stCondLst>
                      <p:childTnLst>
                        <p:par>
                          <p:cTn id="447" fill="hold">
                            <p:stCondLst>
                              <p:cond delay="0"/>
                            </p:stCondLst>
                            <p:childTnLst>
                              <p:par>
                                <p:cTn id="4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0" dur="500"/>
                                        <p:tgtEl>
                                          <p:spTgt spid="4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55" dur="500"/>
                                        <p:tgtEl>
                                          <p:spTgt spid="4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 : ‘private’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Each thread in a team of threads has its own local copy of the private variable.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Syntax: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private(list)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28" name="Google Shape;154;p 17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29" name="PlaceHolder 3"/>
          <p:cNvSpPr>
            <a:spLocks noGrp="1"/>
          </p:cNvSpPr>
          <p:nvPr>
            <p:ph type="dt" idx="32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30" name="Picture 18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431" name="TextBox 43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58D262-4958-4FCC-810D-C4E2E68158A4}" type="slidenum">
              <a:t>40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6" dur="indefinite" restart="never" nodeType="tmRoot">
          <p:childTnLst>
            <p:seq>
              <p:cTn id="457" dur="indefinite" nodeType="mainSeq">
                <p:childTnLst>
                  <p:par>
                    <p:cTn id="458" fill="hold">
                      <p:stCondLst>
                        <p:cond delay="indefinite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2" dur="500"/>
                                        <p:tgtEl>
                                          <p:spTgt spid="4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indefinite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67" dur="500"/>
                                        <p:tgtEl>
                                          <p:spTgt spid="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 : ‘firstprivate’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FirstPrivate will copy the variable’s original value in each thread’s  private variable.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Syntax: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firstprivate(var1 , var2,…)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var1 , var2 have instances in each thread</a:t>
            </a:r>
            <a:endParaRPr b="0" lang="en-IN" sz="24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Used with parallel for , parallel , single directives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34" name="Google Shape;154;p 18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35" name="PlaceHolder 3"/>
          <p:cNvSpPr>
            <a:spLocks noGrp="1"/>
          </p:cNvSpPr>
          <p:nvPr>
            <p:ph type="dt" idx="33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36" name="Picture 19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437" name="TextBox 44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7C6F5A1-60B0-4C1F-A144-A860D21B0AE8}" type="slidenum">
              <a:t>41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68" dur="indefinite" restart="never" nodeType="tmRoot">
          <p:childTnLst>
            <p:seq>
              <p:cTn id="469" dur="indefinite" nodeType="mainSeq">
                <p:childTnLst>
                  <p:par>
                    <p:cTn id="470" fill="hold">
                      <p:stCondLst>
                        <p:cond delay="indefinite"/>
                      </p:stCondLst>
                      <p:childTnLst>
                        <p:par>
                          <p:cTn id="471" fill="hold">
                            <p:stCondLst>
                              <p:cond delay="0"/>
                            </p:stCondLst>
                            <p:childTnLst>
                              <p:par>
                                <p:cTn id="4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4" dur="500"/>
                                        <p:tgtEl>
                                          <p:spTgt spid="4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5" fill="hold">
                      <p:stCondLst>
                        <p:cond delay="indefinite"/>
                      </p:stCondLst>
                      <p:childTnLst>
                        <p:par>
                          <p:cTn id="476" fill="hold">
                            <p:stCondLst>
                              <p:cond delay="0"/>
                            </p:stCondLst>
                            <p:childTnLst>
                              <p:par>
                                <p:cTn id="4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9" dur="500"/>
                                        <p:tgtEl>
                                          <p:spTgt spid="4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0" fill="hold">
                      <p:stCondLst>
                        <p:cond delay="indefinite"/>
                      </p:stCondLst>
                      <p:childTnLst>
                        <p:par>
                          <p:cTn id="481" fill="hold">
                            <p:stCondLst>
                              <p:cond delay="0"/>
                            </p:stCondLst>
                            <p:childTnLst>
                              <p:par>
                                <p:cTn id="4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4" dur="500"/>
                                        <p:tgtEl>
                                          <p:spTgt spid="4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89" dur="500"/>
                                        <p:tgtEl>
                                          <p:spTgt spid="4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 : ‘lastprivate’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39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Value from the last loop iteration upon exit from the parallel block is assigned  to the original variable.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Syntax: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lastprivate(var1 , var2,…)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var1 , var2 have instances in each thread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Used with parallel for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40" name="Google Shape;154;p 19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41" name="PlaceHolder 3"/>
          <p:cNvSpPr>
            <a:spLocks noGrp="1"/>
          </p:cNvSpPr>
          <p:nvPr>
            <p:ph type="dt" idx="34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42" name="Picture 20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443" name="TextBox 45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F724278-FE20-461E-8DB2-7E163E5B9865}" type="slidenum">
              <a:t>42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90" dur="indefinite" restart="never" nodeType="tmRoot">
          <p:childTnLst>
            <p:seq>
              <p:cTn id="491" dur="indefinite" nodeType="mainSeq">
                <p:childTnLst>
                  <p:par>
                    <p:cTn id="492" fill="hold">
                      <p:stCondLst>
                        <p:cond delay="indefinite"/>
                      </p:stCondLst>
                      <p:childTnLst>
                        <p:par>
                          <p:cTn id="493" fill="hold">
                            <p:stCondLst>
                              <p:cond delay="0"/>
                            </p:stCondLst>
                            <p:childTnLst>
                              <p:par>
                                <p:cTn id="4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96" dur="500"/>
                                        <p:tgtEl>
                                          <p:spTgt spid="4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7" fill="hold">
                      <p:stCondLst>
                        <p:cond delay="indefinite"/>
                      </p:stCondLst>
                      <p:childTnLst>
                        <p:par>
                          <p:cTn id="498" fill="hold">
                            <p:stCondLst>
                              <p:cond delay="0"/>
                            </p:stCondLst>
                            <p:childTnLst>
                              <p:par>
                                <p:cTn id="49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1" dur="500"/>
                                        <p:tgtEl>
                                          <p:spTgt spid="4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2" fill="hold">
                      <p:stCondLst>
                        <p:cond delay="indefinite"/>
                      </p:stCondLst>
                      <p:childTnLst>
                        <p:par>
                          <p:cTn id="503" fill="hold">
                            <p:stCondLst>
                              <p:cond delay="0"/>
                            </p:stCondLst>
                            <p:childTnLst>
                              <p:par>
                                <p:cTn id="50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06" dur="500"/>
                                        <p:tgtEl>
                                          <p:spTgt spid="4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7" fill="hold">
                      <p:stCondLst>
                        <p:cond delay="indefinite"/>
                      </p:stCondLst>
                      <p:childTnLst>
                        <p:par>
                          <p:cTn id="508" fill="hold">
                            <p:stCondLst>
                              <p:cond delay="0"/>
                            </p:stCondLst>
                            <p:childTnLst>
                              <p:par>
                                <p:cTn id="5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1" dur="500"/>
                                        <p:tgtEl>
                                          <p:spTgt spid="4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 : ‘threadprivate’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/>
          </p:nvPr>
        </p:nvSpPr>
        <p:spPr>
          <a:xfrm>
            <a:off x="628560" y="83340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makes the variables allocated to the threads persistent across the parallel regions.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also retains the computed values.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preserves the local copy for each thread.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Syntax: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threadprivate(var1 , var2,…)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var1 , var2 have instances in each thread and must be global variable.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46" name="Google Shape;154;p 20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47" name="PlaceHolder 3"/>
          <p:cNvSpPr>
            <a:spLocks noGrp="1"/>
          </p:cNvSpPr>
          <p:nvPr>
            <p:ph type="dt" idx="35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48" name="Picture 21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449" name="TextBox 48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AEF03A5-5581-4F41-ABB2-3EC9297F53B1}" type="slidenum">
              <a:t>43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12" dur="indefinite" restart="never" nodeType="tmRoot">
          <p:childTnLst>
            <p:seq>
              <p:cTn id="513" dur="indefinite" nodeType="mainSeq">
                <p:childTnLst>
                  <p:par>
                    <p:cTn id="514" fill="hold">
                      <p:stCondLst>
                        <p:cond delay="indefinite"/>
                      </p:stCondLst>
                      <p:childTnLst>
                        <p:par>
                          <p:cTn id="515" fill="hold">
                            <p:stCondLst>
                              <p:cond delay="0"/>
                            </p:stCondLst>
                            <p:childTnLst>
                              <p:par>
                                <p:cTn id="51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18" dur="500"/>
                                        <p:tgtEl>
                                          <p:spTgt spid="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9" fill="hold">
                      <p:stCondLst>
                        <p:cond delay="indefinite"/>
                      </p:stCondLst>
                      <p:childTnLst>
                        <p:par>
                          <p:cTn id="520" fill="hold">
                            <p:stCondLst>
                              <p:cond delay="0"/>
                            </p:stCondLst>
                            <p:childTnLst>
                              <p:par>
                                <p:cTn id="52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3" dur="500"/>
                                        <p:tgtEl>
                                          <p:spTgt spid="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4" fill="hold">
                      <p:stCondLst>
                        <p:cond delay="indefinite"/>
                      </p:stCondLst>
                      <p:childTnLst>
                        <p:par>
                          <p:cTn id="525" fill="hold">
                            <p:stCondLst>
                              <p:cond delay="0"/>
                            </p:stCondLst>
                            <p:childTnLst>
                              <p:par>
                                <p:cTn id="52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8" dur="500"/>
                                        <p:tgtEl>
                                          <p:spTgt spid="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9" fill="hold">
                      <p:stCondLst>
                        <p:cond delay="indefinite"/>
                      </p:stCondLst>
                      <p:childTnLst>
                        <p:par>
                          <p:cTn id="530" fill="hold">
                            <p:stCondLst>
                              <p:cond delay="0"/>
                            </p:stCondLst>
                            <p:childTnLst>
                              <p:par>
                                <p:cTn id="531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3" dur="500"/>
                                        <p:tgtEl>
                                          <p:spTgt spid="4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4" fill="hold">
                      <p:stCondLst>
                        <p:cond delay="indefinite"/>
                      </p:stCondLst>
                      <p:childTnLst>
                        <p:par>
                          <p:cTn id="535" fill="hold">
                            <p:stCondLst>
                              <p:cond delay="0"/>
                            </p:stCondLst>
                            <p:childTnLst>
                              <p:par>
                                <p:cTn id="536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38" dur="500"/>
                                        <p:tgtEl>
                                          <p:spTgt spid="4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 : ‘copyin’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copies the values from the master thread to all other threads.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It only applicable for threadprivate variables.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 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Syntax: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copyin(var1 , var2,…)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var1 , var2 have instances in each thread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Applicable to parallel directive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52" name="Google Shape;154;p 21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53" name="PlaceHolder 3"/>
          <p:cNvSpPr>
            <a:spLocks noGrp="1"/>
          </p:cNvSpPr>
          <p:nvPr>
            <p:ph type="dt" idx="36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54" name="Picture 22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455" name="TextBox 47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48A17A9-BA97-464D-8DE5-93B0854AA055}" type="slidenum">
              <a:t>44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39" dur="indefinite" restart="never" nodeType="tmRoot">
          <p:childTnLst>
            <p:seq>
              <p:cTn id="540" dur="indefinite" nodeType="mainSeq">
                <p:childTnLst>
                  <p:par>
                    <p:cTn id="541" fill="hold">
                      <p:stCondLst>
                        <p:cond delay="indefinite"/>
                      </p:stCondLst>
                      <p:childTnLst>
                        <p:par>
                          <p:cTn id="542" fill="hold">
                            <p:stCondLst>
                              <p:cond delay="0"/>
                            </p:stCondLst>
                            <p:childTnLst>
                              <p:par>
                                <p:cTn id="54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45" dur="500"/>
                                        <p:tgtEl>
                                          <p:spTgt spid="4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6" fill="hold">
                      <p:stCondLst>
                        <p:cond delay="indefinite"/>
                      </p:stCondLst>
                      <p:childTnLst>
                        <p:par>
                          <p:cTn id="547" fill="hold">
                            <p:stCondLst>
                              <p:cond delay="0"/>
                            </p:stCondLst>
                            <p:childTnLst>
                              <p:par>
                                <p:cTn id="54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0" dur="500"/>
                                        <p:tgtEl>
                                          <p:spTgt spid="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1" fill="hold">
                      <p:stCondLst>
                        <p:cond delay="indefinite"/>
                      </p:stCondLst>
                      <p:childTnLst>
                        <p:par>
                          <p:cTn id="552" fill="hold">
                            <p:stCondLst>
                              <p:cond delay="0"/>
                            </p:stCondLst>
                            <p:childTnLst>
                              <p:par>
                                <p:cTn id="55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55" dur="500"/>
                                        <p:tgtEl>
                                          <p:spTgt spid="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6" fill="hold">
                      <p:stCondLst>
                        <p:cond delay="indefinite"/>
                      </p:stCondLst>
                      <p:childTnLst>
                        <p:par>
                          <p:cTn id="557" fill="hold">
                            <p:stCondLst>
                              <p:cond delay="0"/>
                            </p:stCondLst>
                            <p:childTnLst>
                              <p:par>
                                <p:cTn id="55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0" dur="500"/>
                                        <p:tgtEl>
                                          <p:spTgt spid="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1" fill="hold">
                      <p:stCondLst>
                        <p:cond delay="indefinite"/>
                      </p:stCondLst>
                      <p:childTnLst>
                        <p:par>
                          <p:cTn id="562" fill="hold">
                            <p:stCondLst>
                              <p:cond delay="0"/>
                            </p:stCondLst>
                            <p:childTnLst>
                              <p:par>
                                <p:cTn id="563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65" dur="500"/>
                                        <p:tgtEl>
                                          <p:spTgt spid="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 : ‘copyprivate’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The copyprivate clause can be used to broadcast values acquired by a single thread directly to all instances of the private variables in the other threads.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Associated with the SINGLE directive.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</a:pP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Syntax: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copyprivate(var1 , var2,…)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var1 , var2 have instances in each thread.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58" name="Google Shape;154;p 22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59" name="PlaceHolder 3"/>
          <p:cNvSpPr>
            <a:spLocks noGrp="1"/>
          </p:cNvSpPr>
          <p:nvPr>
            <p:ph type="dt" idx="37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60" name="Picture 23" descr=""/>
          <p:cNvPicPr/>
          <p:nvPr/>
        </p:nvPicPr>
        <p:blipFill>
          <a:blip r:embed="rId2"/>
          <a:stretch/>
        </p:blipFill>
        <p:spPr>
          <a:xfrm>
            <a:off x="8051400" y="36504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461" name="TextBox 46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AB78576-5A64-4C84-A26E-4D3D165428D7}" type="slidenum">
              <a:t>45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66" dur="indefinite" restart="never" nodeType="tmRoot">
          <p:childTnLst>
            <p:seq>
              <p:cTn id="567" dur="indefinite" nodeType="mainSeq">
                <p:childTnLst>
                  <p:par>
                    <p:cTn id="568" fill="hold">
                      <p:stCondLst>
                        <p:cond delay="indefinite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2" dur="500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indefinite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7" dur="500"/>
                                        <p:tgtEl>
                                          <p:spTgt spid="4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>
                      <p:stCondLst>
                        <p:cond delay="indefinite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2" dur="500"/>
                                        <p:tgtEl>
                                          <p:spTgt spid="45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3" fill="hold">
                      <p:stCondLst>
                        <p:cond delay="indefinite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87" dur="500"/>
                                        <p:tgtEl>
                                          <p:spTgt spid="45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 : ‘reduction’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Reduction is the accumulation of partial results from each threads into a single final result.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 private copy for each list variable is created for each thread.</a:t>
            </a:r>
            <a:endParaRPr b="0" lang="en-IN" sz="2400" spc="-1" strike="noStrike"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Syntax: </a:t>
            </a:r>
            <a:r>
              <a:rPr b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reduction (operator: list)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64" name="Google Shape;154;p 23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65" name="PlaceHolder 3"/>
          <p:cNvSpPr>
            <a:spLocks noGrp="1"/>
          </p:cNvSpPr>
          <p:nvPr>
            <p:ph type="dt" idx="38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66" name="Picture 24" descr=""/>
          <p:cNvPicPr/>
          <p:nvPr/>
        </p:nvPicPr>
        <p:blipFill>
          <a:blip r:embed="rId2"/>
          <a:stretch/>
        </p:blipFill>
        <p:spPr>
          <a:xfrm>
            <a:off x="8051400" y="3657600"/>
            <a:ext cx="1092240" cy="1028880"/>
          </a:xfrm>
          <a:prstGeom prst="rect">
            <a:avLst/>
          </a:prstGeom>
          <a:ln w="0">
            <a:noFill/>
          </a:ln>
        </p:spPr>
      </p:pic>
      <p:sp>
        <p:nvSpPr>
          <p:cNvPr id="467" name="TextBox 49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79F3E78-B285-4AC2-8537-D65C174DCFA8}" type="slidenum">
              <a:t>46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8" dur="indefinite" restart="never" nodeType="tmRoot">
          <p:childTnLst>
            <p:seq>
              <p:cTn id="589" dur="indefinite" nodeType="mainSeq">
                <p:childTnLst>
                  <p:par>
                    <p:cTn id="590" fill="hold">
                      <p:stCondLst>
                        <p:cond delay="indefinite"/>
                      </p:stCondLst>
                      <p:childTnLst>
                        <p:par>
                          <p:cTn id="591" fill="hold">
                            <p:stCondLst>
                              <p:cond delay="0"/>
                            </p:stCondLst>
                            <p:childTnLst>
                              <p:par>
                                <p:cTn id="59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4" dur="500"/>
                                        <p:tgtEl>
                                          <p:spTgt spid="4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5" fill="hold">
                      <p:stCondLst>
                        <p:cond delay="indefinite"/>
                      </p:stCondLst>
                      <p:childTnLst>
                        <p:par>
                          <p:cTn id="596" fill="hold">
                            <p:stCondLst>
                              <p:cond delay="0"/>
                            </p:stCondLst>
                            <p:childTnLst>
                              <p:par>
                                <p:cTn id="59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99" dur="500"/>
                                        <p:tgtEl>
                                          <p:spTgt spid="4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" fill="hold">
                      <p:stCondLst>
                        <p:cond delay="indefinite"/>
                      </p:stCondLst>
                      <p:childTnLst>
                        <p:par>
                          <p:cTn id="601" fill="hold">
                            <p:stCondLst>
                              <p:cond delay="0"/>
                            </p:stCondLst>
                            <p:childTnLst>
                              <p:par>
                                <p:cTn id="60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04" dur="500"/>
                                        <p:tgtEl>
                                          <p:spTgt spid="4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 : ‘reduction’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69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70" name="Google Shape;154;p 2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71" name="PlaceHolder 3"/>
          <p:cNvSpPr>
            <a:spLocks noGrp="1"/>
          </p:cNvSpPr>
          <p:nvPr>
            <p:ph type="dt" idx="39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graphicFrame>
        <p:nvGraphicFramePr>
          <p:cNvPr id="472" name="Table 2"/>
          <p:cNvGraphicFramePr/>
          <p:nvPr/>
        </p:nvGraphicFramePr>
        <p:xfrm>
          <a:off x="1480680" y="633240"/>
          <a:ext cx="5328720" cy="4117680"/>
        </p:xfrm>
        <a:graphic>
          <a:graphicData uri="http://schemas.openxmlformats.org/drawingml/2006/table">
            <a:tbl>
              <a:tblPr/>
              <a:tblGrid>
                <a:gridCol w="1420560"/>
                <a:gridCol w="3908520"/>
              </a:tblGrid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4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Symbol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US" sz="24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Meaning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+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Summation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-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Subtraction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*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Product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&amp;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Bitwise AND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|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Bitwise OR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^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Shift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&amp;&amp;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Logical AND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4575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||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Logical OR</a:t>
                      </a:r>
                      <a:endParaRPr b="0" lang="en-IN" sz="2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473" name="TextBox 50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BDD94CC-B3F3-4446-AF11-F8C98E96FAF2}" type="slidenum">
              <a:t>47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5440" cy="703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DATA ENVIRONMENT : ‘reduction’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75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5440" cy="368280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algn="just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76" name="Google Shape;154;p 25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1080" cy="51480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77" name="PlaceHolder 3"/>
          <p:cNvSpPr>
            <a:spLocks noGrp="1"/>
          </p:cNvSpPr>
          <p:nvPr>
            <p:ph type="dt" idx="40"/>
          </p:nvPr>
        </p:nvSpPr>
        <p:spPr>
          <a:xfrm>
            <a:off x="628560" y="4767120"/>
            <a:ext cx="2969640" cy="2725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Master Trainer Program for AICTE</a:t>
            </a:r>
            <a:endParaRPr b="0" lang="en-IN" sz="1400" spc="-1" strike="noStrike">
              <a:latin typeface="Times New Roman"/>
            </a:endParaRPr>
          </a:p>
        </p:txBody>
      </p:sp>
      <p:pic>
        <p:nvPicPr>
          <p:cNvPr id="478" name="Picture 25" descr=""/>
          <p:cNvPicPr/>
          <p:nvPr/>
        </p:nvPicPr>
        <p:blipFill>
          <a:blip r:embed="rId2"/>
          <a:stretch/>
        </p:blipFill>
        <p:spPr>
          <a:xfrm>
            <a:off x="628560" y="603720"/>
            <a:ext cx="8444160" cy="4162680"/>
          </a:xfrm>
          <a:prstGeom prst="rect">
            <a:avLst/>
          </a:prstGeom>
          <a:ln w="0">
            <a:noFill/>
          </a:ln>
        </p:spPr>
      </p:pic>
      <p:sp>
        <p:nvSpPr>
          <p:cNvPr id="479" name="TextBox 51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4FEFB72-5B0E-4B82-80DF-71F1097157FF}" type="slidenum">
              <a:t>48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CONCLUSION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81" name="PlaceHolder 2"/>
          <p:cNvSpPr>
            <a:spLocks noGrp="1"/>
          </p:cNvSpPr>
          <p:nvPr>
            <p:ph/>
          </p:nvPr>
        </p:nvSpPr>
        <p:spPr>
          <a:xfrm>
            <a:off x="628560" y="996480"/>
            <a:ext cx="7884360" cy="368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Parallelization using OpenMP is explained.</a:t>
            </a:r>
            <a:endParaRPr b="0" lang="en-IN" sz="2400" spc="-1" strike="noStrike">
              <a:latin typeface="Arial"/>
            </a:endParaRPr>
          </a:p>
          <a:p>
            <a:pPr marL="228600" indent="-228600" algn="just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Various OpenMP Constructs are discussed with examples.</a:t>
            </a:r>
            <a:endParaRPr b="0" lang="en-IN" sz="2400" spc="-1" strike="noStrike">
              <a:latin typeface="Arial"/>
            </a:endParaRPr>
          </a:p>
        </p:txBody>
      </p:sp>
      <p:pic>
        <p:nvPicPr>
          <p:cNvPr id="482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83" name="PlaceHolder 30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84" name="TextBox 52"/>
          <p:cNvSpPr/>
          <p:nvPr/>
        </p:nvSpPr>
        <p:spPr>
          <a:xfrm rot="16200000">
            <a:off x="-1730880" y="253548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304A611-F134-4F63-9554-6F8C824B20EA}" type="slidenum">
              <a:t>49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05" dur="indefinite" restart="never" nodeType="tmRoot">
          <p:childTnLst>
            <p:seq>
              <p:cTn id="606" dur="indefinite" nodeType="mainSeq">
                <p:childTnLst>
                  <p:par>
                    <p:cTn id="607" fill="hold">
                      <p:stCondLst>
                        <p:cond delay="indefinite"/>
                      </p:stCondLst>
                      <p:childTnLst>
                        <p:par>
                          <p:cTn id="608" fill="hold">
                            <p:stCondLst>
                              <p:cond delay="0"/>
                            </p:stCondLst>
                            <p:childTnLst>
                              <p:par>
                                <p:cTn id="60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1" dur="500"/>
                                        <p:tgtEl>
                                          <p:spTgt spid="4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" fill="hold">
                      <p:stCondLst>
                        <p:cond delay="indefinite"/>
                      </p:stCondLst>
                      <p:childTnLst>
                        <p:par>
                          <p:cTn id="613" fill="hold">
                            <p:stCondLst>
                              <p:cond delay="0"/>
                            </p:stCondLst>
                            <p:childTnLst>
                              <p:par>
                                <p:cTn id="61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16" dur="500"/>
                                        <p:tgtEl>
                                          <p:spTgt spid="4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title"/>
          </p:nvPr>
        </p:nvSpPr>
        <p:spPr>
          <a:xfrm>
            <a:off x="628560" y="65880"/>
            <a:ext cx="7884360" cy="70236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rgbClr val="c00000"/>
                </a:solidFill>
                <a:latin typeface="Calibri"/>
                <a:ea typeface="DejaVu Sans"/>
              </a:rPr>
              <a:t>REFERENCES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486" name="PlaceHolder 2"/>
          <p:cNvSpPr>
            <a:spLocks noGrp="1"/>
          </p:cNvSpPr>
          <p:nvPr>
            <p:ph/>
          </p:nvPr>
        </p:nvSpPr>
        <p:spPr>
          <a:xfrm>
            <a:off x="628560" y="857520"/>
            <a:ext cx="7884360" cy="369288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[1]. Parallel Programming in C using OpenMp and MPI- Micheal J Quinn</a:t>
            </a:r>
            <a:endParaRPr b="0" lang="en-IN" sz="1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[2]. HyPack workshop, C-DAC - http://www.cdac.in/index.aspx?id=ev_hpc_hypack13_m1_mcore_openmp</a:t>
            </a:r>
            <a:endParaRPr b="0" lang="en-IN" sz="1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[3].Lawrence Livermore National laboratory – Training Material https://computing.llnl.gov/?set=training&amp;page=index#training_materials</a:t>
            </a:r>
            <a:endParaRPr b="0" lang="en-IN" sz="1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[4]. OpenMP by Tim Mattson,  http://openmp.org/mp-documents/Intro_To_OpenMP_Mattson.pdf</a:t>
            </a:r>
            <a:endParaRPr b="0" lang="en-IN" sz="1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[5]. http://openmp.org/mp-documents/omp-hands-on-SC08.pdf</a:t>
            </a:r>
            <a:endParaRPr b="0" lang="en-IN" sz="1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[6]. OpenMp by Example - http://people.math.umass.edu/~johnston/PHI_WG_2014/OpenMPSlides_tamu_sc.pdf</a:t>
            </a:r>
            <a:endParaRPr b="0" lang="en-IN" sz="1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[7]. OpenMP Application Program Interface -http://www.openmp.org/mp-documents/OpenMP3.1.pdf</a:t>
            </a:r>
            <a:endParaRPr b="0" lang="en-IN" sz="1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[8]. OpenMP Application Program Interface - http://www.openmp.org/mp-documents/OpenMP4.0.0.pdf</a:t>
            </a:r>
            <a:endParaRPr b="0" lang="en-IN" sz="1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[9]. https://www.nersc.gov/assets/Uploads/XE62011OpenMP.pdf</a:t>
            </a:r>
            <a:endParaRPr b="0" lang="en-IN" sz="1200" spc="-1" strike="noStrike">
              <a:latin typeface="Arial"/>
            </a:endParaRPr>
          </a:p>
          <a:p>
            <a:pPr marL="228600" indent="-22860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1200" spc="-1" strike="noStrike">
                <a:solidFill>
                  <a:srgbClr val="000000"/>
                </a:solidFill>
                <a:latin typeface="Arial"/>
                <a:ea typeface="DejaVu Sans"/>
              </a:rPr>
              <a:t>[10]. www.clear.rice.edu/comp422/lecture-notes/comp422-2015-Lecture7-OpenMP.pdf</a:t>
            </a:r>
            <a:endParaRPr b="0" lang="en-IN" sz="1200" spc="-1" strike="noStrike">
              <a:latin typeface="Arial"/>
            </a:endParaRPr>
          </a:p>
        </p:txBody>
      </p:sp>
      <p:pic>
        <p:nvPicPr>
          <p:cNvPr id="487" name="Google Shape;154;p 4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88" name="TextBox 31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89" name="PlaceHolder 31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OpenMP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DB9D922-335C-44B8-8752-27018CE22565}" type="slidenum">
              <a:t>50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/>
          </p:nvPr>
        </p:nvSpPr>
        <p:spPr>
          <a:xfrm>
            <a:off x="2520000" y="1740240"/>
            <a:ext cx="3509640" cy="134172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t">
            <a:noAutofit/>
          </a:bodyPr>
          <a:p>
            <a:pPr marL="228600" indent="-22860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THANK YOU</a:t>
            </a:r>
            <a:endParaRPr b="0" lang="en-IN" sz="3200" spc="-1" strike="noStrike">
              <a:latin typeface="Arial"/>
            </a:endParaRPr>
          </a:p>
          <a:p>
            <a:pPr marL="228600" indent="-228600" algn="ctr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ANY QUESTION?</a:t>
            </a:r>
            <a:endParaRPr b="0" lang="en-IN" sz="3200" spc="-1" strike="noStrike">
              <a:latin typeface="Arial"/>
            </a:endParaRPr>
          </a:p>
        </p:txBody>
      </p:sp>
      <p:pic>
        <p:nvPicPr>
          <p:cNvPr id="491" name="Google Shape;154;p 5" descr=""/>
          <p:cNvPicPr/>
          <p:nvPr/>
        </p:nvPicPr>
        <p:blipFill>
          <a:blip r:embed="rId1"/>
          <a:stretch/>
        </p:blipFill>
        <p:spPr>
          <a:xfrm>
            <a:off x="8531640" y="88200"/>
            <a:ext cx="540000" cy="513720"/>
          </a:xfrm>
          <a:prstGeom prst="rect">
            <a:avLst/>
          </a:prstGeom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</p:pic>
      <p:sp>
        <p:nvSpPr>
          <p:cNvPr id="492" name="PlaceHolder 2"/>
          <p:cNvSpPr>
            <a:spLocks noGrp="1"/>
          </p:cNvSpPr>
          <p:nvPr>
            <p:ph type="ftr" idx="41"/>
          </p:nvPr>
        </p:nvSpPr>
        <p:spPr>
          <a:xfrm>
            <a:off x="3029040" y="4767120"/>
            <a:ext cx="3083760" cy="271440"/>
          </a:xfrm>
          <a:prstGeom prst="rect">
            <a:avLst/>
          </a:prstGeom>
          <a:noFill/>
          <a:ln w="0">
            <a:noFill/>
          </a:ln>
        </p:spPr>
        <p:txBody>
          <a:bodyPr lIns="43920" rIns="43920" tIns="21960" bIns="219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OpenMP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3" name="TextBox 6"/>
          <p:cNvSpPr/>
          <p:nvPr/>
        </p:nvSpPr>
        <p:spPr>
          <a:xfrm rot="16200000">
            <a:off x="-1730880" y="2535120"/>
            <a:ext cx="3869280" cy="2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000" spc="-1" strike="noStrike">
                <a:solidFill>
                  <a:srgbClr val="000000"/>
                </a:solidFill>
                <a:latin typeface="Arial"/>
                <a:ea typeface="DejaVu Sans"/>
              </a:rPr>
              <a:t>September 22 to 25, 2026, OpenMP Programming, C-HUK-ACC</a:t>
            </a:r>
            <a:endParaRPr b="0" lang="en-IN" sz="1000" spc="-1" strike="noStrike">
              <a:latin typeface="Arial"/>
            </a:endParaRPr>
          </a:p>
        </p:txBody>
      </p:sp>
      <p:sp>
        <p:nvSpPr>
          <p:cNvPr id="494" name="PlaceHolder 32"/>
          <p:cNvSpPr/>
          <p:nvPr/>
        </p:nvSpPr>
        <p:spPr>
          <a:xfrm>
            <a:off x="628560" y="4767480"/>
            <a:ext cx="3330360" cy="27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3920" rIns="43920" tIns="21960" bIns="2196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C-HUK HPC Advanced Certification Course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38D586EA-16AF-4514-8CB5-E801A9CF7331}" type="slidenum">
              <a:t>51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3345</TotalTime>
  <Application>LibreOffice/7.3.7.2$Linux_X86_64 LibreOffice_project/30$Build-2</Application>
  <AppVersion>15.0000</AppVersion>
  <Words>1339</Words>
  <Paragraphs>303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/>
  <dcterms:modified xsi:type="dcterms:W3CDTF">2026-09-24T21:39:07Z</dcterms:modified>
  <cp:revision>633</cp:revision>
  <dc:subject/>
  <dc:title>&lt;Module Name&gt;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On-screen Show (16:9)</vt:lpwstr>
  </property>
  <property fmtid="{D5CDD505-2E9C-101B-9397-08002B2CF9AE}" pid="4" name="Slides">
    <vt:i4>29</vt:i4>
  </property>
</Properties>
</file>